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7728"/>
    <a:srgbClr val="9B7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89" autoAdjust="0"/>
  </p:normalViewPr>
  <p:slideViewPr>
    <p:cSldViewPr snapToGrid="0">
      <p:cViewPr varScale="1">
        <p:scale>
          <a:sx n="106" d="100"/>
          <a:sy n="106" d="100"/>
        </p:scale>
        <p:origin x="7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érémy REDING" userId="170a12f5445ece79" providerId="LiveId" clId="{26A1881F-DC6E-47B8-B072-A9D86EBF75FF}"/>
    <pc:docChg chg="undo redo custSel addSld modSld modMainMaster modNotesMaster">
      <pc:chgData name="Jérémy REDING" userId="170a12f5445ece79" providerId="LiveId" clId="{26A1881F-DC6E-47B8-B072-A9D86EBF75FF}" dt="2025-08-26T17:39:20.139" v="2347" actId="1076"/>
      <pc:docMkLst>
        <pc:docMk/>
      </pc:docMkLst>
      <pc:sldChg chg="addSp delSp modSp mod">
        <pc:chgData name="Jérémy REDING" userId="170a12f5445ece79" providerId="LiveId" clId="{26A1881F-DC6E-47B8-B072-A9D86EBF75FF}" dt="2025-08-12T14:07:29.545" v="1937"/>
        <pc:sldMkLst>
          <pc:docMk/>
          <pc:sldMk cId="3054786671" sldId="256"/>
        </pc:sldMkLst>
      </pc:sldChg>
      <pc:sldChg chg="addSp delSp modSp add mod">
        <pc:chgData name="Jérémy REDING" userId="170a12f5445ece79" providerId="LiveId" clId="{26A1881F-DC6E-47B8-B072-A9D86EBF75FF}" dt="2025-08-12T14:07:29.545" v="1937"/>
        <pc:sldMkLst>
          <pc:docMk/>
          <pc:sldMk cId="2461171805" sldId="257"/>
        </pc:sldMkLst>
      </pc:sldChg>
      <pc:sldChg chg="addSp delSp modSp add mod">
        <pc:chgData name="Jérémy REDING" userId="170a12f5445ece79" providerId="LiveId" clId="{26A1881F-DC6E-47B8-B072-A9D86EBF75FF}" dt="2025-08-12T14:07:29.545" v="1937"/>
        <pc:sldMkLst>
          <pc:docMk/>
          <pc:sldMk cId="3607875327" sldId="258"/>
        </pc:sldMkLst>
      </pc:sldChg>
      <pc:sldChg chg="addSp delSp modSp add mod modNotes">
        <pc:chgData name="Jérémy REDING" userId="170a12f5445ece79" providerId="LiveId" clId="{26A1881F-DC6E-47B8-B072-A9D86EBF75FF}" dt="2025-08-26T17:39:20.139" v="2347" actId="1076"/>
        <pc:sldMkLst>
          <pc:docMk/>
          <pc:sldMk cId="2918660417" sldId="259"/>
        </pc:sldMkLst>
      </pc:sldChg>
      <pc:sldMasterChg chg="modSp modSldLayout">
        <pc:chgData name="Jérémy REDING" userId="170a12f5445ece79" providerId="LiveId" clId="{26A1881F-DC6E-47B8-B072-A9D86EBF75FF}" dt="2025-08-12T13:41:28.586" v="1862"/>
        <pc:sldMasterMkLst>
          <pc:docMk/>
          <pc:sldMasterMk cId="3680410313" sldId="2147483648"/>
        </pc:sldMasterMkLst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4210664352" sldId="2147483649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2519886745" sldId="2147483651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319583408" sldId="2147483652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2825485588" sldId="2147483653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4194813217" sldId="2147483656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1566460625" sldId="2147483657"/>
          </pc:sldLayoutMkLst>
        </pc:sldLayoutChg>
        <pc:sldLayoutChg chg="modSp">
          <pc:chgData name="Jérémy REDING" userId="170a12f5445ece79" providerId="LiveId" clId="{26A1881F-DC6E-47B8-B072-A9D86EBF75FF}" dt="2025-08-12T13:41:28.586" v="1862"/>
          <pc:sldLayoutMkLst>
            <pc:docMk/>
            <pc:sldMasterMk cId="3680410313" sldId="2147483648"/>
            <pc:sldLayoutMk cId="1524028569" sldId="2147483659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29.545" v="1937"/>
        <pc:sldMasterMkLst>
          <pc:docMk/>
          <pc:sldMasterMk cId="505228416" sldId="2147483660"/>
        </pc:sldMasterMkLst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2" creationId="{00000000-0000-0000-0000-000000000000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3" creationId="{00000000-0000-0000-0000-000000000000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4" creationId="{00000000-0000-0000-0000-000000000000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5" creationId="{00000000-0000-0000-0000-000000000000}"/>
          </ac:spMkLst>
        </pc:spChg>
        <pc:spChg chg="mod">
          <ac:chgData name="Jérémy REDING" userId="170a12f5445ece79" providerId="LiveId" clId="{26A1881F-DC6E-47B8-B072-A9D86EBF75FF}" dt="2025-08-12T14:07:29.545" v="1937"/>
          <ac:spMkLst>
            <pc:docMk/>
            <pc:sldMasterMk cId="505228416" sldId="2147483660"/>
            <ac:spMk id="6" creationId="{00000000-0000-0000-0000-000000000000}"/>
          </ac:spMkLst>
        </pc:sp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3809139508" sldId="2147483661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3809139508" sldId="2147483661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3809139508" sldId="2147483661"/>
              <ac:spMk id="3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221500589" sldId="2147483663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221500589" sldId="2147483663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221500589" sldId="2147483663"/>
              <ac:spMk id="3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51431431" sldId="2147483664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51431431" sldId="2147483664"/>
              <ac:spMk id="3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51431431" sldId="2147483664"/>
              <ac:spMk id="4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1846044836" sldId="2147483665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3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4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5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1846044836" sldId="2147483665"/>
              <ac:spMk id="6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605231548" sldId="2147483668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05231548" sldId="2147483668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05231548" sldId="2147483668"/>
              <ac:spMk id="3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05231548" sldId="2147483668"/>
              <ac:spMk id="4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673383857" sldId="2147483669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73383857" sldId="2147483669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73383857" sldId="2147483669"/>
              <ac:spMk id="3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673383857" sldId="2147483669"/>
              <ac:spMk id="4" creationId="{00000000-0000-0000-0000-000000000000}"/>
            </ac:spMkLst>
          </pc:spChg>
        </pc:sldLayoutChg>
        <pc:sldLayoutChg chg="modSp">
          <pc:chgData name="Jérémy REDING" userId="170a12f5445ece79" providerId="LiveId" clId="{26A1881F-DC6E-47B8-B072-A9D86EBF75FF}" dt="2025-08-12T14:07:29.545" v="1937"/>
          <pc:sldLayoutMkLst>
            <pc:docMk/>
            <pc:sldMasterMk cId="505228416" sldId="2147483660"/>
            <pc:sldLayoutMk cId="3338711330" sldId="2147483671"/>
          </pc:sldLayoutMkLst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3338711330" sldId="2147483671"/>
              <ac:spMk id="2" creationId="{00000000-0000-0000-0000-000000000000}"/>
            </ac:spMkLst>
          </pc:spChg>
          <pc:spChg chg="mod">
            <ac:chgData name="Jérémy REDING" userId="170a12f5445ece79" providerId="LiveId" clId="{26A1881F-DC6E-47B8-B072-A9D86EBF75FF}" dt="2025-08-12T14:07:29.545" v="1937"/>
            <ac:spMkLst>
              <pc:docMk/>
              <pc:sldMasterMk cId="505228416" sldId="2147483660"/>
              <pc:sldLayoutMk cId="3338711330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Jérémy REDING" userId="170a12f5445ece79" providerId="LiveId" clId="{26A1881F-DC6E-47B8-B072-A9D86EBF75FF}" dt="2025-08-12T13:41:28.128" v="1861"/>
        <pc:sldMasterMkLst>
          <pc:docMk/>
          <pc:sldMasterMk cId="3034682726" sldId="2147483660"/>
        </pc:sldMasterMkLst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3496707624" sldId="2147483661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2157756214" sldId="2147483663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3004804776" sldId="2147483664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4269707957" sldId="2147483665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1810064792" sldId="2147483668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2474561943" sldId="2147483669"/>
          </pc:sldLayoutMkLst>
        </pc:sldLayoutChg>
        <pc:sldLayoutChg chg="modSp">
          <pc:chgData name="Jérémy REDING" userId="170a12f5445ece79" providerId="LiveId" clId="{26A1881F-DC6E-47B8-B072-A9D86EBF75FF}" dt="2025-08-12T13:41:28.128" v="1861"/>
          <pc:sldLayoutMkLst>
            <pc:docMk/>
            <pc:sldMasterMk cId="3034682726" sldId="2147483660"/>
            <pc:sldLayoutMk cId="1554930298" sldId="2147483671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28.680" v="1932"/>
        <pc:sldMasterMkLst>
          <pc:docMk/>
          <pc:sldMasterMk cId="2912523534" sldId="2147483672"/>
        </pc:sldMasterMkLst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2845950413" sldId="2147483673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3349401734" sldId="2147483675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2417138645" sldId="2147483676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4102436384" sldId="2147483677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3866906383" sldId="2147483680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1738484998" sldId="2147483681"/>
          </pc:sldLayoutMkLst>
        </pc:sldLayoutChg>
        <pc:sldLayoutChg chg="modSp">
          <pc:chgData name="Jérémy REDING" userId="170a12f5445ece79" providerId="LiveId" clId="{26A1881F-DC6E-47B8-B072-A9D86EBF75FF}" dt="2025-08-12T14:07:28.680" v="1932"/>
          <pc:sldLayoutMkLst>
            <pc:docMk/>
            <pc:sldMasterMk cId="2912523534" sldId="2147483672"/>
            <pc:sldLayoutMk cId="2939450738" sldId="2147483683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10.200" v="1925"/>
        <pc:sldMasterMkLst>
          <pc:docMk/>
          <pc:sldMasterMk cId="431098329" sldId="2147483684"/>
        </pc:sldMasterMkLst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1959629687" sldId="2147483685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299665440" sldId="2147483687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1058727798" sldId="2147483688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2608871700" sldId="2147483689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1412543001" sldId="2147483692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1053337181" sldId="2147483693"/>
          </pc:sldLayoutMkLst>
        </pc:sldLayoutChg>
        <pc:sldLayoutChg chg="modSp">
          <pc:chgData name="Jérémy REDING" userId="170a12f5445ece79" providerId="LiveId" clId="{26A1881F-DC6E-47B8-B072-A9D86EBF75FF}" dt="2025-08-12T14:07:10.200" v="1925"/>
          <pc:sldLayoutMkLst>
            <pc:docMk/>
            <pc:sldMasterMk cId="431098329" sldId="2147483684"/>
            <pc:sldLayoutMk cId="2364013211" sldId="2147483695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09.158" v="1924"/>
        <pc:sldMasterMkLst>
          <pc:docMk/>
          <pc:sldMasterMk cId="3520380106" sldId="2147483696"/>
        </pc:sldMasterMkLst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3798405546" sldId="2147483697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3827940117" sldId="2147483699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2832508037" sldId="2147483700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3939593748" sldId="2147483701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3599964991" sldId="2147483704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485544831" sldId="2147483705"/>
          </pc:sldLayoutMkLst>
        </pc:sldLayoutChg>
        <pc:sldLayoutChg chg="modSp">
          <pc:chgData name="Jérémy REDING" userId="170a12f5445ece79" providerId="LiveId" clId="{26A1881F-DC6E-47B8-B072-A9D86EBF75FF}" dt="2025-08-12T14:07:09.158" v="1924"/>
          <pc:sldLayoutMkLst>
            <pc:docMk/>
            <pc:sldMasterMk cId="3520380106" sldId="2147483696"/>
            <pc:sldLayoutMk cId="580367498" sldId="2147483707"/>
          </pc:sldLayoutMkLst>
        </pc:sldLayoutChg>
      </pc:sldMasterChg>
      <pc:sldMasterChg chg="modSp modSldLayout">
        <pc:chgData name="Jérémy REDING" userId="170a12f5445ece79" providerId="LiveId" clId="{26A1881F-DC6E-47B8-B072-A9D86EBF75FF}" dt="2025-08-12T14:07:07.126" v="1922"/>
        <pc:sldMasterMkLst>
          <pc:docMk/>
          <pc:sldMasterMk cId="3161298204" sldId="2147483708"/>
        </pc:sldMasterMkLst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3655079491" sldId="2147483709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3770236125" sldId="2147483711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1075975449" sldId="2147483712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72142645" sldId="2147483713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2926752120" sldId="2147483716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194370549" sldId="2147483717"/>
          </pc:sldLayoutMkLst>
        </pc:sldLayoutChg>
        <pc:sldLayoutChg chg="modSp">
          <pc:chgData name="Jérémy REDING" userId="170a12f5445ece79" providerId="LiveId" clId="{26A1881F-DC6E-47B8-B072-A9D86EBF75FF}" dt="2025-08-12T14:07:07.126" v="1922"/>
          <pc:sldLayoutMkLst>
            <pc:docMk/>
            <pc:sldMasterMk cId="3161298204" sldId="2147483708"/>
            <pc:sldLayoutMk cId="3018512347" sldId="2147483719"/>
          </pc:sldLayoutMkLst>
        </pc:sldLayoutChg>
      </pc:sldMasterChg>
    </pc:docChg>
  </pc:docChgLst>
  <pc:docChgLst>
    <pc:chgData name="Jérémy REDING" userId="170a12f5445ece79" providerId="LiveId" clId="{4E28D38F-FEE6-4A10-8118-9A14AA809551}"/>
    <pc:docChg chg="undo custSel addSld delSld modSld">
      <pc:chgData name="Jérémy REDING" userId="170a12f5445ece79" providerId="LiveId" clId="{4E28D38F-FEE6-4A10-8118-9A14AA809551}" dt="2025-08-28T08:47:57.948" v="1763" actId="1076"/>
      <pc:docMkLst>
        <pc:docMk/>
      </pc:docMkLst>
      <pc:sldChg chg="del">
        <pc:chgData name="Jérémy REDING" userId="170a12f5445ece79" providerId="LiveId" clId="{4E28D38F-FEE6-4A10-8118-9A14AA809551}" dt="2025-08-27T09:40:41.653" v="0" actId="2696"/>
        <pc:sldMkLst>
          <pc:docMk/>
          <pc:sldMk cId="3054786671" sldId="256"/>
        </pc:sldMkLst>
      </pc:sldChg>
      <pc:sldChg chg="del">
        <pc:chgData name="Jérémy REDING" userId="170a12f5445ece79" providerId="LiveId" clId="{4E28D38F-FEE6-4A10-8118-9A14AA809551}" dt="2025-08-27T09:42:01.132" v="12" actId="47"/>
        <pc:sldMkLst>
          <pc:docMk/>
          <pc:sldMk cId="2461171805" sldId="257"/>
        </pc:sldMkLst>
      </pc:sldChg>
      <pc:sldChg chg="del">
        <pc:chgData name="Jérémy REDING" userId="170a12f5445ece79" providerId="LiveId" clId="{4E28D38F-FEE6-4A10-8118-9A14AA809551}" dt="2025-08-27T09:42:00.638" v="11" actId="47"/>
        <pc:sldMkLst>
          <pc:docMk/>
          <pc:sldMk cId="3607875327" sldId="258"/>
        </pc:sldMkLst>
      </pc:sldChg>
      <pc:sldChg chg="addSp delSp modSp mod">
        <pc:chgData name="Jérémy REDING" userId="170a12f5445ece79" providerId="LiveId" clId="{4E28D38F-FEE6-4A10-8118-9A14AA809551}" dt="2025-08-27T20:17:41.858" v="1097" actId="404"/>
        <pc:sldMkLst>
          <pc:docMk/>
          <pc:sldMk cId="2918660417" sldId="259"/>
        </pc:sldMkLst>
        <pc:spChg chg="add mod">
          <ac:chgData name="Jérémy REDING" userId="170a12f5445ece79" providerId="LiveId" clId="{4E28D38F-FEE6-4A10-8118-9A14AA809551}" dt="2025-08-27T20:17:41.858" v="1097" actId="404"/>
          <ac:spMkLst>
            <pc:docMk/>
            <pc:sldMk cId="2918660417" sldId="259"/>
            <ac:spMk id="2" creationId="{5640BA92-F0F9-8A54-0CCB-04872DF82BEA}"/>
          </ac:spMkLst>
        </pc:spChg>
        <pc:spChg chg="del">
          <ac:chgData name="Jérémy REDING" userId="170a12f5445ece79" providerId="LiveId" clId="{4E28D38F-FEE6-4A10-8118-9A14AA809551}" dt="2025-08-27T09:41:50.597" v="4" actId="478"/>
          <ac:spMkLst>
            <pc:docMk/>
            <pc:sldMk cId="2918660417" sldId="259"/>
            <ac:spMk id="2" creationId="{7C94DD64-EB0E-E36F-7A0A-7C4299699637}"/>
          </ac:spMkLst>
        </pc:spChg>
        <pc:spChg chg="add del mod ord">
          <ac:chgData name="Jérémy REDING" userId="170a12f5445ece79" providerId="LiveId" clId="{4E28D38F-FEE6-4A10-8118-9A14AA809551}" dt="2025-08-27T12:25:33.119" v="130" actId="478"/>
          <ac:spMkLst>
            <pc:docMk/>
            <pc:sldMk cId="2918660417" sldId="259"/>
            <ac:spMk id="3" creationId="{6EE7DBE1-0758-D6C6-67CE-9FC38349DEED}"/>
          </ac:spMkLst>
        </pc:spChg>
        <pc:spChg chg="add del mod">
          <ac:chgData name="Jérémy REDING" userId="170a12f5445ece79" providerId="LiveId" clId="{4E28D38F-FEE6-4A10-8118-9A14AA809551}" dt="2025-08-27T14:58:32.829" v="131" actId="478"/>
          <ac:spMkLst>
            <pc:docMk/>
            <pc:sldMk cId="2918660417" sldId="259"/>
            <ac:spMk id="5" creationId="{BAD4C5D0-40FE-8704-3D29-414E5C59A03B}"/>
          </ac:spMkLst>
        </pc:spChg>
        <pc:spChg chg="add del mod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8" creationId="{A086CC78-85E5-24D6-0122-6BC0CB67A889}"/>
          </ac:spMkLst>
        </pc:spChg>
        <pc:spChg chg="add del mod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9" creationId="{D4A93049-A4CB-F003-29DB-3AF5161784F8}"/>
          </ac:spMkLst>
        </pc:spChg>
        <pc:spChg chg="del">
          <ac:chgData name="Jérémy REDING" userId="170a12f5445ece79" providerId="LiveId" clId="{4E28D38F-FEE6-4A10-8118-9A14AA809551}" dt="2025-08-27T09:41:57.026" v="7" actId="478"/>
          <ac:spMkLst>
            <pc:docMk/>
            <pc:sldMk cId="2918660417" sldId="259"/>
            <ac:spMk id="22" creationId="{62F455B8-4921-9D7A-F3ED-8321C8BB5107}"/>
          </ac:spMkLst>
        </pc:spChg>
        <pc:spChg chg="add del mod">
          <ac:chgData name="Jérémy REDING" userId="170a12f5445ece79" providerId="LiveId" clId="{4E28D38F-FEE6-4A10-8118-9A14AA809551}" dt="2025-08-27T20:17:30.100" v="1074" actId="478"/>
          <ac:spMkLst>
            <pc:docMk/>
            <pc:sldMk cId="2918660417" sldId="259"/>
            <ac:spMk id="23" creationId="{A8B87474-6D95-A9EA-2763-23263F59B1BF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31" creationId="{C5B4F058-600C-2BC0-9660-3B7C49DFEF47}"/>
          </ac:spMkLst>
        </pc:spChg>
        <pc:spChg chg="add mod">
          <ac:chgData name="Jérémy REDING" userId="170a12f5445ece79" providerId="LiveId" clId="{4E28D38F-FEE6-4A10-8118-9A14AA809551}" dt="2025-08-27T09:44:17.069" v="14" actId="1076"/>
          <ac:spMkLst>
            <pc:docMk/>
            <pc:sldMk cId="2918660417" sldId="259"/>
            <ac:spMk id="34" creationId="{F859E8EC-724F-AFBC-BFE8-E899F743747C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39" creationId="{E9788CD7-04A9-BB68-B014-9C51DDA05AA6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49" creationId="{56E7CB04-657D-92E6-4DE0-DFD5E3D3ED86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59" creationId="{CEF48AE8-5DAF-8B3E-8BA9-AA908FFD360B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60" creationId="{ECA4A904-772A-5482-E896-466A1FEBB15A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64" creationId="{02EDF43E-C409-BCDB-A9BD-CC93A5EA2E9F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82" creationId="{DDCB8905-5A00-DDD2-5DDF-AB704549D246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87" creationId="{15CD26E5-877A-E9CF-E8C8-B22C81BBFC53}"/>
          </ac:spMkLst>
        </pc:spChg>
        <pc:spChg chg="del">
          <ac:chgData name="Jérémy REDING" userId="170a12f5445ece79" providerId="LiveId" clId="{4E28D38F-FEE6-4A10-8118-9A14AA809551}" dt="2025-08-27T09:41:56.100" v="6" actId="478"/>
          <ac:spMkLst>
            <pc:docMk/>
            <pc:sldMk cId="2918660417" sldId="259"/>
            <ac:spMk id="91" creationId="{99E3DE6F-49C7-C08B-80C1-A13D6E9B0E7F}"/>
          </ac:spMkLst>
        </pc:spChg>
        <pc:spChg chg="del">
          <ac:chgData name="Jérémy REDING" userId="170a12f5445ece79" providerId="LiveId" clId="{4E28D38F-FEE6-4A10-8118-9A14AA809551}" dt="2025-08-27T09:41:56.100" v="6" actId="478"/>
          <ac:spMkLst>
            <pc:docMk/>
            <pc:sldMk cId="2918660417" sldId="259"/>
            <ac:spMk id="92" creationId="{D17D7FCF-D8FB-2FE0-10B0-3FE8330DFF95}"/>
          </ac:spMkLst>
        </pc:spChg>
        <pc:spChg chg="del">
          <ac:chgData name="Jérémy REDING" userId="170a12f5445ece79" providerId="LiveId" clId="{4E28D38F-FEE6-4A10-8118-9A14AA809551}" dt="2025-08-27T09:41:58.116" v="9" actId="478"/>
          <ac:spMkLst>
            <pc:docMk/>
            <pc:sldMk cId="2918660417" sldId="259"/>
            <ac:spMk id="93" creationId="{609CCF0E-20B5-5452-F7B3-FA0F0234B679}"/>
          </ac:spMkLst>
        </pc:spChg>
        <pc:spChg chg="del">
          <ac:chgData name="Jérémy REDING" userId="170a12f5445ece79" providerId="LiveId" clId="{4E28D38F-FEE6-4A10-8118-9A14AA809551}" dt="2025-08-27T09:41:58.495" v="10" actId="478"/>
          <ac:spMkLst>
            <pc:docMk/>
            <pc:sldMk cId="2918660417" sldId="259"/>
            <ac:spMk id="94" creationId="{C8CDFE33-D55F-4DEC-9102-73942E0D44D5}"/>
          </ac:spMkLst>
        </pc:spChg>
        <pc:spChg chg="del">
          <ac:chgData name="Jérémy REDING" userId="170a12f5445ece79" providerId="LiveId" clId="{4E28D38F-FEE6-4A10-8118-9A14AA809551}" dt="2025-08-27T20:17:29.154" v="1073" actId="478"/>
          <ac:spMkLst>
            <pc:docMk/>
            <pc:sldMk cId="2918660417" sldId="259"/>
            <ac:spMk id="98" creationId="{DD43D6DF-1A17-9631-B2C7-BE2C5A84BD87}"/>
          </ac:spMkLst>
        </pc:spChg>
        <pc:spChg chg="del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99" creationId="{4C37465F-EBDD-C7FD-42B8-0EAA2EAAA01C}"/>
          </ac:spMkLst>
        </pc:spChg>
        <pc:spChg chg="del">
          <ac:chgData name="Jérémy REDING" userId="170a12f5445ece79" providerId="LiveId" clId="{4E28D38F-FEE6-4A10-8118-9A14AA809551}" dt="2025-08-27T09:41:57.440" v="8" actId="478"/>
          <ac:spMkLst>
            <pc:docMk/>
            <pc:sldMk cId="2918660417" sldId="259"/>
            <ac:spMk id="102" creationId="{2A171552-4289-1153-60D9-856B13F99042}"/>
          </ac:spMkLst>
        </pc:spChg>
        <pc:spChg chg="add del mod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103" creationId="{2FD6364A-E233-5A96-B04A-64050070957A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110" creationId="{93F5D6EA-08B8-7D9F-F0D0-E98AFD7ED0C3}"/>
          </ac:spMkLst>
        </pc:spChg>
        <pc:spChg chg="del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111" creationId="{C88C57B1-43FD-FED9-AFC2-40F0783B982D}"/>
          </ac:spMkLst>
        </pc:spChg>
        <pc:spChg chg="del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115" creationId="{EA9F2083-4C65-1705-A2CF-3A94947334CA}"/>
          </ac:spMkLst>
        </pc:spChg>
        <pc:spChg chg="add mod">
          <ac:chgData name="Jérémy REDING" userId="170a12f5445ece79" providerId="LiveId" clId="{4E28D38F-FEE6-4A10-8118-9A14AA809551}" dt="2025-08-27T09:44:17.069" v="14" actId="1076"/>
          <ac:spMkLst>
            <pc:docMk/>
            <pc:sldMk cId="2918660417" sldId="259"/>
            <ac:spMk id="118" creationId="{47F36EB3-B2E0-227C-E27E-103E25598359}"/>
          </ac:spMkLst>
        </pc:spChg>
        <pc:spChg chg="del">
          <ac:chgData name="Jérémy REDING" userId="170a12f5445ece79" providerId="LiveId" clId="{4E28D38F-FEE6-4A10-8118-9A14AA809551}" dt="2025-08-27T09:41:53.182" v="5" actId="478"/>
          <ac:spMkLst>
            <pc:docMk/>
            <pc:sldMk cId="2918660417" sldId="259"/>
            <ac:spMk id="122" creationId="{57F3D097-F706-AA50-AC6C-06BE56BA46D0}"/>
          </ac:spMkLst>
        </pc:spChg>
        <pc:spChg chg="add del mod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124" creationId="{1BFC8B10-86EE-AAAD-1901-D0F5E7DA8A8F}"/>
          </ac:spMkLst>
        </pc:spChg>
        <pc:spChg chg="add del mod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127" creationId="{7486E354-29D3-C773-D1AB-A9DEC4372933}"/>
          </ac:spMkLst>
        </pc:spChg>
        <pc:spChg chg="del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128" creationId="{E5A481B9-AC25-8EB6-A75C-C6EAFD3F8B4D}"/>
          </ac:spMkLst>
        </pc:spChg>
        <pc:spChg chg="add mod">
          <ac:chgData name="Jérémy REDING" userId="170a12f5445ece79" providerId="LiveId" clId="{4E28D38F-FEE6-4A10-8118-9A14AA809551}" dt="2025-08-27T09:44:17.069" v="14" actId="1076"/>
          <ac:spMkLst>
            <pc:docMk/>
            <pc:sldMk cId="2918660417" sldId="259"/>
            <ac:spMk id="130" creationId="{C48A4FF4-3707-9A5B-F6E9-4FE7ECF9B5C6}"/>
          </ac:spMkLst>
        </pc:spChg>
        <pc:spChg chg="del">
          <ac:chgData name="Jérémy REDING" userId="170a12f5445ece79" providerId="LiveId" clId="{4E28D38F-FEE6-4A10-8118-9A14AA809551}" dt="2025-08-27T20:17:15.084" v="1065" actId="478"/>
          <ac:spMkLst>
            <pc:docMk/>
            <pc:sldMk cId="2918660417" sldId="259"/>
            <ac:spMk id="132" creationId="{2FE90065-3C33-3905-2BD5-AF2E67493D2C}"/>
          </ac:spMkLst>
        </pc:spChg>
        <pc:picChg chg="mod">
          <ac:chgData name="Jérémy REDING" userId="170a12f5445ece79" providerId="LiveId" clId="{4E28D38F-FEE6-4A10-8118-9A14AA809551}" dt="2025-08-27T15:20:49.328" v="371" actId="14100"/>
          <ac:picMkLst>
            <pc:docMk/>
            <pc:sldMk cId="2918660417" sldId="259"/>
            <ac:picMk id="4" creationId="{9836D3F0-5F5A-A8EA-AD94-CB34338120EB}"/>
          </ac:picMkLst>
        </pc:picChg>
        <pc:picChg chg="mod">
          <ac:chgData name="Jérémy REDING" userId="170a12f5445ece79" providerId="LiveId" clId="{4E28D38F-FEE6-4A10-8118-9A14AA809551}" dt="2025-08-27T15:20:56.617" v="374" actId="14100"/>
          <ac:picMkLst>
            <pc:docMk/>
            <pc:sldMk cId="2918660417" sldId="259"/>
            <ac:picMk id="96" creationId="{2D79C914-F6AB-6348-BAC3-D4C8555AE283}"/>
          </ac:picMkLst>
        </pc:picChg>
        <pc:picChg chg="mod">
          <ac:chgData name="Jérémy REDING" userId="170a12f5445ece79" providerId="LiveId" clId="{4E28D38F-FEE6-4A10-8118-9A14AA809551}" dt="2025-08-27T15:20:54.550" v="373" actId="14100"/>
          <ac:picMkLst>
            <pc:docMk/>
            <pc:sldMk cId="2918660417" sldId="259"/>
            <ac:picMk id="101" creationId="{55A85EBA-9D2F-10BC-1764-BB843E3F14C0}"/>
          </ac:picMkLst>
        </pc:picChg>
        <pc:picChg chg="mod">
          <ac:chgData name="Jérémy REDING" userId="170a12f5445ece79" providerId="LiveId" clId="{4E28D38F-FEE6-4A10-8118-9A14AA809551}" dt="2025-08-27T15:20:51.343" v="372" actId="14100"/>
          <ac:picMkLst>
            <pc:docMk/>
            <pc:sldMk cId="2918660417" sldId="259"/>
            <ac:picMk id="120" creationId="{8D6E5452-549A-DF96-A7F4-CAD0CAB89502}"/>
          </ac:picMkLst>
        </pc:picChg>
      </pc:sldChg>
      <pc:sldChg chg="addSp delSp modSp new mod">
        <pc:chgData name="Jérémy REDING" userId="170a12f5445ece79" providerId="LiveId" clId="{4E28D38F-FEE6-4A10-8118-9A14AA809551}" dt="2025-08-28T08:09:56.569" v="1664" actId="1076"/>
        <pc:sldMkLst>
          <pc:docMk/>
          <pc:sldMk cId="69204045" sldId="260"/>
        </pc:sldMkLst>
        <pc:spChg chg="add del mod">
          <ac:chgData name="Jérémy REDING" userId="170a12f5445ece79" providerId="LiveId" clId="{4E28D38F-FEE6-4A10-8118-9A14AA809551}" dt="2025-08-28T08:08:46.617" v="1660" actId="478"/>
          <ac:spMkLst>
            <pc:docMk/>
            <pc:sldMk cId="69204045" sldId="260"/>
            <ac:spMk id="2" creationId="{269250D0-BBBB-1F7A-F5E7-CBDDAD5D3189}"/>
          </ac:spMkLst>
        </pc:spChg>
        <pc:spChg chg="add del mod">
          <ac:chgData name="Jérémy REDING" userId="170a12f5445ece79" providerId="LiveId" clId="{4E28D38F-FEE6-4A10-8118-9A14AA809551}" dt="2025-08-27T14:58:54.416" v="133" actId="478"/>
          <ac:spMkLst>
            <pc:docMk/>
            <pc:sldMk cId="69204045" sldId="260"/>
            <ac:spMk id="2" creationId="{DED6BDC7-9994-5EF0-6617-E0F1339904C3}"/>
          </ac:spMkLst>
        </pc:spChg>
        <pc:spChg chg="del">
          <ac:chgData name="Jérémy REDING" userId="170a12f5445ece79" providerId="LiveId" clId="{4E28D38F-FEE6-4A10-8118-9A14AA809551}" dt="2025-08-27T09:44:24.421" v="16" actId="478"/>
          <ac:spMkLst>
            <pc:docMk/>
            <pc:sldMk cId="69204045" sldId="260"/>
            <ac:spMk id="2" creationId="{EB6CC85C-F32D-F183-53D0-D3C9B3523A0B}"/>
          </ac:spMkLst>
        </pc:spChg>
        <pc:spChg chg="del">
          <ac:chgData name="Jérémy REDING" userId="170a12f5445ece79" providerId="LiveId" clId="{4E28D38F-FEE6-4A10-8118-9A14AA809551}" dt="2025-08-27T09:44:26.533" v="17" actId="478"/>
          <ac:spMkLst>
            <pc:docMk/>
            <pc:sldMk cId="69204045" sldId="260"/>
            <ac:spMk id="3" creationId="{910553A7-1A6A-46D6-ADA7-E2A6AA726512}"/>
          </ac:spMkLst>
        </pc:spChg>
        <pc:spChg chg="add mod">
          <ac:chgData name="Jérémy REDING" userId="170a12f5445ece79" providerId="LiveId" clId="{4E28D38F-FEE6-4A10-8118-9A14AA809551}" dt="2025-08-28T08:08:57.371" v="1662" actId="1076"/>
          <ac:spMkLst>
            <pc:docMk/>
            <pc:sldMk cId="69204045" sldId="260"/>
            <ac:spMk id="3" creationId="{B1AD50DD-2F35-6E3B-59B8-22EABB936FA2}"/>
          </ac:spMkLst>
        </pc:spChg>
        <pc:spChg chg="add mod">
          <ac:chgData name="Jérémy REDING" userId="170a12f5445ece79" providerId="LiveId" clId="{4E28D38F-FEE6-4A10-8118-9A14AA809551}" dt="2025-08-27T14:59:05.961" v="136" actId="1076"/>
          <ac:spMkLst>
            <pc:docMk/>
            <pc:sldMk cId="69204045" sldId="260"/>
            <ac:spMk id="3" creationId="{E7261A01-B0AB-D95F-8506-C479EADAD90E}"/>
          </ac:spMkLst>
        </pc:spChg>
        <pc:spChg chg="add del mod">
          <ac:chgData name="Jérémy REDING" userId="170a12f5445ece79" providerId="LiveId" clId="{4E28D38F-FEE6-4A10-8118-9A14AA809551}" dt="2025-08-28T08:06:47.374" v="1654" actId="478"/>
          <ac:spMkLst>
            <pc:docMk/>
            <pc:sldMk cId="69204045" sldId="260"/>
            <ac:spMk id="4" creationId="{0481BF9A-73C5-7B18-08A2-1A0797E52D86}"/>
          </ac:spMkLst>
        </pc:spChg>
        <pc:spChg chg="add mod">
          <ac:chgData name="Jérémy REDING" userId="170a12f5445ece79" providerId="LiveId" clId="{4E28D38F-FEE6-4A10-8118-9A14AA809551}" dt="2025-08-27T14:59:47.660" v="158" actId="14100"/>
          <ac:spMkLst>
            <pc:docMk/>
            <pc:sldMk cId="69204045" sldId="260"/>
            <ac:spMk id="5" creationId="{A7FBDD2A-E2FA-7AF4-6CF9-B98D544CBAED}"/>
          </ac:spMkLst>
        </pc:spChg>
        <pc:spChg chg="add mod">
          <ac:chgData name="Jérémy REDING" userId="170a12f5445ece79" providerId="LiveId" clId="{4E28D38F-FEE6-4A10-8118-9A14AA809551}" dt="2025-08-27T15:00:24.969" v="177" actId="14100"/>
          <ac:spMkLst>
            <pc:docMk/>
            <pc:sldMk cId="69204045" sldId="260"/>
            <ac:spMk id="6" creationId="{A0397441-0056-7498-DFE5-45801FC27F0C}"/>
          </ac:spMkLst>
        </pc:spChg>
        <pc:spChg chg="add mod">
          <ac:chgData name="Jérémy REDING" userId="170a12f5445ece79" providerId="LiveId" clId="{4E28D38F-FEE6-4A10-8118-9A14AA809551}" dt="2025-08-27T09:44:28.155" v="18"/>
          <ac:spMkLst>
            <pc:docMk/>
            <pc:sldMk cId="69204045" sldId="260"/>
            <ac:spMk id="8" creationId="{6AF1FA01-CF3E-C192-9A4E-A45625B1DBAF}"/>
          </ac:spMkLst>
        </pc:spChg>
        <pc:spChg chg="add mod">
          <ac:chgData name="Jérémy REDING" userId="170a12f5445ece79" providerId="LiveId" clId="{4E28D38F-FEE6-4A10-8118-9A14AA809551}" dt="2025-08-27T09:44:28.155" v="18"/>
          <ac:spMkLst>
            <pc:docMk/>
            <pc:sldMk cId="69204045" sldId="260"/>
            <ac:spMk id="9" creationId="{D1C00A2A-CA01-1E5D-BA85-2D59179674A0}"/>
          </ac:spMkLst>
        </pc:spChg>
        <pc:spChg chg="add mod">
          <ac:chgData name="Jérémy REDING" userId="170a12f5445ece79" providerId="LiveId" clId="{4E28D38F-FEE6-4A10-8118-9A14AA809551}" dt="2025-08-28T08:09:56.569" v="1664" actId="1076"/>
          <ac:spMkLst>
            <pc:docMk/>
            <pc:sldMk cId="69204045" sldId="260"/>
            <ac:spMk id="11" creationId="{62BE43CC-80CB-133C-4299-D26885DFD005}"/>
          </ac:spMkLst>
        </pc:spChg>
        <pc:spChg chg="add del mod">
          <ac:chgData name="Jérémy REDING" userId="170a12f5445ece79" providerId="LiveId" clId="{4E28D38F-FEE6-4A10-8118-9A14AA809551}" dt="2025-08-27T15:01:50.217" v="178" actId="478"/>
          <ac:spMkLst>
            <pc:docMk/>
            <pc:sldMk cId="69204045" sldId="260"/>
            <ac:spMk id="12" creationId="{46AF14D2-615B-3DBE-7578-05EE388F0873}"/>
          </ac:spMkLst>
        </pc:spChg>
        <pc:spChg chg="add mod">
          <ac:chgData name="Jérémy REDING" userId="170a12f5445ece79" providerId="LiveId" clId="{4E28D38F-FEE6-4A10-8118-9A14AA809551}" dt="2025-08-27T09:44:28.155" v="18"/>
          <ac:spMkLst>
            <pc:docMk/>
            <pc:sldMk cId="69204045" sldId="260"/>
            <ac:spMk id="14" creationId="{CC61661B-49C4-5E13-556B-FD8E4CA20E01}"/>
          </ac:spMkLst>
        </pc:spChg>
        <pc:spChg chg="add mod">
          <ac:chgData name="Jérémy REDING" userId="170a12f5445ece79" providerId="LiveId" clId="{4E28D38F-FEE6-4A10-8118-9A14AA809551}" dt="2025-08-27T15:21:22.009" v="381" actId="1076"/>
          <ac:spMkLst>
            <pc:docMk/>
            <pc:sldMk cId="69204045" sldId="260"/>
            <ac:spMk id="16" creationId="{45C9EDB1-31B0-9C2C-8A1B-7D838E005760}"/>
          </ac:spMkLst>
        </pc:spChg>
        <pc:spChg chg="add del mod">
          <ac:chgData name="Jérémy REDING" userId="170a12f5445ece79" providerId="LiveId" clId="{4E28D38F-FEE6-4A10-8118-9A14AA809551}" dt="2025-08-27T15:02:09.491" v="182" actId="478"/>
          <ac:spMkLst>
            <pc:docMk/>
            <pc:sldMk cId="69204045" sldId="260"/>
            <ac:spMk id="18" creationId="{DDFF6741-26AB-A6CA-8DC4-28FD07442098}"/>
          </ac:spMkLst>
        </pc:spChg>
        <pc:spChg chg="add del mod">
          <ac:chgData name="Jérémy REDING" userId="170a12f5445ece79" providerId="LiveId" clId="{4E28D38F-FEE6-4A10-8118-9A14AA809551}" dt="2025-08-27T15:01:51.244" v="180" actId="478"/>
          <ac:spMkLst>
            <pc:docMk/>
            <pc:sldMk cId="69204045" sldId="260"/>
            <ac:spMk id="19" creationId="{0E2658AF-0615-0825-AF4E-D290D7A4800E}"/>
          </ac:spMkLst>
        </pc:spChg>
        <pc:spChg chg="add del mod">
          <ac:chgData name="Jérémy REDING" userId="170a12f5445ece79" providerId="LiveId" clId="{4E28D38F-FEE6-4A10-8118-9A14AA809551}" dt="2025-08-27T14:58:51.206" v="132" actId="478"/>
          <ac:spMkLst>
            <pc:docMk/>
            <pc:sldMk cId="69204045" sldId="260"/>
            <ac:spMk id="20" creationId="{9B68AE23-A536-2AA7-0CDB-A75BF769B29D}"/>
          </ac:spMkLst>
        </pc:spChg>
        <pc:spChg chg="add del mod">
          <ac:chgData name="Jérémy REDING" userId="170a12f5445ece79" providerId="LiveId" clId="{4E28D38F-FEE6-4A10-8118-9A14AA809551}" dt="2025-08-27T10:31:57.421" v="21" actId="478"/>
          <ac:spMkLst>
            <pc:docMk/>
            <pc:sldMk cId="69204045" sldId="260"/>
            <ac:spMk id="21" creationId="{BE9ADA23-CBCA-32BB-D482-F809D75EE34B}"/>
          </ac:spMkLst>
        </pc:spChg>
        <pc:spChg chg="add del mod">
          <ac:chgData name="Jérémy REDING" userId="170a12f5445ece79" providerId="LiveId" clId="{4E28D38F-FEE6-4A10-8118-9A14AA809551}" dt="2025-08-28T08:06:49.442" v="1655" actId="478"/>
          <ac:spMkLst>
            <pc:docMk/>
            <pc:sldMk cId="69204045" sldId="260"/>
            <ac:spMk id="21" creationId="{E9A78C9B-A9FC-538B-1DB7-9B74F6C32F31}"/>
          </ac:spMkLst>
        </pc:spChg>
        <pc:spChg chg="add del mod">
          <ac:chgData name="Jérémy REDING" userId="170a12f5445ece79" providerId="LiveId" clId="{4E28D38F-FEE6-4A10-8118-9A14AA809551}" dt="2025-08-27T15:02:57.905" v="193" actId="478"/>
          <ac:spMkLst>
            <pc:docMk/>
            <pc:sldMk cId="69204045" sldId="260"/>
            <ac:spMk id="22" creationId="{BFB8DE1F-9A47-A9FD-8A82-B14915808BD9}"/>
          </ac:spMkLst>
        </pc:spChg>
        <pc:spChg chg="add del mod">
          <ac:chgData name="Jérémy REDING" userId="170a12f5445ece79" providerId="LiveId" clId="{4E28D38F-FEE6-4A10-8118-9A14AA809551}" dt="2025-08-27T10:31:57.421" v="21" actId="478"/>
          <ac:spMkLst>
            <pc:docMk/>
            <pc:sldMk cId="69204045" sldId="260"/>
            <ac:spMk id="22" creationId="{D6713E42-ACAB-3B2C-3B3B-3D957D41F94D}"/>
          </ac:spMkLst>
        </pc:spChg>
        <pc:spChg chg="add mod">
          <ac:chgData name="Jérémy REDING" userId="170a12f5445ece79" providerId="LiveId" clId="{4E28D38F-FEE6-4A10-8118-9A14AA809551}" dt="2025-08-27T15:03:46.932" v="209" actId="20577"/>
          <ac:spMkLst>
            <pc:docMk/>
            <pc:sldMk cId="69204045" sldId="260"/>
            <ac:spMk id="23" creationId="{C616D446-D664-6F37-3C88-612CA650AAA2}"/>
          </ac:spMkLst>
        </pc:spChg>
        <pc:spChg chg="add del mod">
          <ac:chgData name="Jérémy REDING" userId="170a12f5445ece79" providerId="LiveId" clId="{4E28D38F-FEE6-4A10-8118-9A14AA809551}" dt="2025-08-27T10:31:57.421" v="21" actId="478"/>
          <ac:spMkLst>
            <pc:docMk/>
            <pc:sldMk cId="69204045" sldId="260"/>
            <ac:spMk id="24" creationId="{0953EDBE-C3E1-9E18-EC40-AAF66B95FFDA}"/>
          </ac:spMkLst>
        </pc:spChg>
        <pc:spChg chg="add del mod">
          <ac:chgData name="Jérémy REDING" userId="170a12f5445ece79" providerId="LiveId" clId="{4E28D38F-FEE6-4A10-8118-9A14AA809551}" dt="2025-08-27T10:31:57.421" v="21" actId="478"/>
          <ac:spMkLst>
            <pc:docMk/>
            <pc:sldMk cId="69204045" sldId="260"/>
            <ac:spMk id="25" creationId="{418A4877-386B-91AD-EA9D-9D37B8ADA585}"/>
          </ac:spMkLst>
        </pc:spChg>
        <pc:spChg chg="add mod">
          <ac:chgData name="Jérémy REDING" userId="170a12f5445ece79" providerId="LiveId" clId="{4E28D38F-FEE6-4A10-8118-9A14AA809551}" dt="2025-08-27T14:59:22.776" v="138" actId="1076"/>
          <ac:spMkLst>
            <pc:docMk/>
            <pc:sldMk cId="69204045" sldId="260"/>
            <ac:spMk id="25" creationId="{717A794E-D028-8845-9C81-8EB3CA490FA5}"/>
          </ac:spMkLst>
        </pc:spChg>
        <pc:spChg chg="add mod">
          <ac:chgData name="Jérémy REDING" userId="170a12f5445ece79" providerId="LiveId" clId="{4E28D38F-FEE6-4A10-8118-9A14AA809551}" dt="2025-08-27T14:59:22.776" v="138" actId="1076"/>
          <ac:spMkLst>
            <pc:docMk/>
            <pc:sldMk cId="69204045" sldId="260"/>
            <ac:spMk id="26" creationId="{E6781064-1FFE-ED0E-F8CD-83583BB916EA}"/>
          </ac:spMkLst>
        </pc:spChg>
        <pc:spChg chg="add del mod">
          <ac:chgData name="Jérémy REDING" userId="170a12f5445ece79" providerId="LiveId" clId="{4E28D38F-FEE6-4A10-8118-9A14AA809551}" dt="2025-08-27T10:31:57.421" v="21" actId="478"/>
          <ac:spMkLst>
            <pc:docMk/>
            <pc:sldMk cId="69204045" sldId="260"/>
            <ac:spMk id="28" creationId="{92D2EDB1-BDD3-838A-0BAE-11DFEEF35A96}"/>
          </ac:spMkLst>
        </pc:spChg>
        <pc:spChg chg="add del mod">
          <ac:chgData name="Jérémy REDING" userId="170a12f5445ece79" providerId="LiveId" clId="{4E28D38F-FEE6-4A10-8118-9A14AA809551}" dt="2025-08-27T15:03:58.298" v="212" actId="478"/>
          <ac:spMkLst>
            <pc:docMk/>
            <pc:sldMk cId="69204045" sldId="260"/>
            <ac:spMk id="29" creationId="{BCBDBD51-E2E9-1849-5416-14340A63082E}"/>
          </ac:spMkLst>
        </pc:spChg>
        <pc:spChg chg="add del mod">
          <ac:chgData name="Jérémy REDING" userId="170a12f5445ece79" providerId="LiveId" clId="{4E28D38F-FEE6-4A10-8118-9A14AA809551}" dt="2025-08-27T10:31:57.421" v="21" actId="478"/>
          <ac:spMkLst>
            <pc:docMk/>
            <pc:sldMk cId="69204045" sldId="260"/>
            <ac:spMk id="30" creationId="{5DEA4898-F6E2-D9BA-B7CB-C4CAA917FE50}"/>
          </ac:spMkLst>
        </pc:spChg>
        <pc:spChg chg="add mod">
          <ac:chgData name="Jérémy REDING" userId="170a12f5445ece79" providerId="LiveId" clId="{4E28D38F-FEE6-4A10-8118-9A14AA809551}" dt="2025-08-27T14:59:22.776" v="138" actId="1076"/>
          <ac:spMkLst>
            <pc:docMk/>
            <pc:sldMk cId="69204045" sldId="260"/>
            <ac:spMk id="31" creationId="{7DE11DAA-D493-FFA3-62DE-D61A5BA3DDD4}"/>
          </ac:spMkLst>
        </pc:spChg>
        <pc:spChg chg="add del mod">
          <ac:chgData name="Jérémy REDING" userId="170a12f5445ece79" providerId="LiveId" clId="{4E28D38F-FEE6-4A10-8118-9A14AA809551}" dt="2025-08-27T10:31:57.421" v="21" actId="478"/>
          <ac:spMkLst>
            <pc:docMk/>
            <pc:sldMk cId="69204045" sldId="260"/>
            <ac:spMk id="32" creationId="{A7F3FB17-49ED-96F1-B3A1-14D0C277522D}"/>
          </ac:spMkLst>
        </pc:spChg>
        <pc:spChg chg="add del mod">
          <ac:chgData name="Jérémy REDING" userId="170a12f5445ece79" providerId="LiveId" clId="{4E28D38F-FEE6-4A10-8118-9A14AA809551}" dt="2025-08-27T15:06:02.153" v="224" actId="478"/>
          <ac:spMkLst>
            <pc:docMk/>
            <pc:sldMk cId="69204045" sldId="260"/>
            <ac:spMk id="33" creationId="{C1CD8B45-638F-E337-32F4-3A11358E29DD}"/>
          </ac:spMkLst>
        </pc:spChg>
        <pc:spChg chg="add del mod">
          <ac:chgData name="Jérémy REDING" userId="170a12f5445ece79" providerId="LiveId" clId="{4E28D38F-FEE6-4A10-8118-9A14AA809551}" dt="2025-08-27T10:31:57.421" v="21" actId="478"/>
          <ac:spMkLst>
            <pc:docMk/>
            <pc:sldMk cId="69204045" sldId="260"/>
            <ac:spMk id="34" creationId="{46856239-1EE2-E349-44B1-D078828BF05A}"/>
          </ac:spMkLst>
        </pc:spChg>
        <pc:spChg chg="add del mod">
          <ac:chgData name="Jérémy REDING" userId="170a12f5445ece79" providerId="LiveId" clId="{4E28D38F-FEE6-4A10-8118-9A14AA809551}" dt="2025-08-27T10:31:57.421" v="21" actId="478"/>
          <ac:spMkLst>
            <pc:docMk/>
            <pc:sldMk cId="69204045" sldId="260"/>
            <ac:spMk id="35" creationId="{8B58A7C0-612B-F0E3-496C-A1593C9088D5}"/>
          </ac:spMkLst>
        </pc:spChg>
        <pc:spChg chg="add del mod">
          <ac:chgData name="Jérémy REDING" userId="170a12f5445ece79" providerId="LiveId" clId="{4E28D38F-FEE6-4A10-8118-9A14AA809551}" dt="2025-08-27T15:04:00.594" v="214" actId="478"/>
          <ac:spMkLst>
            <pc:docMk/>
            <pc:sldMk cId="69204045" sldId="260"/>
            <ac:spMk id="35" creationId="{A7750ED1-B1C6-B336-DB2D-26438D647919}"/>
          </ac:spMkLst>
        </pc:spChg>
        <pc:spChg chg="add del mod">
          <ac:chgData name="Jérémy REDING" userId="170a12f5445ece79" providerId="LiveId" clId="{4E28D38F-FEE6-4A10-8118-9A14AA809551}" dt="2025-08-27T15:03:58.784" v="213" actId="478"/>
          <ac:spMkLst>
            <pc:docMk/>
            <pc:sldMk cId="69204045" sldId="260"/>
            <ac:spMk id="36" creationId="{9C307250-29D0-B6DF-F3E6-A9D494FAF2D0}"/>
          </ac:spMkLst>
        </pc:spChg>
        <pc:spChg chg="add mod">
          <ac:chgData name="Jérémy REDING" userId="170a12f5445ece79" providerId="LiveId" clId="{4E28D38F-FEE6-4A10-8118-9A14AA809551}" dt="2025-08-27T15:02:21.115" v="186" actId="20577"/>
          <ac:spMkLst>
            <pc:docMk/>
            <pc:sldMk cId="69204045" sldId="260"/>
            <ac:spMk id="37" creationId="{E69709AD-AE03-E79E-4906-6F81873487EF}"/>
          </ac:spMkLst>
        </pc:spChg>
        <pc:spChg chg="add mod">
          <ac:chgData name="Jérémy REDING" userId="170a12f5445ece79" providerId="LiveId" clId="{4E28D38F-FEE6-4A10-8118-9A14AA809551}" dt="2025-08-27T15:02:42.085" v="192" actId="20577"/>
          <ac:spMkLst>
            <pc:docMk/>
            <pc:sldMk cId="69204045" sldId="260"/>
            <ac:spMk id="38" creationId="{FBD67CEE-EC1B-50B5-2F4A-38AC37843F23}"/>
          </ac:spMkLst>
        </pc:spChg>
        <pc:spChg chg="add mod">
          <ac:chgData name="Jérémy REDING" userId="170a12f5445ece79" providerId="LiveId" clId="{4E28D38F-FEE6-4A10-8118-9A14AA809551}" dt="2025-08-27T15:03:28.572" v="196" actId="1076"/>
          <ac:spMkLst>
            <pc:docMk/>
            <pc:sldMk cId="69204045" sldId="260"/>
            <ac:spMk id="39" creationId="{F15EB442-65A3-3927-BA90-B15AFAB81A6E}"/>
          </ac:spMkLst>
        </pc:spChg>
        <pc:picChg chg="mod">
          <ac:chgData name="Jérémy REDING" userId="170a12f5445ece79" providerId="LiveId" clId="{4E28D38F-FEE6-4A10-8118-9A14AA809551}" dt="2025-08-27T15:21:08.637" v="377" actId="14100"/>
          <ac:picMkLst>
            <pc:docMk/>
            <pc:sldMk cId="69204045" sldId="260"/>
            <ac:picMk id="10" creationId="{8B0EB241-421E-54E9-4077-ADD9B2C6F933}"/>
          </ac:picMkLst>
        </pc:picChg>
        <pc:picChg chg="mod">
          <ac:chgData name="Jérémy REDING" userId="170a12f5445ece79" providerId="LiveId" clId="{4E28D38F-FEE6-4A10-8118-9A14AA809551}" dt="2025-08-27T15:21:16.955" v="380" actId="14100"/>
          <ac:picMkLst>
            <pc:docMk/>
            <pc:sldMk cId="69204045" sldId="260"/>
            <ac:picMk id="15" creationId="{23F1D26E-8BEC-2E33-4D5D-C827298DCEA6}"/>
          </ac:picMkLst>
        </pc:picChg>
        <pc:picChg chg="del">
          <ac:chgData name="Jérémy REDING" userId="170a12f5445ece79" providerId="LiveId" clId="{4E28D38F-FEE6-4A10-8118-9A14AA809551}" dt="2025-08-27T15:02:30.018" v="188" actId="478"/>
          <ac:picMkLst>
            <pc:docMk/>
            <pc:sldMk cId="69204045" sldId="260"/>
            <ac:picMk id="17" creationId="{168B969E-9D2D-730A-5A0E-09FA0EEEC703}"/>
          </ac:picMkLst>
        </pc:picChg>
        <pc:picChg chg="del">
          <ac:chgData name="Jérémy REDING" userId="170a12f5445ece79" providerId="LiveId" clId="{4E28D38F-FEE6-4A10-8118-9A14AA809551}" dt="2025-08-27T10:31:57.421" v="21" actId="478"/>
          <ac:picMkLst>
            <pc:docMk/>
            <pc:sldMk cId="69204045" sldId="260"/>
            <ac:picMk id="26" creationId="{9B671732-F777-E5C0-5349-8F8242EAE935}"/>
          </ac:picMkLst>
        </pc:picChg>
        <pc:picChg chg="mod">
          <ac:chgData name="Jérémy REDING" userId="170a12f5445ece79" providerId="LiveId" clId="{4E28D38F-FEE6-4A10-8118-9A14AA809551}" dt="2025-08-27T15:21:10.262" v="378" actId="14100"/>
          <ac:picMkLst>
            <pc:docMk/>
            <pc:sldMk cId="69204045" sldId="260"/>
            <ac:picMk id="27" creationId="{A3830319-ACA4-3812-9FE0-7C2E10424AE8}"/>
          </ac:picMkLst>
        </pc:picChg>
        <pc:picChg chg="del">
          <ac:chgData name="Jérémy REDING" userId="170a12f5445ece79" providerId="LiveId" clId="{4E28D38F-FEE6-4A10-8118-9A14AA809551}" dt="2025-08-27T15:04:05.838" v="215" actId="478"/>
          <ac:picMkLst>
            <pc:docMk/>
            <pc:sldMk cId="69204045" sldId="260"/>
            <ac:picMk id="32" creationId="{0816036F-9C70-0442-E427-077EA7D0B6F8}"/>
          </ac:picMkLst>
        </pc:picChg>
        <pc:picChg chg="del">
          <ac:chgData name="Jérémy REDING" userId="170a12f5445ece79" providerId="LiveId" clId="{4E28D38F-FEE6-4A10-8118-9A14AA809551}" dt="2025-08-27T15:06:02.153" v="224" actId="478"/>
          <ac:picMkLst>
            <pc:docMk/>
            <pc:sldMk cId="69204045" sldId="260"/>
            <ac:picMk id="34" creationId="{73B8FE2D-85F6-F1A2-EC10-AAABA6442AFD}"/>
          </ac:picMkLst>
        </pc:picChg>
        <pc:picChg chg="add mod">
          <ac:chgData name="Jérémy REDING" userId="170a12f5445ece79" providerId="LiveId" clId="{4E28D38F-FEE6-4A10-8118-9A14AA809551}" dt="2025-08-27T15:21:12.725" v="379" actId="14100"/>
          <ac:picMkLst>
            <pc:docMk/>
            <pc:sldMk cId="69204045" sldId="260"/>
            <ac:picMk id="41" creationId="{8D0C2B24-E51D-2B71-2A78-F736E34198D2}"/>
          </ac:picMkLst>
        </pc:picChg>
        <pc:cxnChg chg="del">
          <ac:chgData name="Jérémy REDING" userId="170a12f5445ece79" providerId="LiveId" clId="{4E28D38F-FEE6-4A10-8118-9A14AA809551}" dt="2025-08-27T15:01:50.676" v="179" actId="478"/>
          <ac:cxnSpMkLst>
            <pc:docMk/>
            <pc:sldMk cId="69204045" sldId="260"/>
            <ac:cxnSpMk id="11" creationId="{7A84E19C-783B-F9D0-C770-69B6FA0CB21F}"/>
          </ac:cxnSpMkLst>
        </pc:cxnChg>
        <pc:cxnChg chg="del">
          <ac:chgData name="Jérémy REDING" userId="170a12f5445ece79" providerId="LiveId" clId="{4E28D38F-FEE6-4A10-8118-9A14AA809551}" dt="2025-08-27T15:03:56.699" v="211" actId="478"/>
          <ac:cxnSpMkLst>
            <pc:docMk/>
            <pc:sldMk cId="69204045" sldId="260"/>
            <ac:cxnSpMk id="28" creationId="{6806E2F8-8C92-B523-32A5-32CE7CB204C6}"/>
          </ac:cxnSpMkLst>
        </pc:cxnChg>
      </pc:sldChg>
      <pc:sldChg chg="addSp delSp modSp add mod">
        <pc:chgData name="Jérémy REDING" userId="170a12f5445ece79" providerId="LiveId" clId="{4E28D38F-FEE6-4A10-8118-9A14AA809551}" dt="2025-08-28T08:10:50.911" v="1670" actId="1076"/>
        <pc:sldMkLst>
          <pc:docMk/>
          <pc:sldMk cId="3680109134" sldId="261"/>
        </pc:sldMkLst>
        <pc:spChg chg="add mod">
          <ac:chgData name="Jérémy REDING" userId="170a12f5445ece79" providerId="LiveId" clId="{4E28D38F-FEE6-4A10-8118-9A14AA809551}" dt="2025-08-28T06:53:49.309" v="1636" actId="1076"/>
          <ac:spMkLst>
            <pc:docMk/>
            <pc:sldMk cId="3680109134" sldId="261"/>
            <ac:spMk id="2" creationId="{25905234-F4CF-5268-8E65-A9E2A84B57A5}"/>
          </ac:spMkLst>
        </pc:spChg>
        <pc:spChg chg="add mod">
          <ac:chgData name="Jérémy REDING" userId="170a12f5445ece79" providerId="LiveId" clId="{4E28D38F-FEE6-4A10-8118-9A14AA809551}" dt="2025-08-28T06:53:49.309" v="1636" actId="1076"/>
          <ac:spMkLst>
            <pc:docMk/>
            <pc:sldMk cId="3680109134" sldId="261"/>
            <ac:spMk id="3" creationId="{E4DF64E3-38D3-0720-3BB9-AF952A4DE7B0}"/>
          </ac:spMkLst>
        </pc:spChg>
        <pc:spChg chg="del">
          <ac:chgData name="Jérémy REDING" userId="170a12f5445ece79" providerId="LiveId" clId="{4E28D38F-FEE6-4A10-8118-9A14AA809551}" dt="2025-08-28T08:10:28.559" v="1665" actId="478"/>
          <ac:spMkLst>
            <pc:docMk/>
            <pc:sldMk cId="3680109134" sldId="261"/>
            <ac:spMk id="4" creationId="{FA3B154F-84D1-99F7-12AF-CDA192FB8FA2}"/>
          </ac:spMkLst>
        </pc:spChg>
        <pc:spChg chg="del mod">
          <ac:chgData name="Jérémy REDING" userId="170a12f5445ece79" providerId="LiveId" clId="{4E28D38F-FEE6-4A10-8118-9A14AA809551}" dt="2025-08-27T15:06:37.278" v="229" actId="478"/>
          <ac:spMkLst>
            <pc:docMk/>
            <pc:sldMk cId="3680109134" sldId="261"/>
            <ac:spMk id="5" creationId="{F861E885-AEE7-7B5B-844F-372D33FDBD6F}"/>
          </ac:spMkLst>
        </pc:spChg>
        <pc:spChg chg="mod">
          <ac:chgData name="Jérémy REDING" userId="170a12f5445ece79" providerId="LiveId" clId="{4E28D38F-FEE6-4A10-8118-9A14AA809551}" dt="2025-08-28T06:53:49.309" v="1636" actId="1076"/>
          <ac:spMkLst>
            <pc:docMk/>
            <pc:sldMk cId="3680109134" sldId="261"/>
            <ac:spMk id="6" creationId="{E8DAF56C-8002-CA81-EF1B-9B566D516269}"/>
          </ac:spMkLst>
        </pc:spChg>
        <pc:spChg chg="mod">
          <ac:chgData name="Jérémy REDING" userId="170a12f5445ece79" providerId="LiveId" clId="{4E28D38F-FEE6-4A10-8118-9A14AA809551}" dt="2025-08-28T06:53:49.309" v="1636" actId="1076"/>
          <ac:spMkLst>
            <pc:docMk/>
            <pc:sldMk cId="3680109134" sldId="261"/>
            <ac:spMk id="8" creationId="{1F8298B1-6222-5FDC-85C8-9B5FD92D44CC}"/>
          </ac:spMkLst>
        </pc:spChg>
        <pc:spChg chg="mod">
          <ac:chgData name="Jérémy REDING" userId="170a12f5445ece79" providerId="LiveId" clId="{4E28D38F-FEE6-4A10-8118-9A14AA809551}" dt="2025-08-28T06:53:49.309" v="1636" actId="1076"/>
          <ac:spMkLst>
            <pc:docMk/>
            <pc:sldMk cId="3680109134" sldId="261"/>
            <ac:spMk id="9" creationId="{9DF85B47-AC57-273B-3466-2E0445F7A43E}"/>
          </ac:spMkLst>
        </pc:spChg>
        <pc:spChg chg="add mod">
          <ac:chgData name="Jérémy REDING" userId="170a12f5445ece79" providerId="LiveId" clId="{4E28D38F-FEE6-4A10-8118-9A14AA809551}" dt="2025-08-28T08:10:50.911" v="1670" actId="1076"/>
          <ac:spMkLst>
            <pc:docMk/>
            <pc:sldMk cId="3680109134" sldId="261"/>
            <ac:spMk id="11" creationId="{19C81017-4EA3-BC3D-C48E-536B5FF91FC5}"/>
          </ac:spMkLst>
        </pc:spChg>
        <pc:spChg chg="mod">
          <ac:chgData name="Jérémy REDING" userId="170a12f5445ece79" providerId="LiveId" clId="{4E28D38F-FEE6-4A10-8118-9A14AA809551}" dt="2025-08-28T06:53:49.309" v="1636" actId="1076"/>
          <ac:spMkLst>
            <pc:docMk/>
            <pc:sldMk cId="3680109134" sldId="261"/>
            <ac:spMk id="14" creationId="{8763DA3B-7606-C934-F059-040B6A621704}"/>
          </ac:spMkLst>
        </pc:spChg>
        <pc:spChg chg="del">
          <ac:chgData name="Jérémy REDING" userId="170a12f5445ece79" providerId="LiveId" clId="{4E28D38F-FEE6-4A10-8118-9A14AA809551}" dt="2025-08-27T15:07:56.968" v="251" actId="478"/>
          <ac:spMkLst>
            <pc:docMk/>
            <pc:sldMk cId="3680109134" sldId="261"/>
            <ac:spMk id="16" creationId="{839F2D7C-141D-5DDD-224F-34B0D96FB15E}"/>
          </ac:spMkLst>
        </pc:spChg>
        <pc:spChg chg="add mod">
          <ac:chgData name="Jérémy REDING" userId="170a12f5445ece79" providerId="LiveId" clId="{4E28D38F-FEE6-4A10-8118-9A14AA809551}" dt="2025-08-28T06:53:49.309" v="1636" actId="1076"/>
          <ac:spMkLst>
            <pc:docMk/>
            <pc:sldMk cId="3680109134" sldId="261"/>
            <ac:spMk id="19" creationId="{DAEAF343-7B50-249A-E76B-DC5ABF5F8348}"/>
          </ac:spMkLst>
        </pc:spChg>
        <pc:spChg chg="mod">
          <ac:chgData name="Jérémy REDING" userId="170a12f5445ece79" providerId="LiveId" clId="{4E28D38F-FEE6-4A10-8118-9A14AA809551}" dt="2025-08-28T08:08:20.253" v="1659" actId="14100"/>
          <ac:spMkLst>
            <pc:docMk/>
            <pc:sldMk cId="3680109134" sldId="261"/>
            <ac:spMk id="21" creationId="{0FC6C1AD-CE9F-F7BE-7965-A79D935D6D46}"/>
          </ac:spMkLst>
        </pc:spChg>
        <pc:spChg chg="mod">
          <ac:chgData name="Jérémy REDING" userId="170a12f5445ece79" providerId="LiveId" clId="{4E28D38F-FEE6-4A10-8118-9A14AA809551}" dt="2025-08-28T06:53:56.405" v="1637" actId="1076"/>
          <ac:spMkLst>
            <pc:docMk/>
            <pc:sldMk cId="3680109134" sldId="261"/>
            <ac:spMk id="23" creationId="{84AC7D6D-7A62-F52D-3E7F-56C16D8C3C69}"/>
          </ac:spMkLst>
        </pc:spChg>
        <pc:spChg chg="mod">
          <ac:chgData name="Jérémy REDING" userId="170a12f5445ece79" providerId="LiveId" clId="{4E28D38F-FEE6-4A10-8118-9A14AA809551}" dt="2025-08-28T06:53:56.405" v="1637" actId="1076"/>
          <ac:spMkLst>
            <pc:docMk/>
            <pc:sldMk cId="3680109134" sldId="261"/>
            <ac:spMk id="25" creationId="{5C035D7A-EF74-2252-2A12-34CDC0B3E4CC}"/>
          </ac:spMkLst>
        </pc:spChg>
        <pc:spChg chg="mod">
          <ac:chgData name="Jérémy REDING" userId="170a12f5445ece79" providerId="LiveId" clId="{4E28D38F-FEE6-4A10-8118-9A14AA809551}" dt="2025-08-27T15:15:40.240" v="333" actId="1076"/>
          <ac:spMkLst>
            <pc:docMk/>
            <pc:sldMk cId="3680109134" sldId="261"/>
            <ac:spMk id="26" creationId="{943AEF60-4ACC-D6AF-2068-B0BEB5F43E61}"/>
          </ac:spMkLst>
        </pc:spChg>
        <pc:spChg chg="add mod">
          <ac:chgData name="Jérémy REDING" userId="170a12f5445ece79" providerId="LiveId" clId="{4E28D38F-FEE6-4A10-8118-9A14AA809551}" dt="2025-08-28T06:53:49.309" v="1636" actId="1076"/>
          <ac:spMkLst>
            <pc:docMk/>
            <pc:sldMk cId="3680109134" sldId="261"/>
            <ac:spMk id="28" creationId="{1DCF8CD5-62CB-6360-682B-0EA2852936DD}"/>
          </ac:spMkLst>
        </pc:spChg>
        <pc:spChg chg="mod">
          <ac:chgData name="Jérémy REDING" userId="170a12f5445ece79" providerId="LiveId" clId="{4E28D38F-FEE6-4A10-8118-9A14AA809551}" dt="2025-08-28T06:53:56.405" v="1637" actId="1076"/>
          <ac:spMkLst>
            <pc:docMk/>
            <pc:sldMk cId="3680109134" sldId="261"/>
            <ac:spMk id="31" creationId="{FA1EE7ED-A46E-9CD8-064C-43EB639B047C}"/>
          </ac:spMkLst>
        </pc:spChg>
        <pc:spChg chg="del">
          <ac:chgData name="Jérémy REDING" userId="170a12f5445ece79" providerId="LiveId" clId="{4E28D38F-FEE6-4A10-8118-9A14AA809551}" dt="2025-08-27T15:07:56.968" v="251" actId="478"/>
          <ac:spMkLst>
            <pc:docMk/>
            <pc:sldMk cId="3680109134" sldId="261"/>
            <ac:spMk id="37" creationId="{6F6CBB87-4FD8-0C55-193F-59EADA90B663}"/>
          </ac:spMkLst>
        </pc:spChg>
        <pc:spChg chg="del">
          <ac:chgData name="Jérémy REDING" userId="170a12f5445ece79" providerId="LiveId" clId="{4E28D38F-FEE6-4A10-8118-9A14AA809551}" dt="2025-08-27T15:07:56.968" v="251" actId="478"/>
          <ac:spMkLst>
            <pc:docMk/>
            <pc:sldMk cId="3680109134" sldId="261"/>
            <ac:spMk id="38" creationId="{ADDC8ED0-EDBA-E9A2-722B-7C7E7BD2BFF9}"/>
          </ac:spMkLst>
        </pc:spChg>
        <pc:spChg chg="del">
          <ac:chgData name="Jérémy REDING" userId="170a12f5445ece79" providerId="LiveId" clId="{4E28D38F-FEE6-4A10-8118-9A14AA809551}" dt="2025-08-27T15:15:10.530" v="328" actId="478"/>
          <ac:spMkLst>
            <pc:docMk/>
            <pc:sldMk cId="3680109134" sldId="261"/>
            <ac:spMk id="39" creationId="{6BE7D24C-F659-A798-4AB5-D6DEBEFA63BA}"/>
          </ac:spMkLst>
        </pc:spChg>
        <pc:spChg chg="add mod">
          <ac:chgData name="Jérémy REDING" userId="170a12f5445ece79" providerId="LiveId" clId="{4E28D38F-FEE6-4A10-8118-9A14AA809551}" dt="2025-08-28T06:53:56.405" v="1637" actId="1076"/>
          <ac:spMkLst>
            <pc:docMk/>
            <pc:sldMk cId="3680109134" sldId="261"/>
            <ac:spMk id="40" creationId="{F8DACCB4-32EE-0ED3-DA4A-BF46DAE2FB32}"/>
          </ac:spMkLst>
        </pc:spChg>
        <pc:spChg chg="add mod">
          <ac:chgData name="Jérémy REDING" userId="170a12f5445ece79" providerId="LiveId" clId="{4E28D38F-FEE6-4A10-8118-9A14AA809551}" dt="2025-08-28T08:08:16.619" v="1658" actId="1076"/>
          <ac:spMkLst>
            <pc:docMk/>
            <pc:sldMk cId="3680109134" sldId="261"/>
            <ac:spMk id="43" creationId="{EC6A7C2C-8320-6874-1FB8-1DDA8D2A3720}"/>
          </ac:spMkLst>
        </pc:spChg>
        <pc:spChg chg="add mod">
          <ac:chgData name="Jérémy REDING" userId="170a12f5445ece79" providerId="LiveId" clId="{4E28D38F-FEE6-4A10-8118-9A14AA809551}" dt="2025-08-28T08:08:16.619" v="1658" actId="1076"/>
          <ac:spMkLst>
            <pc:docMk/>
            <pc:sldMk cId="3680109134" sldId="261"/>
            <ac:spMk id="52" creationId="{20E700E0-9EAB-63D2-7934-B611D52BCB9E}"/>
          </ac:spMkLst>
        </pc:spChg>
        <pc:spChg chg="add mod">
          <ac:chgData name="Jérémy REDING" userId="170a12f5445ece79" providerId="LiveId" clId="{4E28D38F-FEE6-4A10-8118-9A14AA809551}" dt="2025-08-28T06:53:56.405" v="1637" actId="1076"/>
          <ac:spMkLst>
            <pc:docMk/>
            <pc:sldMk cId="3680109134" sldId="261"/>
            <ac:spMk id="53" creationId="{272C2468-EB16-DD46-33C6-8949A274A419}"/>
          </ac:spMkLst>
        </pc:spChg>
        <pc:spChg chg="add mod">
          <ac:chgData name="Jérémy REDING" userId="170a12f5445ece79" providerId="LiveId" clId="{4E28D38F-FEE6-4A10-8118-9A14AA809551}" dt="2025-08-28T08:08:16.619" v="1658" actId="1076"/>
          <ac:spMkLst>
            <pc:docMk/>
            <pc:sldMk cId="3680109134" sldId="261"/>
            <ac:spMk id="56" creationId="{CCC00D1F-7AD6-42FF-949E-1AFFC2F31C81}"/>
          </ac:spMkLst>
        </pc:spChg>
        <pc:spChg chg="add mod">
          <ac:chgData name="Jérémy REDING" userId="170a12f5445ece79" providerId="LiveId" clId="{4E28D38F-FEE6-4A10-8118-9A14AA809551}" dt="2025-08-28T06:53:56.405" v="1637" actId="1076"/>
          <ac:spMkLst>
            <pc:docMk/>
            <pc:sldMk cId="3680109134" sldId="261"/>
            <ac:spMk id="58" creationId="{B5ED1A67-D674-3839-4EF7-E61C75402645}"/>
          </ac:spMkLst>
        </pc:spChg>
        <pc:spChg chg="add mod">
          <ac:chgData name="Jérémy REDING" userId="170a12f5445ece79" providerId="LiveId" clId="{4E28D38F-FEE6-4A10-8118-9A14AA809551}" dt="2025-08-28T06:53:56.405" v="1637" actId="1076"/>
          <ac:spMkLst>
            <pc:docMk/>
            <pc:sldMk cId="3680109134" sldId="261"/>
            <ac:spMk id="59" creationId="{DCCBFE23-EE3C-CF8B-3364-4EE5DAC66954}"/>
          </ac:spMkLst>
        </pc:spChg>
        <pc:spChg chg="add mod">
          <ac:chgData name="Jérémy REDING" userId="170a12f5445ece79" providerId="LiveId" clId="{4E28D38F-FEE6-4A10-8118-9A14AA809551}" dt="2025-08-28T06:53:56.405" v="1637" actId="1076"/>
          <ac:spMkLst>
            <pc:docMk/>
            <pc:sldMk cId="3680109134" sldId="261"/>
            <ac:spMk id="60" creationId="{FA7E1273-1258-B2AA-45AD-2A379E70164C}"/>
          </ac:spMkLst>
        </pc:spChg>
        <pc:picChg chg="del">
          <ac:chgData name="Jérémy REDING" userId="170a12f5445ece79" providerId="LiveId" clId="{4E28D38F-FEE6-4A10-8118-9A14AA809551}" dt="2025-08-27T15:07:56.968" v="251" actId="478"/>
          <ac:picMkLst>
            <pc:docMk/>
            <pc:sldMk cId="3680109134" sldId="261"/>
            <ac:picMk id="10" creationId="{94346A0C-CB6B-E332-7306-9C06993B98A8}"/>
          </ac:picMkLst>
        </pc:picChg>
        <pc:picChg chg="add del">
          <ac:chgData name="Jérémy REDING" userId="170a12f5445ece79" providerId="LiveId" clId="{4E28D38F-FEE6-4A10-8118-9A14AA809551}" dt="2025-08-28T08:10:30.479" v="1667" actId="22"/>
          <ac:picMkLst>
            <pc:docMk/>
            <pc:sldMk cId="3680109134" sldId="261"/>
            <ac:picMk id="10" creationId="{BCCA857E-DDB9-0F9B-6007-2C41D97CA79B}"/>
          </ac:picMkLst>
        </pc:picChg>
        <pc:picChg chg="add mod">
          <ac:chgData name="Jérémy REDING" userId="170a12f5445ece79" providerId="LiveId" clId="{4E28D38F-FEE6-4A10-8118-9A14AA809551}" dt="2025-08-28T06:53:49.309" v="1636" actId="1076"/>
          <ac:picMkLst>
            <pc:docMk/>
            <pc:sldMk cId="3680109134" sldId="261"/>
            <ac:picMk id="12" creationId="{CBA59ED0-A1E3-C55B-D4FC-22301C3E7574}"/>
          </ac:picMkLst>
        </pc:picChg>
        <pc:picChg chg="del">
          <ac:chgData name="Jérémy REDING" userId="170a12f5445ece79" providerId="LiveId" clId="{4E28D38F-FEE6-4A10-8118-9A14AA809551}" dt="2025-08-27T15:07:56.968" v="251" actId="478"/>
          <ac:picMkLst>
            <pc:docMk/>
            <pc:sldMk cId="3680109134" sldId="261"/>
            <ac:picMk id="15" creationId="{7E37F384-30EE-BA10-3F70-3BDC4F15AAB3}"/>
          </ac:picMkLst>
        </pc:picChg>
        <pc:picChg chg="add mod">
          <ac:chgData name="Jérémy REDING" userId="170a12f5445ece79" providerId="LiveId" clId="{4E28D38F-FEE6-4A10-8118-9A14AA809551}" dt="2025-08-28T06:53:49.309" v="1636" actId="1076"/>
          <ac:picMkLst>
            <pc:docMk/>
            <pc:sldMk cId="3680109134" sldId="261"/>
            <ac:picMk id="17" creationId="{0ACF665A-0BE6-B13A-095C-CCDA601B30E8}"/>
          </ac:picMkLst>
        </pc:picChg>
        <pc:picChg chg="add mod">
          <ac:chgData name="Jérémy REDING" userId="170a12f5445ece79" providerId="LiveId" clId="{4E28D38F-FEE6-4A10-8118-9A14AA809551}" dt="2025-08-27T15:20:34.409" v="368" actId="14100"/>
          <ac:picMkLst>
            <pc:docMk/>
            <pc:sldMk cId="3680109134" sldId="261"/>
            <ac:picMk id="18" creationId="{1FBB30DE-817A-F474-E7FC-2B040A6C188C}"/>
          </ac:picMkLst>
        </pc:picChg>
        <pc:picChg chg="add mod">
          <ac:chgData name="Jérémy REDING" userId="170a12f5445ece79" providerId="LiveId" clId="{4E28D38F-FEE6-4A10-8118-9A14AA809551}" dt="2025-08-27T15:13:17.940" v="306" actId="1076"/>
          <ac:picMkLst>
            <pc:docMk/>
            <pc:sldMk cId="3680109134" sldId="261"/>
            <ac:picMk id="20" creationId="{4749D43F-8C3B-08CB-E09D-73665ACD88AF}"/>
          </ac:picMkLst>
        </pc:picChg>
        <pc:picChg chg="del mod">
          <ac:chgData name="Jérémy REDING" userId="170a12f5445ece79" providerId="LiveId" clId="{4E28D38F-FEE6-4A10-8118-9A14AA809551}" dt="2025-08-27T15:22:28.561" v="388" actId="478"/>
          <ac:picMkLst>
            <pc:docMk/>
            <pc:sldMk cId="3680109134" sldId="261"/>
            <ac:picMk id="27" creationId="{EAE438C1-36E4-0AB6-A4DC-817B20306141}"/>
          </ac:picMkLst>
        </pc:picChg>
        <pc:picChg chg="mod">
          <ac:chgData name="Jérémy REDING" userId="170a12f5445ece79" providerId="LiveId" clId="{4E28D38F-FEE6-4A10-8118-9A14AA809551}" dt="2025-08-27T15:21:01.097" v="375" actId="14100"/>
          <ac:picMkLst>
            <pc:docMk/>
            <pc:sldMk cId="3680109134" sldId="261"/>
            <ac:picMk id="41" creationId="{987E0F12-B356-F715-AA40-59EA0F908B34}"/>
          </ac:picMkLst>
        </pc:picChg>
        <pc:picChg chg="add mod">
          <ac:chgData name="Jérémy REDING" userId="170a12f5445ece79" providerId="LiveId" clId="{4E28D38F-FEE6-4A10-8118-9A14AA809551}" dt="2025-08-28T08:08:16.619" v="1658" actId="1076"/>
          <ac:picMkLst>
            <pc:docMk/>
            <pc:sldMk cId="3680109134" sldId="261"/>
            <ac:picMk id="55" creationId="{3310FB9C-550A-95C0-1CC2-0AC30B86104F}"/>
          </ac:picMkLst>
        </pc:picChg>
        <pc:picChg chg="add mod">
          <ac:chgData name="Jérémy REDING" userId="170a12f5445ece79" providerId="LiveId" clId="{4E28D38F-FEE6-4A10-8118-9A14AA809551}" dt="2025-08-27T19:51:37.697" v="736" actId="14100"/>
          <ac:picMkLst>
            <pc:docMk/>
            <pc:sldMk cId="3680109134" sldId="261"/>
            <ac:picMk id="57" creationId="{9324F299-20D4-9C1E-2DEB-ABFBD7A36AAC}"/>
          </ac:picMkLst>
        </pc:picChg>
        <pc:cxnChg chg="add mod">
          <ac:chgData name="Jérémy REDING" userId="170a12f5445ece79" providerId="LiveId" clId="{4E28D38F-FEE6-4A10-8118-9A14AA809551}" dt="2025-08-27T15:14:17.622" v="316" actId="14100"/>
          <ac:cxnSpMkLst>
            <pc:docMk/>
            <pc:sldMk cId="3680109134" sldId="261"/>
            <ac:cxnSpMk id="22" creationId="{509A4973-9699-D8FD-9F93-39BA9CB928E9}"/>
          </ac:cxnSpMkLst>
        </pc:cxnChg>
        <pc:cxnChg chg="mod">
          <ac:chgData name="Jérémy REDING" userId="170a12f5445ece79" providerId="LiveId" clId="{4E28D38F-FEE6-4A10-8118-9A14AA809551}" dt="2025-08-27T15:15:40.240" v="333" actId="1076"/>
          <ac:cxnSpMkLst>
            <pc:docMk/>
            <pc:sldMk cId="3680109134" sldId="261"/>
            <ac:cxnSpMk id="24" creationId="{A32C5E9B-50E6-3FD3-352B-5DF0C652852B}"/>
          </ac:cxnSpMkLst>
        </pc:cxnChg>
        <pc:cxnChg chg="mod">
          <ac:chgData name="Jérémy REDING" userId="170a12f5445ece79" providerId="LiveId" clId="{4E28D38F-FEE6-4A10-8118-9A14AA809551}" dt="2025-08-27T15:15:40.240" v="333" actId="1076"/>
          <ac:cxnSpMkLst>
            <pc:docMk/>
            <pc:sldMk cId="3680109134" sldId="261"/>
            <ac:cxnSpMk id="30" creationId="{7586E52F-465F-F427-410D-7F49BB6D37F8}"/>
          </ac:cxnSpMkLst>
        </pc:cxnChg>
        <pc:cxnChg chg="add mod">
          <ac:chgData name="Jérémy REDING" userId="170a12f5445ece79" providerId="LiveId" clId="{4E28D38F-FEE6-4A10-8118-9A14AA809551}" dt="2025-08-27T15:18:01.667" v="352" actId="1076"/>
          <ac:cxnSpMkLst>
            <pc:docMk/>
            <pc:sldMk cId="3680109134" sldId="261"/>
            <ac:cxnSpMk id="42" creationId="{32101BF5-6E7D-BD05-ACA1-D3CECBB703F2}"/>
          </ac:cxnSpMkLst>
        </pc:cxnChg>
        <pc:cxnChg chg="add mod">
          <ac:chgData name="Jérémy REDING" userId="170a12f5445ece79" providerId="LiveId" clId="{4E28D38F-FEE6-4A10-8118-9A14AA809551}" dt="2025-08-27T15:17:48.314" v="351" actId="14100"/>
          <ac:cxnSpMkLst>
            <pc:docMk/>
            <pc:sldMk cId="3680109134" sldId="261"/>
            <ac:cxnSpMk id="46" creationId="{01113F79-B637-0ED1-082A-F305BB7425F7}"/>
          </ac:cxnSpMkLst>
        </pc:cxnChg>
      </pc:sldChg>
      <pc:sldChg chg="addSp delSp modSp add mod">
        <pc:chgData name="Jérémy REDING" userId="170a12f5445ece79" providerId="LiveId" clId="{4E28D38F-FEE6-4A10-8118-9A14AA809551}" dt="2025-08-28T08:47:57.948" v="1763" actId="1076"/>
        <pc:sldMkLst>
          <pc:docMk/>
          <pc:sldMk cId="846567941" sldId="262"/>
        </pc:sldMkLst>
        <pc:spChg chg="add mod">
          <ac:chgData name="Jérémy REDING" userId="170a12f5445ece79" providerId="LiveId" clId="{4E28D38F-FEE6-4A10-8118-9A14AA809551}" dt="2025-08-27T15:23:57.981" v="408" actId="1076"/>
          <ac:spMkLst>
            <pc:docMk/>
            <pc:sldMk cId="846567941" sldId="262"/>
            <ac:spMk id="2" creationId="{18593209-EA15-9398-A380-81434612D2E6}"/>
          </ac:spMkLst>
        </pc:spChg>
        <pc:spChg chg="add mod">
          <ac:chgData name="Jérémy REDING" userId="170a12f5445ece79" providerId="LiveId" clId="{4E28D38F-FEE6-4A10-8118-9A14AA809551}" dt="2025-08-28T08:47:57.948" v="1763" actId="1076"/>
          <ac:spMkLst>
            <pc:docMk/>
            <pc:sldMk cId="846567941" sldId="262"/>
            <ac:spMk id="3" creationId="{36AA6B65-9070-AFD2-2B75-18A0A28FCD5A}"/>
          </ac:spMkLst>
        </pc:spChg>
        <pc:spChg chg="del">
          <ac:chgData name="Jérémy REDING" userId="170a12f5445ece79" providerId="LiveId" clId="{4E28D38F-FEE6-4A10-8118-9A14AA809551}" dt="2025-08-28T08:11:58.479" v="1671" actId="478"/>
          <ac:spMkLst>
            <pc:docMk/>
            <pc:sldMk cId="846567941" sldId="262"/>
            <ac:spMk id="4" creationId="{AC58C6DC-FEA8-9698-889F-7473E73FB495}"/>
          </ac:spMkLst>
        </pc:spChg>
        <pc:spChg chg="del mod">
          <ac:chgData name="Jérémy REDING" userId="170a12f5445ece79" providerId="LiveId" clId="{4E28D38F-FEE6-4A10-8118-9A14AA809551}" dt="2025-08-27T15:23:50.602" v="406" actId="478"/>
          <ac:spMkLst>
            <pc:docMk/>
            <pc:sldMk cId="846567941" sldId="262"/>
            <ac:spMk id="5" creationId="{4DBED817-A343-D304-EB9C-A0938B01AEDF}"/>
          </ac:spMkLst>
        </pc:spChg>
        <pc:spChg chg="add mod">
          <ac:chgData name="Jérémy REDING" userId="170a12f5445ece79" providerId="LiveId" clId="{4E28D38F-FEE6-4A10-8118-9A14AA809551}" dt="2025-08-28T08:12:08.034" v="1674" actId="1076"/>
          <ac:spMkLst>
            <pc:docMk/>
            <pc:sldMk cId="846567941" sldId="262"/>
            <ac:spMk id="5" creationId="{CBF94386-133F-F542-5D8F-F52B08048D56}"/>
          </ac:spMkLst>
        </pc:spChg>
        <pc:spChg chg="mod">
          <ac:chgData name="Jérémy REDING" userId="170a12f5445ece79" providerId="LiveId" clId="{4E28D38F-FEE6-4A10-8118-9A14AA809551}" dt="2025-08-28T06:56:13.711" v="1638" actId="1076"/>
          <ac:spMkLst>
            <pc:docMk/>
            <pc:sldMk cId="846567941" sldId="262"/>
            <ac:spMk id="6" creationId="{733907BD-E308-07AF-01FD-A6D81A4472B4}"/>
          </ac:spMkLst>
        </pc:spChg>
        <pc:spChg chg="mod">
          <ac:chgData name="Jérémy REDING" userId="170a12f5445ece79" providerId="LiveId" clId="{4E28D38F-FEE6-4A10-8118-9A14AA809551}" dt="2025-08-28T06:56:13.711" v="1638" actId="1076"/>
          <ac:spMkLst>
            <pc:docMk/>
            <pc:sldMk cId="846567941" sldId="262"/>
            <ac:spMk id="8" creationId="{F7259115-EBF7-B388-C6C5-99162E178C4B}"/>
          </ac:spMkLst>
        </pc:spChg>
        <pc:spChg chg="mod">
          <ac:chgData name="Jérémy REDING" userId="170a12f5445ece79" providerId="LiveId" clId="{4E28D38F-FEE6-4A10-8118-9A14AA809551}" dt="2025-08-28T06:56:13.711" v="1638" actId="1076"/>
          <ac:spMkLst>
            <pc:docMk/>
            <pc:sldMk cId="846567941" sldId="262"/>
            <ac:spMk id="9" creationId="{1867FF86-996B-A9BB-E784-BEDD5793F7BD}"/>
          </ac:spMkLst>
        </pc:spChg>
        <pc:spChg chg="add mod">
          <ac:chgData name="Jérémy REDING" userId="170a12f5445ece79" providerId="LiveId" clId="{4E28D38F-FEE6-4A10-8118-9A14AA809551}" dt="2025-08-28T08:47:55.356" v="1762" actId="1076"/>
          <ac:spMkLst>
            <pc:docMk/>
            <pc:sldMk cId="846567941" sldId="262"/>
            <ac:spMk id="11" creationId="{711BC033-A668-5596-6BD4-3A112E528B24}"/>
          </ac:spMkLst>
        </pc:spChg>
        <pc:spChg chg="mod">
          <ac:chgData name="Jérémy REDING" userId="170a12f5445ece79" providerId="LiveId" clId="{4E28D38F-FEE6-4A10-8118-9A14AA809551}" dt="2025-08-28T06:56:13.711" v="1638" actId="1076"/>
          <ac:spMkLst>
            <pc:docMk/>
            <pc:sldMk cId="846567941" sldId="262"/>
            <ac:spMk id="14" creationId="{1D70B585-7C02-5279-E7F6-A318A69DC02A}"/>
          </ac:spMkLst>
        </pc:spChg>
        <pc:spChg chg="add mod">
          <ac:chgData name="Jérémy REDING" userId="170a12f5445ece79" providerId="LiveId" clId="{4E28D38F-FEE6-4A10-8118-9A14AA809551}" dt="2025-08-28T08:20:45.014" v="1677" actId="1076"/>
          <ac:spMkLst>
            <pc:docMk/>
            <pc:sldMk cId="846567941" sldId="262"/>
            <ac:spMk id="15" creationId="{D5BB80A6-BE1C-D195-43D2-93747CFDBA69}"/>
          </ac:spMkLst>
        </pc:spChg>
        <pc:spChg chg="del">
          <ac:chgData name="Jérémy REDING" userId="170a12f5445ece79" providerId="LiveId" clId="{4E28D38F-FEE6-4A10-8118-9A14AA809551}" dt="2025-08-27T15:24:08.218" v="409" actId="478"/>
          <ac:spMkLst>
            <pc:docMk/>
            <pc:sldMk cId="846567941" sldId="262"/>
            <ac:spMk id="16" creationId="{DC9AB0B0-7AFC-2685-A58A-2056C57E366C}"/>
          </ac:spMkLst>
        </pc:spChg>
        <pc:spChg chg="add mod">
          <ac:chgData name="Jérémy REDING" userId="170a12f5445ece79" providerId="LiveId" clId="{4E28D38F-FEE6-4A10-8118-9A14AA809551}" dt="2025-08-28T08:47:47.160" v="1760" actId="1076"/>
          <ac:spMkLst>
            <pc:docMk/>
            <pc:sldMk cId="846567941" sldId="262"/>
            <ac:spMk id="18" creationId="{9AC82DC6-7828-D25A-2785-A39250A35CAA}"/>
          </ac:spMkLst>
        </pc:spChg>
        <pc:spChg chg="del">
          <ac:chgData name="Jérémy REDING" userId="170a12f5445ece79" providerId="LiveId" clId="{4E28D38F-FEE6-4A10-8118-9A14AA809551}" dt="2025-08-28T08:11:59.298" v="1672" actId="478"/>
          <ac:spMkLst>
            <pc:docMk/>
            <pc:sldMk cId="846567941" sldId="262"/>
            <ac:spMk id="21" creationId="{A7EEB372-E0CA-8BDB-F222-480E427AE030}"/>
          </ac:spMkLst>
        </pc:spChg>
        <pc:spChg chg="mod">
          <ac:chgData name="Jérémy REDING" userId="170a12f5445ece79" providerId="LiveId" clId="{4E28D38F-FEE6-4A10-8118-9A14AA809551}" dt="2025-08-27T15:24:56.818" v="438" actId="14100"/>
          <ac:spMkLst>
            <pc:docMk/>
            <pc:sldMk cId="846567941" sldId="262"/>
            <ac:spMk id="23" creationId="{9A88EAEF-B896-6B0E-A3D6-53CA6E5844CD}"/>
          </ac:spMkLst>
        </pc:spChg>
        <pc:spChg chg="mod">
          <ac:chgData name="Jérémy REDING" userId="170a12f5445ece79" providerId="LiveId" clId="{4E28D38F-FEE6-4A10-8118-9A14AA809551}" dt="2025-08-28T06:56:13.711" v="1638" actId="1076"/>
          <ac:spMkLst>
            <pc:docMk/>
            <pc:sldMk cId="846567941" sldId="262"/>
            <ac:spMk id="25" creationId="{1E158476-85DC-1DFD-E430-F270C69C329C}"/>
          </ac:spMkLst>
        </pc:spChg>
        <pc:spChg chg="mod">
          <ac:chgData name="Jérémy REDING" userId="170a12f5445ece79" providerId="LiveId" clId="{4E28D38F-FEE6-4A10-8118-9A14AA809551}" dt="2025-08-28T06:56:13.711" v="1638" actId="1076"/>
          <ac:spMkLst>
            <pc:docMk/>
            <pc:sldMk cId="846567941" sldId="262"/>
            <ac:spMk id="26" creationId="{0F57A88C-0ADD-3899-DBE6-2754A8AEA335}"/>
          </ac:spMkLst>
        </pc:spChg>
        <pc:spChg chg="mod">
          <ac:chgData name="Jérémy REDING" userId="170a12f5445ece79" providerId="LiveId" clId="{4E28D38F-FEE6-4A10-8118-9A14AA809551}" dt="2025-08-28T06:56:13.711" v="1638" actId="1076"/>
          <ac:spMkLst>
            <pc:docMk/>
            <pc:sldMk cId="846567941" sldId="262"/>
            <ac:spMk id="31" creationId="{B26F8DEC-F88D-9977-AE04-F09D2F6F81A5}"/>
          </ac:spMkLst>
        </pc:spChg>
        <pc:spChg chg="del">
          <ac:chgData name="Jérémy REDING" userId="170a12f5445ece79" providerId="LiveId" clId="{4E28D38F-FEE6-4A10-8118-9A14AA809551}" dt="2025-08-27T15:24:13.722" v="411" actId="478"/>
          <ac:spMkLst>
            <pc:docMk/>
            <pc:sldMk cId="846567941" sldId="262"/>
            <ac:spMk id="37" creationId="{94FD3BCD-ABCA-6DF3-255B-32300345C94F}"/>
          </ac:spMkLst>
        </pc:spChg>
        <pc:spChg chg="del">
          <ac:chgData name="Jérémy REDING" userId="170a12f5445ece79" providerId="LiveId" clId="{4E28D38F-FEE6-4A10-8118-9A14AA809551}" dt="2025-08-27T15:24:18.948" v="413" actId="478"/>
          <ac:spMkLst>
            <pc:docMk/>
            <pc:sldMk cId="846567941" sldId="262"/>
            <ac:spMk id="38" creationId="{A582AEFE-D86F-A778-7365-74C6522F2541}"/>
          </ac:spMkLst>
        </pc:spChg>
        <pc:spChg chg="mod">
          <ac:chgData name="Jérémy REDING" userId="170a12f5445ece79" providerId="LiveId" clId="{4E28D38F-FEE6-4A10-8118-9A14AA809551}" dt="2025-08-27T15:24:41.798" v="431" actId="14100"/>
          <ac:spMkLst>
            <pc:docMk/>
            <pc:sldMk cId="846567941" sldId="262"/>
            <ac:spMk id="39" creationId="{867C0BEB-9B77-0012-9BC9-EA2BBAF57969}"/>
          </ac:spMkLst>
        </pc:spChg>
        <pc:picChg chg="mod">
          <ac:chgData name="Jérémy REDING" userId="170a12f5445ece79" providerId="LiveId" clId="{4E28D38F-FEE6-4A10-8118-9A14AA809551}" dt="2025-08-27T15:24:17.847" v="412" actId="1076"/>
          <ac:picMkLst>
            <pc:docMk/>
            <pc:sldMk cId="846567941" sldId="262"/>
            <ac:picMk id="10" creationId="{7E29CB1A-4001-A4BB-2016-4D5645D260E0}"/>
          </ac:picMkLst>
        </pc:picChg>
        <pc:picChg chg="add mod">
          <ac:chgData name="Jérémy REDING" userId="170a12f5445ece79" providerId="LiveId" clId="{4E28D38F-FEE6-4A10-8118-9A14AA809551}" dt="2025-08-28T08:47:53.417" v="1761" actId="1076"/>
          <ac:picMkLst>
            <pc:docMk/>
            <pc:sldMk cId="846567941" sldId="262"/>
            <ac:picMk id="12" creationId="{C03CF51E-4FCF-C684-7743-B15C0F09D538}"/>
          </ac:picMkLst>
        </pc:picChg>
        <pc:picChg chg="del">
          <ac:chgData name="Jérémy REDING" userId="170a12f5445ece79" providerId="LiveId" clId="{4E28D38F-FEE6-4A10-8118-9A14AA809551}" dt="2025-08-27T15:24:09.483" v="410" actId="478"/>
          <ac:picMkLst>
            <pc:docMk/>
            <pc:sldMk cId="846567941" sldId="262"/>
            <ac:picMk id="15" creationId="{A7D68E03-5E07-360E-B65F-739BC3727C3C}"/>
          </ac:picMkLst>
        </pc:picChg>
        <pc:picChg chg="add mod">
          <ac:chgData name="Jérémy REDING" userId="170a12f5445ece79" providerId="LiveId" clId="{4E28D38F-FEE6-4A10-8118-9A14AA809551}" dt="2025-08-28T08:47:47.160" v="1760" actId="1076"/>
          <ac:picMkLst>
            <pc:docMk/>
            <pc:sldMk cId="846567941" sldId="262"/>
            <ac:picMk id="17" creationId="{002FBAFA-DEEA-7D56-381C-BA69BAEB5C11}"/>
          </ac:picMkLst>
        </pc:picChg>
        <pc:picChg chg="del">
          <ac:chgData name="Jérémy REDING" userId="170a12f5445ece79" providerId="LiveId" clId="{4E28D38F-FEE6-4A10-8118-9A14AA809551}" dt="2025-08-27T15:26:21.060" v="449" actId="478"/>
          <ac:picMkLst>
            <pc:docMk/>
            <pc:sldMk cId="846567941" sldId="262"/>
            <ac:picMk id="27" creationId="{C78DE912-BB65-6AFB-6ADC-B0E38B1A68E9}"/>
          </ac:picMkLst>
        </pc:picChg>
      </pc:sldChg>
      <pc:sldChg chg="addSp delSp modSp add mod">
        <pc:chgData name="Jérémy REDING" userId="170a12f5445ece79" providerId="LiveId" clId="{4E28D38F-FEE6-4A10-8118-9A14AA809551}" dt="2025-08-28T08:21:44.769" v="1683" actId="1076"/>
        <pc:sldMkLst>
          <pc:docMk/>
          <pc:sldMk cId="464360491" sldId="263"/>
        </pc:sldMkLst>
        <pc:spChg chg="add del mod">
          <ac:chgData name="Jérémy REDING" userId="170a12f5445ece79" providerId="LiveId" clId="{4E28D38F-FEE6-4A10-8118-9A14AA809551}" dt="2025-08-27T15:33:17.941" v="552" actId="478"/>
          <ac:spMkLst>
            <pc:docMk/>
            <pc:sldMk cId="464360491" sldId="263"/>
            <ac:spMk id="2" creationId="{B2079382-AC51-127D-D509-1F483572EDE6}"/>
          </ac:spMkLst>
        </pc:spChg>
        <pc:spChg chg="add del 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3" creationId="{D702B4F3-F561-89E0-FEBE-047B6D5E65F7}"/>
          </ac:spMkLst>
        </pc:spChg>
        <pc:spChg chg="add del mod">
          <ac:chgData name="Jérémy REDING" userId="170a12f5445ece79" providerId="LiveId" clId="{4E28D38F-FEE6-4A10-8118-9A14AA809551}" dt="2025-08-28T08:21:26.993" v="1678" actId="478"/>
          <ac:spMkLst>
            <pc:docMk/>
            <pc:sldMk cId="464360491" sldId="263"/>
            <ac:spMk id="4" creationId="{680AD7A6-8810-5AFE-EA59-38DB2D8E2C0E}"/>
          </ac:spMkLst>
        </pc:spChg>
        <pc:spChg chg="add mod">
          <ac:chgData name="Jérémy REDING" userId="170a12f5445ece79" providerId="LiveId" clId="{4E28D38F-FEE6-4A10-8118-9A14AA809551}" dt="2025-08-28T08:21:30.464" v="1680"/>
          <ac:spMkLst>
            <pc:docMk/>
            <pc:sldMk cId="464360491" sldId="263"/>
            <ac:spMk id="5" creationId="{DCAA517D-E505-6197-3AF3-174BDE4658C2}"/>
          </ac:spMkLst>
        </pc:spChg>
        <pc:spChg chg="add del mod">
          <ac:chgData name="Jérémy REDING" userId="170a12f5445ece79" providerId="LiveId" clId="{4E28D38F-FEE6-4A10-8118-9A14AA809551}" dt="2025-08-27T15:33:17.941" v="552" actId="478"/>
          <ac:spMkLst>
            <pc:docMk/>
            <pc:sldMk cId="464360491" sldId="263"/>
            <ac:spMk id="6" creationId="{355AEFD1-A3D5-741A-4E12-04C24B31F64A}"/>
          </ac:spMkLst>
        </pc:spChg>
        <pc:spChg chg="add del 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8" creationId="{D79C6BED-C1EB-124B-BCC2-3B38F4F7C422}"/>
          </ac:spMkLst>
        </pc:spChg>
        <pc:spChg chg="add del">
          <ac:chgData name="Jérémy REDING" userId="170a12f5445ece79" providerId="LiveId" clId="{4E28D38F-FEE6-4A10-8118-9A14AA809551}" dt="2025-08-27T15:33:17.941" v="552" actId="478"/>
          <ac:spMkLst>
            <pc:docMk/>
            <pc:sldMk cId="464360491" sldId="263"/>
            <ac:spMk id="9" creationId="{8F1EA3A2-EC2E-422D-D4A7-174BAC31D556}"/>
          </ac:spMkLst>
        </pc:spChg>
        <pc:spChg chg="add mod">
          <ac:chgData name="Jérémy REDING" userId="170a12f5445ece79" providerId="LiveId" clId="{4E28D38F-FEE6-4A10-8118-9A14AA809551}" dt="2025-08-28T08:21:44.769" v="1683" actId="1076"/>
          <ac:spMkLst>
            <pc:docMk/>
            <pc:sldMk cId="464360491" sldId="263"/>
            <ac:spMk id="11" creationId="{3F51E5D4-01A1-5CD1-6887-FA7DDEF3BBEF}"/>
          </ac:spMkLst>
        </pc:spChg>
        <pc:spChg chg="del">
          <ac:chgData name="Jérémy REDING" userId="170a12f5445ece79" providerId="LiveId" clId="{4E28D38F-FEE6-4A10-8118-9A14AA809551}" dt="2025-08-27T15:31:48.306" v="529" actId="478"/>
          <ac:spMkLst>
            <pc:docMk/>
            <pc:sldMk cId="464360491" sldId="263"/>
            <ac:spMk id="11" creationId="{7FD44687-89EF-551F-FABE-C841ED7CD4B5}"/>
          </ac:spMkLst>
        </pc:spChg>
        <pc:spChg chg="add del 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14" creationId="{05470535-1603-92E7-DB3E-16025B789ACA}"/>
          </ac:spMkLst>
        </pc:spChg>
        <pc:spChg chg="add del 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16" creationId="{BA572CD2-2698-AABB-4763-3E839A996D16}"/>
          </ac:spMkLst>
        </pc:spChg>
        <pc:spChg chg="del">
          <ac:chgData name="Jérémy REDING" userId="170a12f5445ece79" providerId="LiveId" clId="{4E28D38F-FEE6-4A10-8118-9A14AA809551}" dt="2025-08-27T15:31:48.306" v="529" actId="478"/>
          <ac:spMkLst>
            <pc:docMk/>
            <pc:sldMk cId="464360491" sldId="263"/>
            <ac:spMk id="18" creationId="{3F1BBE4B-09A9-FAD0-F16C-0551E9CDD093}"/>
          </ac:spMkLst>
        </pc:spChg>
        <pc:spChg chg="del mod">
          <ac:chgData name="Jérémy REDING" userId="170a12f5445ece79" providerId="LiveId" clId="{4E28D38F-FEE6-4A10-8118-9A14AA809551}" dt="2025-08-28T08:21:29.644" v="1679" actId="478"/>
          <ac:spMkLst>
            <pc:docMk/>
            <pc:sldMk cId="464360491" sldId="263"/>
            <ac:spMk id="21" creationId="{87DBB138-D2FA-0CEA-683A-242023351B06}"/>
          </ac:spMkLst>
        </pc:spChg>
        <pc:spChg chg="add del 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22" creationId="{693AF513-261D-7E75-A15B-9E578B1C1ABB}"/>
          </ac:spMkLst>
        </pc:spChg>
        <pc:spChg chg="mod">
          <ac:chgData name="Jérémy REDING" userId="170a12f5445ece79" providerId="LiveId" clId="{4E28D38F-FEE6-4A10-8118-9A14AA809551}" dt="2025-08-27T15:33:26.429" v="553" actId="20577"/>
          <ac:spMkLst>
            <pc:docMk/>
            <pc:sldMk cId="464360491" sldId="263"/>
            <ac:spMk id="23" creationId="{6D8B5C8B-0886-6BE6-77B2-6D3C3E136826}"/>
          </ac:spMkLst>
        </pc:spChg>
        <pc:spChg chg="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25" creationId="{0A0760C9-BC7B-1E4F-0157-9827225E62D5}"/>
          </ac:spMkLst>
        </pc:spChg>
        <pc:spChg chg="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26" creationId="{A25F636B-E8ED-3A80-A84F-0EEEBE686BE8}"/>
          </ac:spMkLst>
        </pc:spChg>
        <pc:spChg chg="add del 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27" creationId="{F00D0DA8-E7B6-4703-4D7C-009B33969452}"/>
          </ac:spMkLst>
        </pc:spChg>
        <pc:spChg chg="add 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28" creationId="{5C35302E-2713-02FE-2731-D75F32C47E69}"/>
          </ac:spMkLst>
        </pc:spChg>
        <pc:spChg chg="mod">
          <ac:chgData name="Jérémy REDING" userId="170a12f5445ece79" providerId="LiveId" clId="{4E28D38F-FEE6-4A10-8118-9A14AA809551}" dt="2025-08-28T06:57:54.543" v="1641" actId="1076"/>
          <ac:spMkLst>
            <pc:docMk/>
            <pc:sldMk cId="464360491" sldId="263"/>
            <ac:spMk id="31" creationId="{D7227DC9-93F4-0413-452F-F511B15963A0}"/>
          </ac:spMkLst>
        </pc:spChg>
        <pc:spChg chg="del">
          <ac:chgData name="Jérémy REDING" userId="170a12f5445ece79" providerId="LiveId" clId="{4E28D38F-FEE6-4A10-8118-9A14AA809551}" dt="2025-08-27T15:31:18.329" v="518" actId="478"/>
          <ac:spMkLst>
            <pc:docMk/>
            <pc:sldMk cId="464360491" sldId="263"/>
            <ac:spMk id="39" creationId="{199B2939-84E3-0FA1-D973-5BA90371ECE6}"/>
          </ac:spMkLst>
        </pc:spChg>
        <pc:picChg chg="mod">
          <ac:chgData name="Jérémy REDING" userId="170a12f5445ece79" providerId="LiveId" clId="{4E28D38F-FEE6-4A10-8118-9A14AA809551}" dt="2025-08-27T15:33:17.414" v="551" actId="1076"/>
          <ac:picMkLst>
            <pc:docMk/>
            <pc:sldMk cId="464360491" sldId="263"/>
            <ac:picMk id="10" creationId="{92650B9F-1B6F-CC3C-8BF5-D82DEFEC5859}"/>
          </ac:picMkLst>
        </pc:picChg>
        <pc:picChg chg="del">
          <ac:chgData name="Jérémy REDING" userId="170a12f5445ece79" providerId="LiveId" clId="{4E28D38F-FEE6-4A10-8118-9A14AA809551}" dt="2025-08-27T15:31:48.306" v="529" actId="478"/>
          <ac:picMkLst>
            <pc:docMk/>
            <pc:sldMk cId="464360491" sldId="263"/>
            <ac:picMk id="12" creationId="{2FD962C4-26FF-EFFE-44DE-68068EC3E6FE}"/>
          </ac:picMkLst>
        </pc:picChg>
        <pc:picChg chg="add mod">
          <ac:chgData name="Jérémy REDING" userId="170a12f5445ece79" providerId="LiveId" clId="{4E28D38F-FEE6-4A10-8118-9A14AA809551}" dt="2025-08-27T15:29:49.705" v="491" actId="1076"/>
          <ac:picMkLst>
            <pc:docMk/>
            <pc:sldMk cId="464360491" sldId="263"/>
            <ac:picMk id="15" creationId="{54201EE3-E495-4297-CA6D-E3B7103884CF}"/>
          </ac:picMkLst>
        </pc:picChg>
        <pc:picChg chg="del">
          <ac:chgData name="Jérémy REDING" userId="170a12f5445ece79" providerId="LiveId" clId="{4E28D38F-FEE6-4A10-8118-9A14AA809551}" dt="2025-08-27T15:31:48.306" v="529" actId="478"/>
          <ac:picMkLst>
            <pc:docMk/>
            <pc:sldMk cId="464360491" sldId="263"/>
            <ac:picMk id="17" creationId="{C11A721D-1355-3206-7091-60CC5FD86D80}"/>
          </ac:picMkLst>
        </pc:picChg>
        <pc:picChg chg="add mod">
          <ac:chgData name="Jérémy REDING" userId="170a12f5445ece79" providerId="LiveId" clId="{4E28D38F-FEE6-4A10-8118-9A14AA809551}" dt="2025-08-27T19:51:25.033" v="733" actId="14100"/>
          <ac:picMkLst>
            <pc:docMk/>
            <pc:sldMk cId="464360491" sldId="263"/>
            <ac:picMk id="19" creationId="{246E03E0-1ADC-7059-5EA1-C39F2D56E574}"/>
          </ac:picMkLst>
        </pc:picChg>
        <pc:picChg chg="mod">
          <ac:chgData name="Jérémy REDING" userId="170a12f5445ece79" providerId="LiveId" clId="{4E28D38F-FEE6-4A10-8118-9A14AA809551}" dt="2025-08-27T15:28:16.164" v="484" actId="1076"/>
          <ac:picMkLst>
            <pc:docMk/>
            <pc:sldMk cId="464360491" sldId="263"/>
            <ac:picMk id="41" creationId="{FCE9437A-AA33-FE7B-5F57-6618193BC013}"/>
          </ac:picMkLst>
        </pc:picChg>
        <pc:cxnChg chg="add mod">
          <ac:chgData name="Jérémy REDING" userId="170a12f5445ece79" providerId="LiveId" clId="{4E28D38F-FEE6-4A10-8118-9A14AA809551}" dt="2025-08-27T15:30:35.887" v="499" actId="1076"/>
          <ac:cxnSpMkLst>
            <pc:docMk/>
            <pc:sldMk cId="464360491" sldId="263"/>
            <ac:cxnSpMk id="20" creationId="{E65930F0-87BC-ADA4-F86A-7EB485C12BD9}"/>
          </ac:cxnSpMkLst>
        </pc:cxnChg>
        <pc:cxnChg chg="mod">
          <ac:chgData name="Jérémy REDING" userId="170a12f5445ece79" providerId="LiveId" clId="{4E28D38F-FEE6-4A10-8118-9A14AA809551}" dt="2025-08-27T15:33:17.414" v="551" actId="1076"/>
          <ac:cxnSpMkLst>
            <pc:docMk/>
            <pc:sldMk cId="464360491" sldId="263"/>
            <ac:cxnSpMk id="24" creationId="{F2C3F7D8-95AF-20F4-300A-4BF423D24909}"/>
          </ac:cxnSpMkLst>
        </pc:cxnChg>
        <pc:cxnChg chg="mod">
          <ac:chgData name="Jérémy REDING" userId="170a12f5445ece79" providerId="LiveId" clId="{4E28D38F-FEE6-4A10-8118-9A14AA809551}" dt="2025-08-27T15:33:17.414" v="551" actId="1076"/>
          <ac:cxnSpMkLst>
            <pc:docMk/>
            <pc:sldMk cId="464360491" sldId="263"/>
            <ac:cxnSpMk id="30" creationId="{BC11F7B6-1CFF-1712-45BE-5C6C4E11333B}"/>
          </ac:cxnSpMkLst>
        </pc:cxnChg>
      </pc:sldChg>
      <pc:sldChg chg="addSp delSp modSp add mod">
        <pc:chgData name="Jérémy REDING" userId="170a12f5445ece79" providerId="LiveId" clId="{4E28D38F-FEE6-4A10-8118-9A14AA809551}" dt="2025-08-28T08:22:48.217" v="1688" actId="1076"/>
        <pc:sldMkLst>
          <pc:docMk/>
          <pc:sldMk cId="1682188935" sldId="264"/>
        </pc:sldMkLst>
        <pc:spChg chg="add del mod">
          <ac:chgData name="Jérémy REDING" userId="170a12f5445ece79" providerId="LiveId" clId="{4E28D38F-FEE6-4A10-8118-9A14AA809551}" dt="2025-08-28T08:22:42.925" v="1686" actId="478"/>
          <ac:spMkLst>
            <pc:docMk/>
            <pc:sldMk cId="1682188935" sldId="264"/>
            <ac:spMk id="2" creationId="{BD30C9FA-672E-727D-574A-EC1AC2D899AB}"/>
          </ac:spMkLst>
        </pc:spChg>
        <pc:spChg chg="add mod">
          <ac:chgData name="Jérémy REDING" userId="170a12f5445ece79" providerId="LiveId" clId="{4E28D38F-FEE6-4A10-8118-9A14AA809551}" dt="2025-08-27T15:34:34.254" v="591" actId="20577"/>
          <ac:spMkLst>
            <pc:docMk/>
            <pc:sldMk cId="1682188935" sldId="264"/>
            <ac:spMk id="3" creationId="{D876D74E-3DB3-4ACE-4563-55D25F862E32}"/>
          </ac:spMkLst>
        </pc:spChg>
        <pc:spChg chg="del">
          <ac:chgData name="Jérémy REDING" userId="170a12f5445ece79" providerId="LiveId" clId="{4E28D38F-FEE6-4A10-8118-9A14AA809551}" dt="2025-08-28T08:22:40.581" v="1684" actId="478"/>
          <ac:spMkLst>
            <pc:docMk/>
            <pc:sldMk cId="1682188935" sldId="264"/>
            <ac:spMk id="4" creationId="{7DE708AD-465F-731C-DF62-9909C80786F6}"/>
          </ac:spMkLst>
        </pc:spChg>
        <pc:spChg chg="mod">
          <ac:chgData name="Jérémy REDING" userId="170a12f5445ece79" providerId="LiveId" clId="{4E28D38F-FEE6-4A10-8118-9A14AA809551}" dt="2025-08-27T15:33:42.425" v="564" actId="14100"/>
          <ac:spMkLst>
            <pc:docMk/>
            <pc:sldMk cId="1682188935" sldId="264"/>
            <ac:spMk id="5" creationId="{1AC14AEC-D267-A877-BCF3-F3BE81C8B2BC}"/>
          </ac:spMkLst>
        </pc:spChg>
        <pc:spChg chg="mod">
          <ac:chgData name="Jérémy REDING" userId="170a12f5445ece79" providerId="LiveId" clId="{4E28D38F-FEE6-4A10-8118-9A14AA809551}" dt="2025-08-27T15:33:51.846" v="575" actId="14100"/>
          <ac:spMkLst>
            <pc:docMk/>
            <pc:sldMk cId="1682188935" sldId="264"/>
            <ac:spMk id="6" creationId="{618D0682-3BFE-C63C-9366-50486B080148}"/>
          </ac:spMkLst>
        </pc:spChg>
        <pc:spChg chg="add mod">
          <ac:chgData name="Jérémy REDING" userId="170a12f5445ece79" providerId="LiveId" clId="{4E28D38F-FEE6-4A10-8118-9A14AA809551}" dt="2025-08-27T15:34:50.188" v="607" actId="14100"/>
          <ac:spMkLst>
            <pc:docMk/>
            <pc:sldMk cId="1682188935" sldId="264"/>
            <ac:spMk id="11" creationId="{3339CD08-8C19-EFA1-CB44-056DBD4AF6B9}"/>
          </ac:spMkLst>
        </pc:spChg>
        <pc:spChg chg="add mod">
          <ac:chgData name="Jérémy REDING" userId="170a12f5445ece79" providerId="LiveId" clId="{4E28D38F-FEE6-4A10-8118-9A14AA809551}" dt="2025-08-28T08:22:41.368" v="1685"/>
          <ac:spMkLst>
            <pc:docMk/>
            <pc:sldMk cId="1682188935" sldId="264"/>
            <ac:spMk id="15" creationId="{A2F937F3-D896-B029-6520-C9E47C140F4A}"/>
          </ac:spMkLst>
        </pc:spChg>
        <pc:spChg chg="del mod">
          <ac:chgData name="Jérémy REDING" userId="170a12f5445ece79" providerId="LiveId" clId="{4E28D38F-FEE6-4A10-8118-9A14AA809551}" dt="2025-08-27T15:33:58.518" v="579" actId="478"/>
          <ac:spMkLst>
            <pc:docMk/>
            <pc:sldMk cId="1682188935" sldId="264"/>
            <ac:spMk id="16" creationId="{40E05663-A0C2-217B-B491-D4C105B7DB7B}"/>
          </ac:spMkLst>
        </pc:spChg>
        <pc:spChg chg="add mod">
          <ac:chgData name="Jérémy REDING" userId="170a12f5445ece79" providerId="LiveId" clId="{4E28D38F-FEE6-4A10-8118-9A14AA809551}" dt="2025-08-28T08:22:48.217" v="1688" actId="1076"/>
          <ac:spMkLst>
            <pc:docMk/>
            <pc:sldMk cId="1682188935" sldId="264"/>
            <ac:spMk id="16" creationId="{A8CB70DC-8B6B-0C92-77B7-0392C2D68932}"/>
          </ac:spMkLst>
        </pc:spChg>
        <pc:spChg chg="add mod">
          <ac:chgData name="Jérémy REDING" userId="170a12f5445ece79" providerId="LiveId" clId="{4E28D38F-FEE6-4A10-8118-9A14AA809551}" dt="2025-08-27T15:34:28.298" v="583" actId="1076"/>
          <ac:spMkLst>
            <pc:docMk/>
            <pc:sldMk cId="1682188935" sldId="264"/>
            <ac:spMk id="17" creationId="{22A6CC21-825A-2110-ED2A-15E450320D55}"/>
          </ac:spMkLst>
        </pc:spChg>
        <pc:spChg chg="add mod">
          <ac:chgData name="Jérémy REDING" userId="170a12f5445ece79" providerId="LiveId" clId="{4E28D38F-FEE6-4A10-8118-9A14AA809551}" dt="2025-08-27T15:34:28.298" v="583" actId="1076"/>
          <ac:spMkLst>
            <pc:docMk/>
            <pc:sldMk cId="1682188935" sldId="264"/>
            <ac:spMk id="18" creationId="{820A0879-2ADC-6501-F964-A885FAD9CE48}"/>
          </ac:spMkLst>
        </pc:spChg>
        <pc:spChg chg="del">
          <ac:chgData name="Jérémy REDING" userId="170a12f5445ece79" providerId="LiveId" clId="{4E28D38F-FEE6-4A10-8118-9A14AA809551}" dt="2025-08-27T15:34:17.434" v="581" actId="478"/>
          <ac:spMkLst>
            <pc:docMk/>
            <pc:sldMk cId="1682188935" sldId="264"/>
            <ac:spMk id="21" creationId="{68DC7866-67DD-1683-38D3-16AFBC0AD1F3}"/>
          </ac:spMkLst>
        </pc:spChg>
        <pc:spChg chg="add mod">
          <ac:chgData name="Jérémy REDING" userId="170a12f5445ece79" providerId="LiveId" clId="{4E28D38F-FEE6-4A10-8118-9A14AA809551}" dt="2025-08-27T15:34:28.298" v="583" actId="1076"/>
          <ac:spMkLst>
            <pc:docMk/>
            <pc:sldMk cId="1682188935" sldId="264"/>
            <ac:spMk id="22" creationId="{D2C8D1BD-3593-6C95-AB95-FBB68C607491}"/>
          </ac:spMkLst>
        </pc:spChg>
        <pc:spChg chg="del">
          <ac:chgData name="Jérémy REDING" userId="170a12f5445ece79" providerId="LiveId" clId="{4E28D38F-FEE6-4A10-8118-9A14AA809551}" dt="2025-08-27T15:34:17.434" v="581" actId="478"/>
          <ac:spMkLst>
            <pc:docMk/>
            <pc:sldMk cId="1682188935" sldId="264"/>
            <ac:spMk id="23" creationId="{8080E79D-D30C-8910-E466-78BF69F79CA2}"/>
          </ac:spMkLst>
        </pc:spChg>
        <pc:spChg chg="del">
          <ac:chgData name="Jérémy REDING" userId="170a12f5445ece79" providerId="LiveId" clId="{4E28D38F-FEE6-4A10-8118-9A14AA809551}" dt="2025-08-27T15:34:17.434" v="581" actId="478"/>
          <ac:spMkLst>
            <pc:docMk/>
            <pc:sldMk cId="1682188935" sldId="264"/>
            <ac:spMk id="25" creationId="{5BEF9634-F4CF-A670-4E56-EA6EF95539BE}"/>
          </ac:spMkLst>
        </pc:spChg>
        <pc:spChg chg="del">
          <ac:chgData name="Jérémy REDING" userId="170a12f5445ece79" providerId="LiveId" clId="{4E28D38F-FEE6-4A10-8118-9A14AA809551}" dt="2025-08-27T15:34:17.434" v="581" actId="478"/>
          <ac:spMkLst>
            <pc:docMk/>
            <pc:sldMk cId="1682188935" sldId="264"/>
            <ac:spMk id="26" creationId="{E45F4F0A-45BF-6602-BF31-AD2B7E0923FD}"/>
          </ac:spMkLst>
        </pc:spChg>
        <pc:spChg chg="del">
          <ac:chgData name="Jérémy REDING" userId="170a12f5445ece79" providerId="LiveId" clId="{4E28D38F-FEE6-4A10-8118-9A14AA809551}" dt="2025-08-27T15:34:17.434" v="581" actId="478"/>
          <ac:spMkLst>
            <pc:docMk/>
            <pc:sldMk cId="1682188935" sldId="264"/>
            <ac:spMk id="31" creationId="{AE428C5D-4C2D-2D47-C14A-19BF6D3DF6E1}"/>
          </ac:spMkLst>
        </pc:spChg>
        <pc:spChg chg="del">
          <ac:chgData name="Jérémy REDING" userId="170a12f5445ece79" providerId="LiveId" clId="{4E28D38F-FEE6-4A10-8118-9A14AA809551}" dt="2025-08-27T15:33:56.294" v="576" actId="478"/>
          <ac:spMkLst>
            <pc:docMk/>
            <pc:sldMk cId="1682188935" sldId="264"/>
            <ac:spMk id="37" creationId="{272C2F73-9D38-8ACD-A278-FF7EE33F1B17}"/>
          </ac:spMkLst>
        </pc:spChg>
        <pc:spChg chg="del">
          <ac:chgData name="Jérémy REDING" userId="170a12f5445ece79" providerId="LiveId" clId="{4E28D38F-FEE6-4A10-8118-9A14AA809551}" dt="2025-08-27T15:33:56.294" v="576" actId="478"/>
          <ac:spMkLst>
            <pc:docMk/>
            <pc:sldMk cId="1682188935" sldId="264"/>
            <ac:spMk id="38" creationId="{536267B1-AF10-9351-894E-4C0D09B93A0D}"/>
          </ac:spMkLst>
        </pc:spChg>
        <pc:spChg chg="del">
          <ac:chgData name="Jérémy REDING" userId="170a12f5445ece79" providerId="LiveId" clId="{4E28D38F-FEE6-4A10-8118-9A14AA809551}" dt="2025-08-27T15:34:17.434" v="581" actId="478"/>
          <ac:spMkLst>
            <pc:docMk/>
            <pc:sldMk cId="1682188935" sldId="264"/>
            <ac:spMk id="39" creationId="{2855F009-723D-7032-2D3E-3FC42550D162}"/>
          </ac:spMkLst>
        </pc:spChg>
        <pc:picChg chg="mod">
          <ac:chgData name="Jérémy REDING" userId="170a12f5445ece79" providerId="LiveId" clId="{4E28D38F-FEE6-4A10-8118-9A14AA809551}" dt="2025-08-27T15:34:02.399" v="580" actId="1076"/>
          <ac:picMkLst>
            <pc:docMk/>
            <pc:sldMk cId="1682188935" sldId="264"/>
            <ac:picMk id="10" creationId="{FDD88DE5-B3D6-D794-8A5A-9EE44C7B6596}"/>
          </ac:picMkLst>
        </pc:picChg>
        <pc:picChg chg="del">
          <ac:chgData name="Jérémy REDING" userId="170a12f5445ece79" providerId="LiveId" clId="{4E28D38F-FEE6-4A10-8118-9A14AA809551}" dt="2025-08-27T15:33:57.983" v="578" actId="478"/>
          <ac:picMkLst>
            <pc:docMk/>
            <pc:sldMk cId="1682188935" sldId="264"/>
            <ac:picMk id="15" creationId="{5567E4C5-DC41-F525-C3E3-C3403DF77546}"/>
          </ac:picMkLst>
        </pc:picChg>
        <pc:picChg chg="add mod">
          <ac:chgData name="Jérémy REDING" userId="170a12f5445ece79" providerId="LiveId" clId="{4E28D38F-FEE6-4A10-8118-9A14AA809551}" dt="2025-08-27T15:34:28.298" v="583" actId="1076"/>
          <ac:picMkLst>
            <pc:docMk/>
            <pc:sldMk cId="1682188935" sldId="264"/>
            <ac:picMk id="19" creationId="{E8800CCA-50AD-24D9-3C76-8FF25E5FF3C3}"/>
          </ac:picMkLst>
        </pc:picChg>
        <pc:picChg chg="del">
          <ac:chgData name="Jérémy REDING" userId="170a12f5445ece79" providerId="LiveId" clId="{4E28D38F-FEE6-4A10-8118-9A14AA809551}" dt="2025-08-27T15:34:17.434" v="581" actId="478"/>
          <ac:picMkLst>
            <pc:docMk/>
            <pc:sldMk cId="1682188935" sldId="264"/>
            <ac:picMk id="27" creationId="{6BD58CBB-2740-1B4E-03FE-7960F2C542BD}"/>
          </ac:picMkLst>
        </pc:picChg>
        <pc:picChg chg="del">
          <ac:chgData name="Jérémy REDING" userId="170a12f5445ece79" providerId="LiveId" clId="{4E28D38F-FEE6-4A10-8118-9A14AA809551}" dt="2025-08-27T15:34:17.434" v="581" actId="478"/>
          <ac:picMkLst>
            <pc:docMk/>
            <pc:sldMk cId="1682188935" sldId="264"/>
            <ac:picMk id="41" creationId="{138294A1-6529-1369-0DA5-E1577819EED3}"/>
          </ac:picMkLst>
        </pc:picChg>
        <pc:cxnChg chg="add mod">
          <ac:chgData name="Jérémy REDING" userId="170a12f5445ece79" providerId="LiveId" clId="{4E28D38F-FEE6-4A10-8118-9A14AA809551}" dt="2025-08-27T15:34:28.298" v="583" actId="1076"/>
          <ac:cxnSpMkLst>
            <pc:docMk/>
            <pc:sldMk cId="1682188935" sldId="264"/>
            <ac:cxnSpMk id="12" creationId="{A0F70584-5C9C-DA6C-3864-2AC6CA1388E7}"/>
          </ac:cxnSpMkLst>
        </pc:cxnChg>
        <pc:cxnChg chg="add mod">
          <ac:chgData name="Jérémy REDING" userId="170a12f5445ece79" providerId="LiveId" clId="{4E28D38F-FEE6-4A10-8118-9A14AA809551}" dt="2025-08-27T15:34:28.298" v="583" actId="1076"/>
          <ac:cxnSpMkLst>
            <pc:docMk/>
            <pc:sldMk cId="1682188935" sldId="264"/>
            <ac:cxnSpMk id="20" creationId="{AF786059-A042-D95A-5757-C6BA1AF0B537}"/>
          </ac:cxnSpMkLst>
        </pc:cxnChg>
        <pc:cxnChg chg="del">
          <ac:chgData name="Jérémy REDING" userId="170a12f5445ece79" providerId="LiveId" clId="{4E28D38F-FEE6-4A10-8118-9A14AA809551}" dt="2025-08-27T15:34:17.434" v="581" actId="478"/>
          <ac:cxnSpMkLst>
            <pc:docMk/>
            <pc:sldMk cId="1682188935" sldId="264"/>
            <ac:cxnSpMk id="24" creationId="{D81B9E8A-3073-D98A-7FE7-47EF305606B5}"/>
          </ac:cxnSpMkLst>
        </pc:cxnChg>
        <pc:cxnChg chg="del">
          <ac:chgData name="Jérémy REDING" userId="170a12f5445ece79" providerId="LiveId" clId="{4E28D38F-FEE6-4A10-8118-9A14AA809551}" dt="2025-08-27T15:34:17.434" v="581" actId="478"/>
          <ac:cxnSpMkLst>
            <pc:docMk/>
            <pc:sldMk cId="1682188935" sldId="264"/>
            <ac:cxnSpMk id="30" creationId="{7065D4B1-BE70-8895-7CD8-1980511FF80F}"/>
          </ac:cxnSpMkLst>
        </pc:cxnChg>
      </pc:sldChg>
      <pc:sldChg chg="addSp delSp modSp add mod">
        <pc:chgData name="Jérémy REDING" userId="170a12f5445ece79" providerId="LiveId" clId="{4E28D38F-FEE6-4A10-8118-9A14AA809551}" dt="2025-08-28T08:23:47.123" v="1693"/>
        <pc:sldMkLst>
          <pc:docMk/>
          <pc:sldMk cId="3768072617" sldId="265"/>
        </pc:sldMkLst>
        <pc:spChg chg="del">
          <ac:chgData name="Jérémy REDING" userId="170a12f5445ece79" providerId="LiveId" clId="{4E28D38F-FEE6-4A10-8118-9A14AA809551}" dt="2025-08-28T08:23:40.358" v="1690" actId="478"/>
          <ac:spMkLst>
            <pc:docMk/>
            <pc:sldMk cId="3768072617" sldId="265"/>
            <ac:spMk id="2" creationId="{9ED82568-6BAD-6446-7A05-84AE9165007A}"/>
          </ac:spMkLst>
        </pc:spChg>
        <pc:spChg chg="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3" creationId="{C1480A31-4F55-1EA3-5942-4B98AEDA44D8}"/>
          </ac:spMkLst>
        </pc:spChg>
        <pc:spChg chg="del">
          <ac:chgData name="Jérémy REDING" userId="170a12f5445ece79" providerId="LiveId" clId="{4E28D38F-FEE6-4A10-8118-9A14AA809551}" dt="2025-08-28T08:23:38.447" v="1689" actId="478"/>
          <ac:spMkLst>
            <pc:docMk/>
            <pc:sldMk cId="3768072617" sldId="265"/>
            <ac:spMk id="4" creationId="{DA32D481-2584-8A50-4ABD-4B16D4EDBC3B}"/>
          </ac:spMkLst>
        </pc:spChg>
        <pc:spChg chg="del">
          <ac:chgData name="Jérémy REDING" userId="170a12f5445ece79" providerId="LiveId" clId="{4E28D38F-FEE6-4A10-8118-9A14AA809551}" dt="2025-08-27T15:40:04.654" v="609" actId="478"/>
          <ac:spMkLst>
            <pc:docMk/>
            <pc:sldMk cId="3768072617" sldId="265"/>
            <ac:spMk id="5" creationId="{7741EE51-AB87-D644-EA04-C35F80D35FD2}"/>
          </ac:spMkLst>
        </pc:spChg>
        <pc:spChg chg="add mod">
          <ac:chgData name="Jérémy REDING" userId="170a12f5445ece79" providerId="LiveId" clId="{4E28D38F-FEE6-4A10-8118-9A14AA809551}" dt="2025-08-28T08:23:45.989" v="1692" actId="1076"/>
          <ac:spMkLst>
            <pc:docMk/>
            <pc:sldMk cId="3768072617" sldId="265"/>
            <ac:spMk id="5" creationId="{DC21933D-EED6-C2BF-3679-6343EBE3A9A9}"/>
          </ac:spMkLst>
        </pc:spChg>
        <pc:spChg chg="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6" creationId="{4CEE8DDA-BE81-6F96-E2BD-2BA7B11C337C}"/>
          </ac:spMkLst>
        </pc:spChg>
        <pc:spChg chg="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8" creationId="{A204CE44-0D52-64F1-2A65-C0012417436E}"/>
          </ac:spMkLst>
        </pc:spChg>
        <pc:spChg chg="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9" creationId="{D1DDFEFB-D7CF-998B-695A-469C7728346B}"/>
          </ac:spMkLst>
        </pc:spChg>
        <pc:spChg chg="add mod">
          <ac:chgData name="Jérémy REDING" userId="170a12f5445ece79" providerId="LiveId" clId="{4E28D38F-FEE6-4A10-8118-9A14AA809551}" dt="2025-08-28T08:23:47.123" v="1693"/>
          <ac:spMkLst>
            <pc:docMk/>
            <pc:sldMk cId="3768072617" sldId="265"/>
            <ac:spMk id="10" creationId="{1833F965-01DD-2F40-4D4D-782C2699F282}"/>
          </ac:spMkLst>
        </pc:spChg>
        <pc:spChg chg="mod">
          <ac:chgData name="Jérémy REDING" userId="170a12f5445ece79" providerId="LiveId" clId="{4E28D38F-FEE6-4A10-8118-9A14AA809551}" dt="2025-08-27T15:40:10.551" v="610" actId="1076"/>
          <ac:spMkLst>
            <pc:docMk/>
            <pc:sldMk cId="3768072617" sldId="265"/>
            <ac:spMk id="11" creationId="{8C56E2F5-2865-5CD5-1887-2305A0CD1731}"/>
          </ac:spMkLst>
        </pc:spChg>
        <pc:spChg chg="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14" creationId="{E600483D-1EA7-F9C8-E5A9-28C9406F1261}"/>
          </ac:spMkLst>
        </pc:spChg>
        <pc:spChg chg="add 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16" creationId="{FC255E64-2A20-43C9-62D2-020D36581E81}"/>
          </ac:spMkLst>
        </pc:spChg>
        <pc:spChg chg="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18" creationId="{91CCE74B-A76E-80BD-23D4-743340D84EB8}"/>
          </ac:spMkLst>
        </pc:spChg>
        <pc:spChg chg="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22" creationId="{250129E7-C530-F1BE-E429-8417E5BF1861}"/>
          </ac:spMkLst>
        </pc:spChg>
        <pc:spChg chg="add mod">
          <ac:chgData name="Jérémy REDING" userId="170a12f5445ece79" providerId="LiveId" clId="{4E28D38F-FEE6-4A10-8118-9A14AA809551}" dt="2025-08-27T15:42:49.406" v="651" actId="20577"/>
          <ac:spMkLst>
            <pc:docMk/>
            <pc:sldMk cId="3768072617" sldId="265"/>
            <ac:spMk id="24" creationId="{B1E93A03-2716-A8FF-AE6F-FF80E845116D}"/>
          </ac:spMkLst>
        </pc:spChg>
        <pc:spChg chg="add mod">
          <ac:chgData name="Jérémy REDING" userId="170a12f5445ece79" providerId="LiveId" clId="{4E28D38F-FEE6-4A10-8118-9A14AA809551}" dt="2025-08-27T15:43:30.379" v="656" actId="1076"/>
          <ac:spMkLst>
            <pc:docMk/>
            <pc:sldMk cId="3768072617" sldId="265"/>
            <ac:spMk id="26" creationId="{98F4FEB6-48C3-2DBF-3CD9-426EBCF1CBAF}"/>
          </ac:spMkLst>
        </pc:spChg>
        <pc:spChg chg="add 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27" creationId="{9F48CD98-A4F2-2BD1-B554-17E3715A2435}"/>
          </ac:spMkLst>
        </pc:spChg>
        <pc:spChg chg="add mod">
          <ac:chgData name="Jérémy REDING" userId="170a12f5445ece79" providerId="LiveId" clId="{4E28D38F-FEE6-4A10-8118-9A14AA809551}" dt="2025-08-28T07:02:24.813" v="1642" actId="1076"/>
          <ac:spMkLst>
            <pc:docMk/>
            <pc:sldMk cId="3768072617" sldId="265"/>
            <ac:spMk id="29" creationId="{F0EF00C4-57A0-3BB8-862B-88453C4DD211}"/>
          </ac:spMkLst>
        </pc:spChg>
        <pc:picChg chg="del">
          <ac:chgData name="Jérémy REDING" userId="170a12f5445ece79" providerId="LiveId" clId="{4E28D38F-FEE6-4A10-8118-9A14AA809551}" dt="2025-08-27T15:40:34.256" v="623" actId="478"/>
          <ac:picMkLst>
            <pc:docMk/>
            <pc:sldMk cId="3768072617" sldId="265"/>
            <ac:picMk id="10" creationId="{8E948D8C-D98B-1CC0-D85A-4F5313DFA158}"/>
          </ac:picMkLst>
        </pc:picChg>
        <pc:picChg chg="add mod">
          <ac:chgData name="Jérémy REDING" userId="170a12f5445ece79" providerId="LiveId" clId="{4E28D38F-FEE6-4A10-8118-9A14AA809551}" dt="2025-08-27T15:40:46.222" v="624"/>
          <ac:picMkLst>
            <pc:docMk/>
            <pc:sldMk cId="3768072617" sldId="265"/>
            <ac:picMk id="15" creationId="{FE1F7831-7E98-6718-9112-E02F23093925}"/>
          </ac:picMkLst>
        </pc:picChg>
        <pc:picChg chg="del">
          <ac:chgData name="Jérémy REDING" userId="170a12f5445ece79" providerId="LiveId" clId="{4E28D38F-FEE6-4A10-8118-9A14AA809551}" dt="2025-08-27T15:42:58.658" v="652" actId="478"/>
          <ac:picMkLst>
            <pc:docMk/>
            <pc:sldMk cId="3768072617" sldId="265"/>
            <ac:picMk id="19" creationId="{946B23BF-C996-C036-5A90-45944231AC23}"/>
          </ac:picMkLst>
        </pc:picChg>
        <pc:picChg chg="add mod">
          <ac:chgData name="Jérémy REDING" userId="170a12f5445ece79" providerId="LiveId" clId="{4E28D38F-FEE6-4A10-8118-9A14AA809551}" dt="2025-08-27T15:41:44.324" v="628" actId="1076"/>
          <ac:picMkLst>
            <pc:docMk/>
            <pc:sldMk cId="3768072617" sldId="265"/>
            <ac:picMk id="21" creationId="{5365AEC8-7B59-AAF6-4E49-8BEBA6D79BAB}"/>
          </ac:picMkLst>
        </pc:picChg>
        <pc:picChg chg="add mod">
          <ac:chgData name="Jérémy REDING" userId="170a12f5445ece79" providerId="LiveId" clId="{4E28D38F-FEE6-4A10-8118-9A14AA809551}" dt="2025-08-27T19:51:20.156" v="732" actId="14100"/>
          <ac:picMkLst>
            <pc:docMk/>
            <pc:sldMk cId="3768072617" sldId="265"/>
            <ac:picMk id="23" creationId="{79FEFEA5-0B3F-0721-CFB4-F29A2166EAC8}"/>
          </ac:picMkLst>
        </pc:picChg>
        <pc:picChg chg="add mod">
          <ac:chgData name="Jérémy REDING" userId="170a12f5445ece79" providerId="LiveId" clId="{4E28D38F-FEE6-4A10-8118-9A14AA809551}" dt="2025-08-27T19:51:10.016" v="731" actId="14100"/>
          <ac:picMkLst>
            <pc:docMk/>
            <pc:sldMk cId="3768072617" sldId="265"/>
            <ac:picMk id="25" creationId="{CCD8362C-EB00-5B03-3036-947007145392}"/>
          </ac:picMkLst>
        </pc:picChg>
        <pc:picChg chg="add mod">
          <ac:chgData name="Jérémy REDING" userId="170a12f5445ece79" providerId="LiveId" clId="{4E28D38F-FEE6-4A10-8118-9A14AA809551}" dt="2025-08-27T15:44:17.300" v="660" actId="1076"/>
          <ac:picMkLst>
            <pc:docMk/>
            <pc:sldMk cId="3768072617" sldId="265"/>
            <ac:picMk id="28" creationId="{0C93EC8C-309B-ABCF-429D-2A4802476A3C}"/>
          </ac:picMkLst>
        </pc:picChg>
      </pc:sldChg>
      <pc:sldChg chg="addSp delSp modSp add mod">
        <pc:chgData name="Jérémy REDING" userId="170a12f5445ece79" providerId="LiveId" clId="{4E28D38F-FEE6-4A10-8118-9A14AA809551}" dt="2025-08-28T08:24:47.252" v="1698" actId="1076"/>
        <pc:sldMkLst>
          <pc:docMk/>
          <pc:sldMk cId="663155255" sldId="266"/>
        </pc:sldMkLst>
        <pc:spChg chg="del">
          <ac:chgData name="Jérémy REDING" userId="170a12f5445ece79" providerId="LiveId" clId="{4E28D38F-FEE6-4A10-8118-9A14AA809551}" dt="2025-08-28T08:24:40.698" v="1695" actId="478"/>
          <ac:spMkLst>
            <pc:docMk/>
            <pc:sldMk cId="663155255" sldId="266"/>
            <ac:spMk id="2" creationId="{6293B043-6CE2-2E6F-D09C-0BFD738F026F}"/>
          </ac:spMkLst>
        </pc:spChg>
        <pc:spChg chg="del mod">
          <ac:chgData name="Jérémy REDING" userId="170a12f5445ece79" providerId="LiveId" clId="{4E28D38F-FEE6-4A10-8118-9A14AA809551}" dt="2025-08-27T19:52:09.694" v="739" actId="478"/>
          <ac:spMkLst>
            <pc:docMk/>
            <pc:sldMk cId="663155255" sldId="266"/>
            <ac:spMk id="3" creationId="{DF884F5B-4DF2-A05B-5D55-276DB51F38C8}"/>
          </ac:spMkLst>
        </pc:spChg>
        <pc:spChg chg="add mod">
          <ac:chgData name="Jérémy REDING" userId="170a12f5445ece79" providerId="LiveId" clId="{4E28D38F-FEE6-4A10-8118-9A14AA809551}" dt="2025-08-28T08:24:41.932" v="1696"/>
          <ac:spMkLst>
            <pc:docMk/>
            <pc:sldMk cId="663155255" sldId="266"/>
            <ac:spMk id="3" creationId="{EB936110-AD70-8C4D-7398-695209F548B2}"/>
          </ac:spMkLst>
        </pc:spChg>
        <pc:spChg chg="del">
          <ac:chgData name="Jérémy REDING" userId="170a12f5445ece79" providerId="LiveId" clId="{4E28D38F-FEE6-4A10-8118-9A14AA809551}" dt="2025-08-28T08:24:39.941" v="1694" actId="478"/>
          <ac:spMkLst>
            <pc:docMk/>
            <pc:sldMk cId="663155255" sldId="266"/>
            <ac:spMk id="4" creationId="{BB0FCFB0-AFB1-6CA6-0112-95297B34D0D8}"/>
          </ac:spMkLst>
        </pc:spChg>
        <pc:spChg chg="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6" creationId="{A578E078-C734-61B3-FE6B-821253B0F7B9}"/>
          </ac:spMkLst>
        </pc:spChg>
        <pc:spChg chg="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8" creationId="{7B497594-2FE5-6C39-5097-8202939798DA}"/>
          </ac:spMkLst>
        </pc:spChg>
        <pc:spChg chg="add 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10" creationId="{B490C73A-A95D-BAB1-5A3C-990A74B91798}"/>
          </ac:spMkLst>
        </pc:spChg>
        <pc:spChg chg="mod">
          <ac:chgData name="Jérémy REDING" userId="170a12f5445ece79" providerId="LiveId" clId="{4E28D38F-FEE6-4A10-8118-9A14AA809551}" dt="2025-08-27T19:48:05.645" v="703" actId="20577"/>
          <ac:spMkLst>
            <pc:docMk/>
            <pc:sldMk cId="663155255" sldId="266"/>
            <ac:spMk id="11" creationId="{CCDF6454-C5A1-0B4E-1AEF-E5E4418251D7}"/>
          </ac:spMkLst>
        </pc:spChg>
        <pc:spChg chg="add mod">
          <ac:chgData name="Jérémy REDING" userId="170a12f5445ece79" providerId="LiveId" clId="{4E28D38F-FEE6-4A10-8118-9A14AA809551}" dt="2025-08-28T08:24:47.252" v="1698" actId="1076"/>
          <ac:spMkLst>
            <pc:docMk/>
            <pc:sldMk cId="663155255" sldId="266"/>
            <ac:spMk id="15" creationId="{A630A4E7-8333-DFA5-52A4-5CFC8ACF81CC}"/>
          </ac:spMkLst>
        </pc:spChg>
        <pc:spChg chg="del">
          <ac:chgData name="Jérémy REDING" userId="170a12f5445ece79" providerId="LiveId" clId="{4E28D38F-FEE6-4A10-8118-9A14AA809551}" dt="2025-08-27T19:48:30.077" v="704" actId="478"/>
          <ac:spMkLst>
            <pc:docMk/>
            <pc:sldMk cId="663155255" sldId="266"/>
            <ac:spMk id="16" creationId="{59E5D483-C6E9-9A0F-2C17-88776CB017E6}"/>
          </ac:spMkLst>
        </pc:spChg>
        <pc:spChg chg="mod">
          <ac:chgData name="Jérémy REDING" userId="170a12f5445ece79" providerId="LiveId" clId="{4E28D38F-FEE6-4A10-8118-9A14AA809551}" dt="2025-08-27T19:52:06.582" v="738" actId="1076"/>
          <ac:spMkLst>
            <pc:docMk/>
            <pc:sldMk cId="663155255" sldId="266"/>
            <ac:spMk id="17" creationId="{F2247443-3960-2991-20DC-4E7FEB243884}"/>
          </ac:spMkLst>
        </pc:spChg>
        <pc:spChg chg="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18" creationId="{C4376890-D2E6-21F3-60E5-60F3C47491F9}"/>
          </ac:spMkLst>
        </pc:spChg>
        <pc:spChg chg="add del mod">
          <ac:chgData name="Jérémy REDING" userId="170a12f5445ece79" providerId="LiveId" clId="{4E28D38F-FEE6-4A10-8118-9A14AA809551}" dt="2025-08-27T19:49:15.008" v="711" actId="478"/>
          <ac:spMkLst>
            <pc:docMk/>
            <pc:sldMk cId="663155255" sldId="266"/>
            <ac:spMk id="19" creationId="{C52E12DC-C7F8-3C17-8B85-2FFE863C62EF}"/>
          </ac:spMkLst>
        </pc:spChg>
        <pc:spChg chg="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22" creationId="{801164A7-43A9-5068-A7B6-93316D8ADDBC}"/>
          </ac:spMkLst>
        </pc:spChg>
        <pc:spChg chg="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24" creationId="{50B342F0-116E-969C-6895-E2532DA79065}"/>
          </ac:spMkLst>
        </pc:spChg>
        <pc:spChg chg="del mod">
          <ac:chgData name="Jérémy REDING" userId="170a12f5445ece79" providerId="LiveId" clId="{4E28D38F-FEE6-4A10-8118-9A14AA809551}" dt="2025-08-27T19:52:41.060" v="744" actId="478"/>
          <ac:spMkLst>
            <pc:docMk/>
            <pc:sldMk cId="663155255" sldId="266"/>
            <ac:spMk id="26" creationId="{9F65A2ED-52BF-A735-6D71-E4F1FE3046D8}"/>
          </ac:spMkLst>
        </pc:spChg>
        <pc:spChg chg="del mod">
          <ac:chgData name="Jérémy REDING" userId="170a12f5445ece79" providerId="LiveId" clId="{4E28D38F-FEE6-4A10-8118-9A14AA809551}" dt="2025-08-27T19:52:43.172" v="745" actId="478"/>
          <ac:spMkLst>
            <pc:docMk/>
            <pc:sldMk cId="663155255" sldId="266"/>
            <ac:spMk id="27" creationId="{F7DA5AA6-1E64-BC7A-31D8-5E5D7781AC42}"/>
          </ac:spMkLst>
        </pc:spChg>
        <pc:spChg chg="del mod">
          <ac:chgData name="Jérémy REDING" userId="170a12f5445ece79" providerId="LiveId" clId="{4E28D38F-FEE6-4A10-8118-9A14AA809551}" dt="2025-08-27T19:52:43.172" v="745" actId="478"/>
          <ac:spMkLst>
            <pc:docMk/>
            <pc:sldMk cId="663155255" sldId="266"/>
            <ac:spMk id="29" creationId="{88A012E6-2D2E-F74F-BCF7-6660BE1DE705}"/>
          </ac:spMkLst>
        </pc:spChg>
        <pc:spChg chg="add 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30" creationId="{DD92FA22-BEC6-7792-DF5F-CE272C19A970}"/>
          </ac:spMkLst>
        </pc:spChg>
        <pc:spChg chg="add 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31" creationId="{B007ADFA-065E-89C1-1763-9EC543E6678A}"/>
          </ac:spMkLst>
        </pc:spChg>
        <pc:spChg chg="add 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32" creationId="{2ED0E034-D554-426B-8400-B70DDA444C16}"/>
          </ac:spMkLst>
        </pc:spChg>
        <pc:spChg chg="add mod">
          <ac:chgData name="Jérémy REDING" userId="170a12f5445ece79" providerId="LiveId" clId="{4E28D38F-FEE6-4A10-8118-9A14AA809551}" dt="2025-08-28T07:04:27.868" v="1643" actId="1076"/>
          <ac:spMkLst>
            <pc:docMk/>
            <pc:sldMk cId="663155255" sldId="266"/>
            <ac:spMk id="35" creationId="{66EFB1A0-1E0C-D87C-97D3-5C441374DFA4}"/>
          </ac:spMkLst>
        </pc:spChg>
        <pc:picChg chg="add mod">
          <ac:chgData name="Jérémy REDING" userId="170a12f5445ece79" providerId="LiveId" clId="{4E28D38F-FEE6-4A10-8118-9A14AA809551}" dt="2025-08-27T19:51:03.100" v="729" actId="14100"/>
          <ac:picMkLst>
            <pc:docMk/>
            <pc:sldMk cId="663155255" sldId="266"/>
            <ac:picMk id="5" creationId="{D6529DB1-C1E8-2977-A83A-07CCD24150CE}"/>
          </ac:picMkLst>
        </pc:picChg>
        <pc:picChg chg="del">
          <ac:chgData name="Jérémy REDING" userId="170a12f5445ece79" providerId="LiveId" clId="{4E28D38F-FEE6-4A10-8118-9A14AA809551}" dt="2025-08-27T19:48:30.077" v="704" actId="478"/>
          <ac:picMkLst>
            <pc:docMk/>
            <pc:sldMk cId="663155255" sldId="266"/>
            <ac:picMk id="15" creationId="{8A730C72-90D7-30AE-4D7E-4B66290B4F6B}"/>
          </ac:picMkLst>
        </pc:picChg>
        <pc:picChg chg="mod">
          <ac:chgData name="Jérémy REDING" userId="170a12f5445ece79" providerId="LiveId" clId="{4E28D38F-FEE6-4A10-8118-9A14AA809551}" dt="2025-08-27T19:50:35.014" v="725" actId="1076"/>
          <ac:picMkLst>
            <pc:docMk/>
            <pc:sldMk cId="663155255" sldId="266"/>
            <ac:picMk id="21" creationId="{94842650-492D-1C63-9ED6-999360955A80}"/>
          </ac:picMkLst>
        </pc:picChg>
        <pc:picChg chg="del">
          <ac:chgData name="Jérémy REDING" userId="170a12f5445ece79" providerId="LiveId" clId="{4E28D38F-FEE6-4A10-8118-9A14AA809551}" dt="2025-08-27T19:50:00.856" v="720" actId="478"/>
          <ac:picMkLst>
            <pc:docMk/>
            <pc:sldMk cId="663155255" sldId="266"/>
            <ac:picMk id="23" creationId="{32201A96-5D54-B89B-EA58-7A1E6716DF17}"/>
          </ac:picMkLst>
        </pc:picChg>
        <pc:picChg chg="del mod">
          <ac:chgData name="Jérémy REDING" userId="170a12f5445ece79" providerId="LiveId" clId="{4E28D38F-FEE6-4A10-8118-9A14AA809551}" dt="2025-08-27T19:52:37.797" v="743" actId="478"/>
          <ac:picMkLst>
            <pc:docMk/>
            <pc:sldMk cId="663155255" sldId="266"/>
            <ac:picMk id="25" creationId="{D19B445A-949B-9ADA-2BF2-92AED3AB5D83}"/>
          </ac:picMkLst>
        </pc:picChg>
        <pc:picChg chg="del mod">
          <ac:chgData name="Jérémy REDING" userId="170a12f5445ece79" providerId="LiveId" clId="{4E28D38F-FEE6-4A10-8118-9A14AA809551}" dt="2025-08-27T19:52:43.172" v="745" actId="478"/>
          <ac:picMkLst>
            <pc:docMk/>
            <pc:sldMk cId="663155255" sldId="266"/>
            <ac:picMk id="28" creationId="{E390CB55-13A8-CAD6-B6F6-6037AB61739C}"/>
          </ac:picMkLst>
        </pc:picChg>
        <pc:picChg chg="add mod">
          <ac:chgData name="Jérémy REDING" userId="170a12f5445ece79" providerId="LiveId" clId="{4E28D38F-FEE6-4A10-8118-9A14AA809551}" dt="2025-08-27T19:51:54.045" v="737" actId="14100"/>
          <ac:picMkLst>
            <pc:docMk/>
            <pc:sldMk cId="663155255" sldId="266"/>
            <ac:picMk id="33" creationId="{ED163286-2306-B196-9F54-33A9CF1D2C36}"/>
          </ac:picMkLst>
        </pc:picChg>
        <pc:picChg chg="add mod">
          <ac:chgData name="Jérémy REDING" userId="170a12f5445ece79" providerId="LiveId" clId="{4E28D38F-FEE6-4A10-8118-9A14AA809551}" dt="2025-08-27T19:52:13.889" v="740"/>
          <ac:picMkLst>
            <pc:docMk/>
            <pc:sldMk cId="663155255" sldId="266"/>
            <ac:picMk id="34" creationId="{24D5DA36-7913-26AF-4C12-6C8FE1395AB1}"/>
          </ac:picMkLst>
        </pc:picChg>
        <pc:picChg chg="add mod">
          <ac:chgData name="Jérémy REDING" userId="170a12f5445ece79" providerId="LiveId" clId="{4E28D38F-FEE6-4A10-8118-9A14AA809551}" dt="2025-08-27T19:53:03.134" v="749" actId="1076"/>
          <ac:picMkLst>
            <pc:docMk/>
            <pc:sldMk cId="663155255" sldId="266"/>
            <ac:picMk id="36" creationId="{94F75E0C-A070-AF3D-199D-67BAE25BD048}"/>
          </ac:picMkLst>
        </pc:picChg>
      </pc:sldChg>
      <pc:sldChg chg="addSp delSp modSp add mod">
        <pc:chgData name="Jérémy REDING" userId="170a12f5445ece79" providerId="LiveId" clId="{4E28D38F-FEE6-4A10-8118-9A14AA809551}" dt="2025-08-28T08:26:21.660" v="1704" actId="1076"/>
        <pc:sldMkLst>
          <pc:docMk/>
          <pc:sldMk cId="1623837761" sldId="267"/>
        </pc:sldMkLst>
        <pc:spChg chg="del">
          <ac:chgData name="Jérémy REDING" userId="170a12f5445ece79" providerId="LiveId" clId="{4E28D38F-FEE6-4A10-8118-9A14AA809551}" dt="2025-08-28T08:26:02.780" v="1700" actId="478"/>
          <ac:spMkLst>
            <pc:docMk/>
            <pc:sldMk cId="1623837761" sldId="267"/>
            <ac:spMk id="2" creationId="{DBFCA647-5CD2-9AA5-20D8-71094E41007C}"/>
          </ac:spMkLst>
        </pc:spChg>
        <pc:spChg chg="del mod">
          <ac:chgData name="Jérémy REDING" userId="170a12f5445ece79" providerId="LiveId" clId="{4E28D38F-FEE6-4A10-8118-9A14AA809551}" dt="2025-08-27T19:55:17.517" v="804" actId="478"/>
          <ac:spMkLst>
            <pc:docMk/>
            <pc:sldMk cId="1623837761" sldId="267"/>
            <ac:spMk id="3" creationId="{426FDF00-2877-F259-3D1D-120445527571}"/>
          </ac:spMkLst>
        </pc:spChg>
        <pc:spChg chg="add mod">
          <ac:chgData name="Jérémy REDING" userId="170a12f5445ece79" providerId="LiveId" clId="{4E28D38F-FEE6-4A10-8118-9A14AA809551}" dt="2025-08-28T08:26:21.660" v="1704" actId="1076"/>
          <ac:spMkLst>
            <pc:docMk/>
            <pc:sldMk cId="1623837761" sldId="267"/>
            <ac:spMk id="3" creationId="{7D68BA09-EBEB-ACDC-B60E-61D67D23E681}"/>
          </ac:spMkLst>
        </pc:spChg>
        <pc:spChg chg="del">
          <ac:chgData name="Jérémy REDING" userId="170a12f5445ece79" providerId="LiveId" clId="{4E28D38F-FEE6-4A10-8118-9A14AA809551}" dt="2025-08-28T08:26:01.097" v="1699" actId="478"/>
          <ac:spMkLst>
            <pc:docMk/>
            <pc:sldMk cId="1623837761" sldId="267"/>
            <ac:spMk id="4" creationId="{B3CC44CF-3757-B04D-C235-448098C8E548}"/>
          </ac:spMkLst>
        </pc:spChg>
        <pc:spChg chg="add mod">
          <ac:chgData name="Jérémy REDING" userId="170a12f5445ece79" providerId="LiveId" clId="{4E28D38F-FEE6-4A10-8118-9A14AA809551}" dt="2025-08-27T19:53:47.142" v="768" actId="1076"/>
          <ac:spMkLst>
            <pc:docMk/>
            <pc:sldMk cId="1623837761" sldId="267"/>
            <ac:spMk id="5" creationId="{B21E6D31-2C93-0040-C22D-36C28F11F797}"/>
          </ac:spMkLst>
        </pc:spChg>
        <pc:spChg chg="mod">
          <ac:chgData name="Jérémy REDING" userId="170a12f5445ece79" providerId="LiveId" clId="{4E28D38F-FEE6-4A10-8118-9A14AA809551}" dt="2025-08-28T07:06:32.774" v="1644" actId="1076"/>
          <ac:spMkLst>
            <pc:docMk/>
            <pc:sldMk cId="1623837761" sldId="267"/>
            <ac:spMk id="6" creationId="{B33214A3-3186-65C8-38EB-6410DE411061}"/>
          </ac:spMkLst>
        </pc:spChg>
        <pc:spChg chg="mod">
          <ac:chgData name="Jérémy REDING" userId="170a12f5445ece79" providerId="LiveId" clId="{4E28D38F-FEE6-4A10-8118-9A14AA809551}" dt="2025-08-28T07:06:32.774" v="1644" actId="1076"/>
          <ac:spMkLst>
            <pc:docMk/>
            <pc:sldMk cId="1623837761" sldId="267"/>
            <ac:spMk id="8" creationId="{47355ECC-C9BC-7E1A-5517-5BE789074F5B}"/>
          </ac:spMkLst>
        </pc:spChg>
        <pc:spChg chg="mod">
          <ac:chgData name="Jérémy REDING" userId="170a12f5445ece79" providerId="LiveId" clId="{4E28D38F-FEE6-4A10-8118-9A14AA809551}" dt="2025-08-28T07:06:32.774" v="1644" actId="1076"/>
          <ac:spMkLst>
            <pc:docMk/>
            <pc:sldMk cId="1623837761" sldId="267"/>
            <ac:spMk id="9" creationId="{790591D0-9B08-8BB3-8DD6-563CF126258F}"/>
          </ac:spMkLst>
        </pc:spChg>
        <pc:spChg chg="add mod">
          <ac:chgData name="Jérémy REDING" userId="170a12f5445ece79" providerId="LiveId" clId="{4E28D38F-FEE6-4A10-8118-9A14AA809551}" dt="2025-08-28T08:26:13.290" v="1703" actId="1076"/>
          <ac:spMkLst>
            <pc:docMk/>
            <pc:sldMk cId="1623837761" sldId="267"/>
            <ac:spMk id="11" creationId="{2F670C84-8F67-C999-63C6-E6A01C56513E}"/>
          </ac:spMkLst>
        </pc:spChg>
        <pc:spChg chg="del">
          <ac:chgData name="Jérémy REDING" userId="170a12f5445ece79" providerId="LiveId" clId="{4E28D38F-FEE6-4A10-8118-9A14AA809551}" dt="2025-08-27T19:53:39.460" v="766" actId="478"/>
          <ac:spMkLst>
            <pc:docMk/>
            <pc:sldMk cId="1623837761" sldId="267"/>
            <ac:spMk id="11" creationId="{BE9ABAD4-45EA-0515-FF4B-BCB16F811C16}"/>
          </ac:spMkLst>
        </pc:spChg>
        <pc:spChg chg="mod">
          <ac:chgData name="Jérémy REDING" userId="170a12f5445ece79" providerId="LiveId" clId="{4E28D38F-FEE6-4A10-8118-9A14AA809551}" dt="2025-08-28T07:06:32.774" v="1644" actId="1076"/>
          <ac:spMkLst>
            <pc:docMk/>
            <pc:sldMk cId="1623837761" sldId="267"/>
            <ac:spMk id="14" creationId="{497D8CEC-58E5-6FC1-EDD4-D1A58D51FFB3}"/>
          </ac:spMkLst>
        </pc:spChg>
        <pc:spChg chg="del">
          <ac:chgData name="Jérémy REDING" userId="170a12f5445ece79" providerId="LiveId" clId="{4E28D38F-FEE6-4A10-8118-9A14AA809551}" dt="2025-08-27T19:53:57.294" v="769" actId="478"/>
          <ac:spMkLst>
            <pc:docMk/>
            <pc:sldMk cId="1623837761" sldId="267"/>
            <ac:spMk id="16" creationId="{5FBDD2C8-270C-E6E4-06E2-DEE1DB5D7A13}"/>
          </ac:spMkLst>
        </pc:spChg>
        <pc:spChg chg="mod">
          <ac:chgData name="Jérémy REDING" userId="170a12f5445ece79" providerId="LiveId" clId="{4E28D38F-FEE6-4A10-8118-9A14AA809551}" dt="2025-08-28T07:06:32.774" v="1644" actId="1076"/>
          <ac:spMkLst>
            <pc:docMk/>
            <pc:sldMk cId="1623837761" sldId="267"/>
            <ac:spMk id="17" creationId="{235B4386-688A-3575-94A4-04EEC17F9BE1}"/>
          </ac:spMkLst>
        </pc:spChg>
        <pc:spChg chg="mod">
          <ac:chgData name="Jérémy REDING" userId="170a12f5445ece79" providerId="LiveId" clId="{4E28D38F-FEE6-4A10-8118-9A14AA809551}" dt="2025-08-28T07:06:32.774" v="1644" actId="1076"/>
          <ac:spMkLst>
            <pc:docMk/>
            <pc:sldMk cId="1623837761" sldId="267"/>
            <ac:spMk id="18" creationId="{E773E7A7-1B43-ECF0-3810-74054E986764}"/>
          </ac:spMkLst>
        </pc:spChg>
        <pc:spChg chg="add mod">
          <ac:chgData name="Jérémy REDING" userId="170a12f5445ece79" providerId="LiveId" clId="{4E28D38F-FEE6-4A10-8118-9A14AA809551}" dt="2025-08-28T07:06:32.774" v="1644" actId="1076"/>
          <ac:spMkLst>
            <pc:docMk/>
            <pc:sldMk cId="1623837761" sldId="267"/>
            <ac:spMk id="19" creationId="{5445E1B4-7407-6457-AD9C-1103715290E8}"/>
          </ac:spMkLst>
        </pc:spChg>
        <pc:spChg chg="mod">
          <ac:chgData name="Jérémy REDING" userId="170a12f5445ece79" providerId="LiveId" clId="{4E28D38F-FEE6-4A10-8118-9A14AA809551}" dt="2025-08-28T07:06:32.774" v="1644" actId="1076"/>
          <ac:spMkLst>
            <pc:docMk/>
            <pc:sldMk cId="1623837761" sldId="267"/>
            <ac:spMk id="22" creationId="{B55406A8-75D1-2942-D578-C034C4C6A7D8}"/>
          </ac:spMkLst>
        </pc:spChg>
        <pc:spChg chg="mod">
          <ac:chgData name="Jérémy REDING" userId="170a12f5445ece79" providerId="LiveId" clId="{4E28D38F-FEE6-4A10-8118-9A14AA809551}" dt="2025-08-28T07:06:32.774" v="1644" actId="1076"/>
          <ac:spMkLst>
            <pc:docMk/>
            <pc:sldMk cId="1623837761" sldId="267"/>
            <ac:spMk id="24" creationId="{2378C036-56D2-62D3-546C-AF400F288326}"/>
          </ac:spMkLst>
        </pc:spChg>
        <pc:spChg chg="del mod">
          <ac:chgData name="Jérémy REDING" userId="170a12f5445ece79" providerId="LiveId" clId="{4E28D38F-FEE6-4A10-8118-9A14AA809551}" dt="2025-08-27T19:55:21.090" v="805" actId="478"/>
          <ac:spMkLst>
            <pc:docMk/>
            <pc:sldMk cId="1623837761" sldId="267"/>
            <ac:spMk id="26" creationId="{DD0ABE9A-4702-1824-FA8B-A8D11E01B1CC}"/>
          </ac:spMkLst>
        </pc:spChg>
        <pc:spChg chg="del mod">
          <ac:chgData name="Jérémy REDING" userId="170a12f5445ece79" providerId="LiveId" clId="{4E28D38F-FEE6-4A10-8118-9A14AA809551}" dt="2025-08-27T19:55:44.319" v="811" actId="478"/>
          <ac:spMkLst>
            <pc:docMk/>
            <pc:sldMk cId="1623837761" sldId="267"/>
            <ac:spMk id="27" creationId="{81DC4A9A-2A87-491A-58A9-266CE0ADEAA3}"/>
          </ac:spMkLst>
        </pc:spChg>
        <pc:spChg chg="del mod">
          <ac:chgData name="Jérémy REDING" userId="170a12f5445ece79" providerId="LiveId" clId="{4E28D38F-FEE6-4A10-8118-9A14AA809551}" dt="2025-08-27T19:55:44.319" v="811" actId="478"/>
          <ac:spMkLst>
            <pc:docMk/>
            <pc:sldMk cId="1623837761" sldId="267"/>
            <ac:spMk id="29" creationId="{F7AECECC-51DE-E2E4-4125-2061E2DC1544}"/>
          </ac:spMkLst>
        </pc:spChg>
        <pc:picChg chg="add mod">
          <ac:chgData name="Jérémy REDING" userId="170a12f5445ece79" providerId="LiveId" clId="{4E28D38F-FEE6-4A10-8118-9A14AA809551}" dt="2025-08-27T19:54:08.144" v="771" actId="1076"/>
          <ac:picMkLst>
            <pc:docMk/>
            <pc:sldMk cId="1623837761" sldId="267"/>
            <ac:picMk id="10" creationId="{A07EFD54-E7A0-DC8E-846E-10BA23C92CD2}"/>
          </ac:picMkLst>
        </pc:picChg>
        <pc:picChg chg="del">
          <ac:chgData name="Jérémy REDING" userId="170a12f5445ece79" providerId="LiveId" clId="{4E28D38F-FEE6-4A10-8118-9A14AA809551}" dt="2025-08-27T19:53:57.294" v="769" actId="478"/>
          <ac:picMkLst>
            <pc:docMk/>
            <pc:sldMk cId="1623837761" sldId="267"/>
            <ac:picMk id="15" creationId="{18ABEA46-8FA4-DA39-B4C8-5AD35C71D476}"/>
          </ac:picMkLst>
        </pc:picChg>
        <pc:picChg chg="del">
          <ac:chgData name="Jérémy REDING" userId="170a12f5445ece79" providerId="LiveId" clId="{4E28D38F-FEE6-4A10-8118-9A14AA809551}" dt="2025-08-27T19:53:57.294" v="769" actId="478"/>
          <ac:picMkLst>
            <pc:docMk/>
            <pc:sldMk cId="1623837761" sldId="267"/>
            <ac:picMk id="21" creationId="{46BD501C-ECF3-5FB6-8678-17ADF69FE1B1}"/>
          </ac:picMkLst>
        </pc:picChg>
        <pc:picChg chg="del">
          <ac:chgData name="Jérémy REDING" userId="170a12f5445ece79" providerId="LiveId" clId="{4E28D38F-FEE6-4A10-8118-9A14AA809551}" dt="2025-08-27T19:53:57.294" v="769" actId="478"/>
          <ac:picMkLst>
            <pc:docMk/>
            <pc:sldMk cId="1623837761" sldId="267"/>
            <ac:picMk id="23" creationId="{FDD799A1-A4EB-3FDB-F83B-90BE9FDB0B78}"/>
          </ac:picMkLst>
        </pc:picChg>
        <pc:picChg chg="del mod">
          <ac:chgData name="Jérémy REDING" userId="170a12f5445ece79" providerId="LiveId" clId="{4E28D38F-FEE6-4A10-8118-9A14AA809551}" dt="2025-08-27T19:55:21.455" v="806" actId="478"/>
          <ac:picMkLst>
            <pc:docMk/>
            <pc:sldMk cId="1623837761" sldId="267"/>
            <ac:picMk id="25" creationId="{3A941BD5-E75A-8C38-B00C-137092ACE10D}"/>
          </ac:picMkLst>
        </pc:picChg>
        <pc:picChg chg="del mod">
          <ac:chgData name="Jérémy REDING" userId="170a12f5445ece79" providerId="LiveId" clId="{4E28D38F-FEE6-4A10-8118-9A14AA809551}" dt="2025-08-27T19:55:44.319" v="811" actId="478"/>
          <ac:picMkLst>
            <pc:docMk/>
            <pc:sldMk cId="1623837761" sldId="267"/>
            <ac:picMk id="28" creationId="{8ECA1F71-9765-BADF-8379-1CD7CCF70B58}"/>
          </ac:picMkLst>
        </pc:picChg>
        <pc:picChg chg="add mod">
          <ac:chgData name="Jérémy REDING" userId="170a12f5445ece79" providerId="LiveId" clId="{4E28D38F-FEE6-4A10-8118-9A14AA809551}" dt="2025-08-28T07:06:32.774" v="1644" actId="1076"/>
          <ac:picMkLst>
            <pc:docMk/>
            <pc:sldMk cId="1623837761" sldId="267"/>
            <ac:picMk id="30" creationId="{A69FAFE7-B29A-3D5B-9118-3CDAAAB9C5B7}"/>
          </ac:picMkLst>
        </pc:picChg>
      </pc:sldChg>
      <pc:sldChg chg="addSp delSp modSp add mod">
        <pc:chgData name="Jérémy REDING" userId="170a12f5445ece79" providerId="LiveId" clId="{4E28D38F-FEE6-4A10-8118-9A14AA809551}" dt="2025-08-28T08:27:17.232" v="1709" actId="1076"/>
        <pc:sldMkLst>
          <pc:docMk/>
          <pc:sldMk cId="641404110" sldId="268"/>
        </pc:sldMkLst>
        <pc:spChg chg="del">
          <ac:chgData name="Jérémy REDING" userId="170a12f5445ece79" providerId="LiveId" clId="{4E28D38F-FEE6-4A10-8118-9A14AA809551}" dt="2025-08-28T08:27:09.945" v="1706" actId="478"/>
          <ac:spMkLst>
            <pc:docMk/>
            <pc:sldMk cId="641404110" sldId="268"/>
            <ac:spMk id="2" creationId="{374D59BE-2A78-64CC-FF88-21DA545709DE}"/>
          </ac:spMkLst>
        </pc:spChg>
        <pc:spChg chg="del">
          <ac:chgData name="Jérémy REDING" userId="170a12f5445ece79" providerId="LiveId" clId="{4E28D38F-FEE6-4A10-8118-9A14AA809551}" dt="2025-08-27T19:58:05.716" v="875" actId="478"/>
          <ac:spMkLst>
            <pc:docMk/>
            <pc:sldMk cId="641404110" sldId="268"/>
            <ac:spMk id="3" creationId="{8907E1DD-C346-ED9C-B2D8-D8B5B3684B2C}"/>
          </ac:spMkLst>
        </pc:spChg>
        <pc:spChg chg="add mod">
          <ac:chgData name="Jérémy REDING" userId="170a12f5445ece79" providerId="LiveId" clId="{4E28D38F-FEE6-4A10-8118-9A14AA809551}" dt="2025-08-28T08:27:11.020" v="1707"/>
          <ac:spMkLst>
            <pc:docMk/>
            <pc:sldMk cId="641404110" sldId="268"/>
            <ac:spMk id="3" creationId="{977EFA75-ABA1-06FE-2AC0-2F7EB3DA7A5B}"/>
          </ac:spMkLst>
        </pc:spChg>
        <pc:spChg chg="del">
          <ac:chgData name="Jérémy REDING" userId="170a12f5445ece79" providerId="LiveId" clId="{4E28D38F-FEE6-4A10-8118-9A14AA809551}" dt="2025-08-28T08:27:08.918" v="1705" actId="478"/>
          <ac:spMkLst>
            <pc:docMk/>
            <pc:sldMk cId="641404110" sldId="268"/>
            <ac:spMk id="4" creationId="{02F6AE2E-2C68-DB2B-8FAD-F432C90C5393}"/>
          </ac:spMkLst>
        </pc:spChg>
        <pc:spChg chg="add 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5" creationId="{1DBD8A99-6B07-F537-D279-6F8E783E339A}"/>
          </ac:spMkLst>
        </pc:spChg>
        <pc:spChg chg="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6" creationId="{5ACDE21B-C59C-6CBD-1C4D-D9091FFEC9C5}"/>
          </ac:spMkLst>
        </pc:spChg>
        <pc:spChg chg="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8" creationId="{DBAEC210-C120-E162-FB75-D1A1B7AD156B}"/>
          </ac:spMkLst>
        </pc:spChg>
        <pc:spChg chg="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9" creationId="{C66A96B6-8D4D-73DC-D61D-DE1ED7DCCF00}"/>
          </ac:spMkLst>
        </pc:spChg>
        <pc:spChg chg="del">
          <ac:chgData name="Jérémy REDING" userId="170a12f5445ece79" providerId="LiveId" clId="{4E28D38F-FEE6-4A10-8118-9A14AA809551}" dt="2025-08-27T19:56:33.237" v="830" actId="478"/>
          <ac:spMkLst>
            <pc:docMk/>
            <pc:sldMk cId="641404110" sldId="268"/>
            <ac:spMk id="11" creationId="{5A20EFF0-D661-36BC-5183-3AF61A95D507}"/>
          </ac:spMkLst>
        </pc:spChg>
        <pc:spChg chg="add mod">
          <ac:chgData name="Jérémy REDING" userId="170a12f5445ece79" providerId="LiveId" clId="{4E28D38F-FEE6-4A10-8118-9A14AA809551}" dt="2025-08-28T08:27:17.232" v="1709" actId="1076"/>
          <ac:spMkLst>
            <pc:docMk/>
            <pc:sldMk cId="641404110" sldId="268"/>
            <ac:spMk id="11" creationId="{BA16B8AC-30BA-5936-839B-34A392E53669}"/>
          </ac:spMkLst>
        </pc:spChg>
        <pc:spChg chg="del">
          <ac:chgData name="Jérémy REDING" userId="170a12f5445ece79" providerId="LiveId" clId="{4E28D38F-FEE6-4A10-8118-9A14AA809551}" dt="2025-08-27T19:56:51.156" v="833" actId="478"/>
          <ac:spMkLst>
            <pc:docMk/>
            <pc:sldMk cId="641404110" sldId="268"/>
            <ac:spMk id="16" creationId="{5C89BFE3-5213-FB4E-6503-BCF2F4F40293}"/>
          </ac:spMkLst>
        </pc:spChg>
        <pc:spChg chg="mod">
          <ac:chgData name="Jérémy REDING" userId="170a12f5445ece79" providerId="LiveId" clId="{4E28D38F-FEE6-4A10-8118-9A14AA809551}" dt="2025-08-27T19:58:31.413" v="879" actId="1076"/>
          <ac:spMkLst>
            <pc:docMk/>
            <pc:sldMk cId="641404110" sldId="268"/>
            <ac:spMk id="17" creationId="{CCE1EC36-784D-3DD8-7DA9-7D40023845EC}"/>
          </ac:spMkLst>
        </pc:spChg>
        <pc:spChg chg="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18" creationId="{5EEC4F08-3139-2F18-041F-07835162DF3A}"/>
          </ac:spMkLst>
        </pc:spChg>
        <pc:spChg chg="add 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19" creationId="{CA851607-9309-A26D-159F-579385A37620}"/>
          </ac:spMkLst>
        </pc:spChg>
        <pc:spChg chg="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22" creationId="{C8909D67-EA38-575C-D6DD-0F884ABA1547}"/>
          </ac:spMkLst>
        </pc:spChg>
        <pc:spChg chg="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24" creationId="{CBE24157-5A78-42C4-B3EF-5A8017C00F2B}"/>
          </ac:spMkLst>
        </pc:spChg>
        <pc:spChg chg="del">
          <ac:chgData name="Jérémy REDING" userId="170a12f5445ece79" providerId="LiveId" clId="{4E28D38F-FEE6-4A10-8118-9A14AA809551}" dt="2025-08-27T19:58:22.063" v="877" actId="478"/>
          <ac:spMkLst>
            <pc:docMk/>
            <pc:sldMk cId="641404110" sldId="268"/>
            <ac:spMk id="26" creationId="{5512C7F6-FFCB-B1B8-BCAB-9DBE8140DB84}"/>
          </ac:spMkLst>
        </pc:spChg>
        <pc:spChg chg="del mod">
          <ac:chgData name="Jérémy REDING" userId="170a12f5445ece79" providerId="LiveId" clId="{4E28D38F-FEE6-4A10-8118-9A14AA809551}" dt="2025-08-27T19:58:39.821" v="881" actId="478"/>
          <ac:spMkLst>
            <pc:docMk/>
            <pc:sldMk cId="641404110" sldId="268"/>
            <ac:spMk id="27" creationId="{767AFF8E-5CC8-7A5E-05DE-CE9436F847C6}"/>
          </ac:spMkLst>
        </pc:spChg>
        <pc:spChg chg="del mod">
          <ac:chgData name="Jérémy REDING" userId="170a12f5445ece79" providerId="LiveId" clId="{4E28D38F-FEE6-4A10-8118-9A14AA809551}" dt="2025-08-27T19:58:39.821" v="881" actId="478"/>
          <ac:spMkLst>
            <pc:docMk/>
            <pc:sldMk cId="641404110" sldId="268"/>
            <ac:spMk id="29" creationId="{085F25E5-DDA9-A4CB-1C79-A4969E9C401E}"/>
          </ac:spMkLst>
        </pc:spChg>
        <pc:spChg chg="add 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31" creationId="{82AC62F6-305D-C2F0-525E-47CB8C2B7AF7}"/>
          </ac:spMkLst>
        </pc:spChg>
        <pc:spChg chg="add mod">
          <ac:chgData name="Jérémy REDING" userId="170a12f5445ece79" providerId="LiveId" clId="{4E28D38F-FEE6-4A10-8118-9A14AA809551}" dt="2025-08-28T07:09:11.220" v="1645" actId="1076"/>
          <ac:spMkLst>
            <pc:docMk/>
            <pc:sldMk cId="641404110" sldId="268"/>
            <ac:spMk id="32" creationId="{B111441C-5AB4-4F9B-5B2E-7FF67D07A5B3}"/>
          </ac:spMkLst>
        </pc:spChg>
        <pc:picChg chg="add mod">
          <ac:chgData name="Jérémy REDING" userId="170a12f5445ece79" providerId="LiveId" clId="{4E28D38F-FEE6-4A10-8118-9A14AA809551}" dt="2025-08-27T19:56:56.430" v="834"/>
          <ac:picMkLst>
            <pc:docMk/>
            <pc:sldMk cId="641404110" sldId="268"/>
            <ac:picMk id="10" creationId="{3274087A-8DA6-0DAA-E212-1DCDE41FD868}"/>
          </ac:picMkLst>
        </pc:picChg>
        <pc:picChg chg="del">
          <ac:chgData name="Jérémy REDING" userId="170a12f5445ece79" providerId="LiveId" clId="{4E28D38F-FEE6-4A10-8118-9A14AA809551}" dt="2025-08-27T19:56:51.156" v="833" actId="478"/>
          <ac:picMkLst>
            <pc:docMk/>
            <pc:sldMk cId="641404110" sldId="268"/>
            <ac:picMk id="15" creationId="{17076D4A-6A1B-0C93-B524-D8ABB52070EC}"/>
          </ac:picMkLst>
        </pc:picChg>
        <pc:picChg chg="del">
          <ac:chgData name="Jérémy REDING" userId="170a12f5445ece79" providerId="LiveId" clId="{4E28D38F-FEE6-4A10-8118-9A14AA809551}" dt="2025-08-27T19:56:51.156" v="833" actId="478"/>
          <ac:picMkLst>
            <pc:docMk/>
            <pc:sldMk cId="641404110" sldId="268"/>
            <ac:picMk id="21" creationId="{2B1CD082-8EC3-C9F3-0194-CE7725D4E722}"/>
          </ac:picMkLst>
        </pc:picChg>
        <pc:picChg chg="del">
          <ac:chgData name="Jérémy REDING" userId="170a12f5445ece79" providerId="LiveId" clId="{4E28D38F-FEE6-4A10-8118-9A14AA809551}" dt="2025-08-27T19:56:51.156" v="833" actId="478"/>
          <ac:picMkLst>
            <pc:docMk/>
            <pc:sldMk cId="641404110" sldId="268"/>
            <ac:picMk id="23" creationId="{C07BE7AF-43C0-A7D1-9DEB-238BA9839947}"/>
          </ac:picMkLst>
        </pc:picChg>
        <pc:picChg chg="del">
          <ac:chgData name="Jérémy REDING" userId="170a12f5445ece79" providerId="LiveId" clId="{4E28D38F-FEE6-4A10-8118-9A14AA809551}" dt="2025-08-27T19:58:22.063" v="877" actId="478"/>
          <ac:picMkLst>
            <pc:docMk/>
            <pc:sldMk cId="641404110" sldId="268"/>
            <ac:picMk id="25" creationId="{AB988C69-D410-0F13-AC76-6EF316D19762}"/>
          </ac:picMkLst>
        </pc:picChg>
        <pc:picChg chg="del mod">
          <ac:chgData name="Jérémy REDING" userId="170a12f5445ece79" providerId="LiveId" clId="{4E28D38F-FEE6-4A10-8118-9A14AA809551}" dt="2025-08-27T19:58:39.821" v="881" actId="478"/>
          <ac:picMkLst>
            <pc:docMk/>
            <pc:sldMk cId="641404110" sldId="268"/>
            <ac:picMk id="28" creationId="{DA159D7A-78E1-C74C-8505-CCB70BB8E3BC}"/>
          </ac:picMkLst>
        </pc:picChg>
        <pc:picChg chg="add mod">
          <ac:chgData name="Jérémy REDING" userId="170a12f5445ece79" providerId="LiveId" clId="{4E28D38F-FEE6-4A10-8118-9A14AA809551}" dt="2025-08-27T19:58:53.885" v="883" actId="1076"/>
          <ac:picMkLst>
            <pc:docMk/>
            <pc:sldMk cId="641404110" sldId="268"/>
            <ac:picMk id="30" creationId="{F16EC2A1-8001-F2CF-B40C-D9123E1B11E9}"/>
          </ac:picMkLst>
        </pc:picChg>
        <pc:picChg chg="add mod">
          <ac:chgData name="Jérémy REDING" userId="170a12f5445ece79" providerId="LiveId" clId="{4E28D38F-FEE6-4A10-8118-9A14AA809551}" dt="2025-08-27T20:00:30.549" v="900" actId="1076"/>
          <ac:picMkLst>
            <pc:docMk/>
            <pc:sldMk cId="641404110" sldId="268"/>
            <ac:picMk id="33" creationId="{52F7BE2A-E31C-ACE6-11BE-2105B92C0250}"/>
          </ac:picMkLst>
        </pc:picChg>
        <pc:cxnChg chg="mod">
          <ac:chgData name="Jérémy REDING" userId="170a12f5445ece79" providerId="LiveId" clId="{4E28D38F-FEE6-4A10-8118-9A14AA809551}" dt="2025-08-27T19:58:31.413" v="879" actId="1076"/>
          <ac:cxnSpMkLst>
            <pc:docMk/>
            <pc:sldMk cId="641404110" sldId="268"/>
            <ac:cxnSpMk id="12" creationId="{FB6CF783-BD2F-DD84-7613-EEE029D91D66}"/>
          </ac:cxnSpMkLst>
        </pc:cxnChg>
        <pc:cxnChg chg="mod">
          <ac:chgData name="Jérémy REDING" userId="170a12f5445ece79" providerId="LiveId" clId="{4E28D38F-FEE6-4A10-8118-9A14AA809551}" dt="2025-08-27T19:58:31.413" v="879" actId="1076"/>
          <ac:cxnSpMkLst>
            <pc:docMk/>
            <pc:sldMk cId="641404110" sldId="268"/>
            <ac:cxnSpMk id="20" creationId="{2B439058-69C6-01A9-5752-64C1B87348AB}"/>
          </ac:cxnSpMkLst>
        </pc:cxnChg>
      </pc:sldChg>
      <pc:sldChg chg="addSp delSp modSp add mod">
        <pc:chgData name="Jérémy REDING" userId="170a12f5445ece79" providerId="LiveId" clId="{4E28D38F-FEE6-4A10-8118-9A14AA809551}" dt="2025-08-28T08:28:05.098" v="1714" actId="1076"/>
        <pc:sldMkLst>
          <pc:docMk/>
          <pc:sldMk cId="3355007388" sldId="269"/>
        </pc:sldMkLst>
        <pc:spChg chg="del">
          <ac:chgData name="Jérémy REDING" userId="170a12f5445ece79" providerId="LiveId" clId="{4E28D38F-FEE6-4A10-8118-9A14AA809551}" dt="2025-08-28T08:27:55.399" v="1710" actId="478"/>
          <ac:spMkLst>
            <pc:docMk/>
            <pc:sldMk cId="3355007388" sldId="269"/>
            <ac:spMk id="2" creationId="{58D11F32-00A0-B15C-1FAC-251865FDA2C8}"/>
          </ac:spMkLst>
        </pc:spChg>
        <pc:spChg chg="add mod">
          <ac:chgData name="Jérémy REDING" userId="170a12f5445ece79" providerId="LiveId" clId="{4E28D38F-FEE6-4A10-8118-9A14AA809551}" dt="2025-08-28T08:27:58.901" v="1712"/>
          <ac:spMkLst>
            <pc:docMk/>
            <pc:sldMk cId="3355007388" sldId="269"/>
            <ac:spMk id="3" creationId="{2EE29EDD-35CB-17A2-66FC-F03205A71B27}"/>
          </ac:spMkLst>
        </pc:spChg>
        <pc:spChg chg="del">
          <ac:chgData name="Jérémy REDING" userId="170a12f5445ece79" providerId="LiveId" clId="{4E28D38F-FEE6-4A10-8118-9A14AA809551}" dt="2025-08-27T20:02:49.797" v="947" actId="478"/>
          <ac:spMkLst>
            <pc:docMk/>
            <pc:sldMk cId="3355007388" sldId="269"/>
            <ac:spMk id="3" creationId="{3BE472D5-477C-8F1F-7393-2011828704FA}"/>
          </ac:spMkLst>
        </pc:spChg>
        <pc:spChg chg="del">
          <ac:chgData name="Jérémy REDING" userId="170a12f5445ece79" providerId="LiveId" clId="{4E28D38F-FEE6-4A10-8118-9A14AA809551}" dt="2025-08-28T08:27:58.243" v="1711" actId="478"/>
          <ac:spMkLst>
            <pc:docMk/>
            <pc:sldMk cId="3355007388" sldId="269"/>
            <ac:spMk id="4" creationId="{E1FBD0B6-BB23-715B-ECE0-9C218F244FC8}"/>
          </ac:spMkLst>
        </pc:spChg>
        <pc:spChg chg="add 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5" creationId="{E892A4E9-A194-264A-1E05-2F744FEAADA2}"/>
          </ac:spMkLst>
        </pc:spChg>
        <pc:spChg chg="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6" creationId="{0C13973C-B384-A44B-D2E0-237B84D87868}"/>
          </ac:spMkLst>
        </pc:spChg>
        <pc:spChg chg="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8" creationId="{4C53BA7B-B1B1-15CD-B0E7-2AF4ECEC27BE}"/>
          </ac:spMkLst>
        </pc:spChg>
        <pc:spChg chg="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9" creationId="{2F10434D-ABEE-4AEA-4993-21EE8B087632}"/>
          </ac:spMkLst>
        </pc:spChg>
        <pc:spChg chg="add mod">
          <ac:chgData name="Jérémy REDING" userId="170a12f5445ece79" providerId="LiveId" clId="{4E28D38F-FEE6-4A10-8118-9A14AA809551}" dt="2025-08-28T08:28:05.098" v="1714" actId="1076"/>
          <ac:spMkLst>
            <pc:docMk/>
            <pc:sldMk cId="3355007388" sldId="269"/>
            <ac:spMk id="11" creationId="{0A072A92-0F5D-37C0-98CC-BBCF5EAC35C3}"/>
          </ac:spMkLst>
        </pc:spChg>
        <pc:spChg chg="del mod">
          <ac:chgData name="Jérémy REDING" userId="170a12f5445ece79" providerId="LiveId" clId="{4E28D38F-FEE6-4A10-8118-9A14AA809551}" dt="2025-08-27T20:01:30.882" v="919" actId="478"/>
          <ac:spMkLst>
            <pc:docMk/>
            <pc:sldMk cId="3355007388" sldId="269"/>
            <ac:spMk id="11" creationId="{269E9063-2288-BEBE-9A86-8B4908891312}"/>
          </ac:spMkLst>
        </pc:spChg>
        <pc:spChg chg="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14" creationId="{7810F962-8B08-A092-4768-8A89BE64BE2D}"/>
          </ac:spMkLst>
        </pc:spChg>
        <pc:spChg chg="mod">
          <ac:chgData name="Jérémy REDING" userId="170a12f5445ece79" providerId="LiveId" clId="{4E28D38F-FEE6-4A10-8118-9A14AA809551}" dt="2025-08-27T20:02:06.129" v="929" actId="1076"/>
          <ac:spMkLst>
            <pc:docMk/>
            <pc:sldMk cId="3355007388" sldId="269"/>
            <ac:spMk id="16" creationId="{E8303C53-932F-2081-AE7B-F034A1FFD92F}"/>
          </ac:spMkLst>
        </pc:spChg>
        <pc:spChg chg="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17" creationId="{E10CF6CA-B2C7-CFDC-2CC9-8FE6BD64C0C3}"/>
          </ac:spMkLst>
        </pc:spChg>
        <pc:spChg chg="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18" creationId="{484C3C04-DB6E-0242-E106-5208ABE76AFF}"/>
          </ac:spMkLst>
        </pc:spChg>
        <pc:spChg chg="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22" creationId="{AD8C2016-2230-2E28-C797-B75F17E9B54B}"/>
          </ac:spMkLst>
        </pc:spChg>
        <pc:spChg chg="mod">
          <ac:chgData name="Jérémy REDING" userId="170a12f5445ece79" providerId="LiveId" clId="{4E28D38F-FEE6-4A10-8118-9A14AA809551}" dt="2025-08-27T20:04:23.532" v="970" actId="20577"/>
          <ac:spMkLst>
            <pc:docMk/>
            <pc:sldMk cId="3355007388" sldId="269"/>
            <ac:spMk id="24" creationId="{5FEBABAD-C418-06FD-04ED-7E778F06564A}"/>
          </ac:spMkLst>
        </pc:spChg>
        <pc:spChg chg="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26" creationId="{1DE6F435-ED50-3FE7-92DB-A5BCC9422799}"/>
          </ac:spMkLst>
        </pc:spChg>
        <pc:spChg chg="del">
          <ac:chgData name="Jérémy REDING" userId="170a12f5445ece79" providerId="LiveId" clId="{4E28D38F-FEE6-4A10-8118-9A14AA809551}" dt="2025-08-27T20:03:30.455" v="953" actId="478"/>
          <ac:spMkLst>
            <pc:docMk/>
            <pc:sldMk cId="3355007388" sldId="269"/>
            <ac:spMk id="27" creationId="{6011DFEC-EB7F-893D-84A8-C7867E034194}"/>
          </ac:spMkLst>
        </pc:spChg>
        <pc:spChg chg="del">
          <ac:chgData name="Jérémy REDING" userId="170a12f5445ece79" providerId="LiveId" clId="{4E28D38F-FEE6-4A10-8118-9A14AA809551}" dt="2025-08-27T20:03:34.733" v="954" actId="478"/>
          <ac:spMkLst>
            <pc:docMk/>
            <pc:sldMk cId="3355007388" sldId="269"/>
            <ac:spMk id="29" creationId="{059FB74E-B10E-64F3-0448-CC8F104822D0}"/>
          </ac:spMkLst>
        </pc:spChg>
        <pc:spChg chg="add mod">
          <ac:chgData name="Jérémy REDING" userId="170a12f5445ece79" providerId="LiveId" clId="{4E28D38F-FEE6-4A10-8118-9A14AA809551}" dt="2025-08-28T07:11:03.602" v="1646" actId="1076"/>
          <ac:spMkLst>
            <pc:docMk/>
            <pc:sldMk cId="3355007388" sldId="269"/>
            <ac:spMk id="30" creationId="{B69B836F-D9D0-AAEB-E521-D48D38AF29B5}"/>
          </ac:spMkLst>
        </pc:spChg>
        <pc:picChg chg="add mod">
          <ac:chgData name="Jérémy REDING" userId="170a12f5445ece79" providerId="LiveId" clId="{4E28D38F-FEE6-4A10-8118-9A14AA809551}" dt="2025-08-27T20:02:01.645" v="928" actId="1076"/>
          <ac:picMkLst>
            <pc:docMk/>
            <pc:sldMk cId="3355007388" sldId="269"/>
            <ac:picMk id="10" creationId="{D9FB258E-47CF-92D2-57D0-FC533CF57116}"/>
          </ac:picMkLst>
        </pc:picChg>
        <pc:picChg chg="del mod">
          <ac:chgData name="Jérémy REDING" userId="170a12f5445ece79" providerId="LiveId" clId="{4E28D38F-FEE6-4A10-8118-9A14AA809551}" dt="2025-08-27T20:01:52.006" v="925" actId="478"/>
          <ac:picMkLst>
            <pc:docMk/>
            <pc:sldMk cId="3355007388" sldId="269"/>
            <ac:picMk id="15" creationId="{A123EAD2-E4DA-C6B8-8C89-8A4F38B472F8}"/>
          </ac:picMkLst>
        </pc:picChg>
        <pc:picChg chg="add mod">
          <ac:chgData name="Jérémy REDING" userId="170a12f5445ece79" providerId="LiveId" clId="{4E28D38F-FEE6-4A10-8118-9A14AA809551}" dt="2025-08-27T20:02:25.515" v="931" actId="1076"/>
          <ac:picMkLst>
            <pc:docMk/>
            <pc:sldMk cId="3355007388" sldId="269"/>
            <ac:picMk id="19" creationId="{5D0298DF-BD6E-948D-FA5C-3D11FF43EC79}"/>
          </ac:picMkLst>
        </pc:picChg>
        <pc:picChg chg="del mod">
          <ac:chgData name="Jérémy REDING" userId="170a12f5445ece79" providerId="LiveId" clId="{4E28D38F-FEE6-4A10-8118-9A14AA809551}" dt="2025-08-27T20:01:47.779" v="922" actId="478"/>
          <ac:picMkLst>
            <pc:docMk/>
            <pc:sldMk cId="3355007388" sldId="269"/>
            <ac:picMk id="21" creationId="{CFE0CC3F-8932-9BBD-0C86-E44ACCB0BDEC}"/>
          </ac:picMkLst>
        </pc:picChg>
        <pc:picChg chg="del mod">
          <ac:chgData name="Jérémy REDING" userId="170a12f5445ece79" providerId="LiveId" clId="{4E28D38F-FEE6-4A10-8118-9A14AA809551}" dt="2025-08-27T20:01:47.779" v="922" actId="478"/>
          <ac:picMkLst>
            <pc:docMk/>
            <pc:sldMk cId="3355007388" sldId="269"/>
            <ac:picMk id="23" creationId="{FF68F508-8B58-D048-A9C0-A92A41303432}"/>
          </ac:picMkLst>
        </pc:picChg>
        <pc:picChg chg="del">
          <ac:chgData name="Jérémy REDING" userId="170a12f5445ece79" providerId="LiveId" clId="{4E28D38F-FEE6-4A10-8118-9A14AA809551}" dt="2025-08-27T20:03:12.080" v="950" actId="478"/>
          <ac:picMkLst>
            <pc:docMk/>
            <pc:sldMk cId="3355007388" sldId="269"/>
            <ac:picMk id="25" creationId="{735EA7AA-11FB-D250-65FF-3D705E792603}"/>
          </ac:picMkLst>
        </pc:picChg>
        <pc:picChg chg="mod">
          <ac:chgData name="Jérémy REDING" userId="170a12f5445ece79" providerId="LiveId" clId="{4E28D38F-FEE6-4A10-8118-9A14AA809551}" dt="2025-08-27T20:03:42.921" v="956" actId="1076"/>
          <ac:picMkLst>
            <pc:docMk/>
            <pc:sldMk cId="3355007388" sldId="269"/>
            <ac:picMk id="28" creationId="{1B3A423C-8EC5-0A4E-0A3D-5AECFE2CAE88}"/>
          </ac:picMkLst>
        </pc:picChg>
        <pc:picChg chg="add mod">
          <ac:chgData name="Jérémy REDING" userId="170a12f5445ece79" providerId="LiveId" clId="{4E28D38F-FEE6-4A10-8118-9A14AA809551}" dt="2025-08-27T20:03:18.644" v="951"/>
          <ac:picMkLst>
            <pc:docMk/>
            <pc:sldMk cId="3355007388" sldId="269"/>
            <ac:picMk id="31" creationId="{D1209820-5414-3C47-3975-9E267F0EB0CB}"/>
          </ac:picMkLst>
        </pc:picChg>
        <pc:cxnChg chg="mod">
          <ac:chgData name="Jérémy REDING" userId="170a12f5445ece79" providerId="LiveId" clId="{4E28D38F-FEE6-4A10-8118-9A14AA809551}" dt="2025-08-27T20:01:28.450" v="918" actId="1076"/>
          <ac:cxnSpMkLst>
            <pc:docMk/>
            <pc:sldMk cId="3355007388" sldId="269"/>
            <ac:cxnSpMk id="7" creationId="{785BA6BD-723F-710A-514D-E838696354A0}"/>
          </ac:cxnSpMkLst>
        </pc:cxnChg>
      </pc:sldChg>
      <pc:sldChg chg="addSp delSp modSp add mod">
        <pc:chgData name="Jérémy REDING" userId="170a12f5445ece79" providerId="LiveId" clId="{4E28D38F-FEE6-4A10-8118-9A14AA809551}" dt="2025-08-28T08:29:38.632" v="1724" actId="1076"/>
        <pc:sldMkLst>
          <pc:docMk/>
          <pc:sldMk cId="959345570" sldId="270"/>
        </pc:sldMkLst>
        <pc:spChg chg="del">
          <ac:chgData name="Jérémy REDING" userId="170a12f5445ece79" providerId="LiveId" clId="{4E28D38F-FEE6-4A10-8118-9A14AA809551}" dt="2025-08-28T08:28:57.193" v="1716" actId="478"/>
          <ac:spMkLst>
            <pc:docMk/>
            <pc:sldMk cId="959345570" sldId="270"/>
            <ac:spMk id="2" creationId="{EA22F009-C0DB-0CD5-D16C-D676B895AC3E}"/>
          </ac:spMkLst>
        </pc:spChg>
        <pc:spChg chg="add del mod">
          <ac:chgData name="Jérémy REDING" userId="170a12f5445ece79" providerId="LiveId" clId="{4E28D38F-FEE6-4A10-8118-9A14AA809551}" dt="2025-08-27T20:08:33.900" v="1033" actId="478"/>
          <ac:spMkLst>
            <pc:docMk/>
            <pc:sldMk cId="959345570" sldId="270"/>
            <ac:spMk id="3" creationId="{C43FDC45-2F19-A106-63EF-057CF1596CBE}"/>
          </ac:spMkLst>
        </pc:spChg>
        <pc:spChg chg="del">
          <ac:chgData name="Jérémy REDING" userId="170a12f5445ece79" providerId="LiveId" clId="{4E28D38F-FEE6-4A10-8118-9A14AA809551}" dt="2025-08-28T08:28:55.334" v="1715" actId="478"/>
          <ac:spMkLst>
            <pc:docMk/>
            <pc:sldMk cId="959345570" sldId="270"/>
            <ac:spMk id="4" creationId="{410BDBB1-E2D5-BEBC-CCA6-19C765B200C8}"/>
          </ac:spMkLst>
        </pc:spChg>
        <pc:spChg chg="add mod">
          <ac:chgData name="Jérémy REDING" userId="170a12f5445ece79" providerId="LiveId" clId="{4E28D38F-FEE6-4A10-8118-9A14AA809551}" dt="2025-08-28T08:28:57.680" v="1717"/>
          <ac:spMkLst>
            <pc:docMk/>
            <pc:sldMk cId="959345570" sldId="270"/>
            <ac:spMk id="5" creationId="{9FD422C9-BBFD-E9FE-628B-BB3984F111E8}"/>
          </ac:spMkLst>
        </pc:spChg>
        <pc:spChg chg="mod">
          <ac:chgData name="Jérémy REDING" userId="170a12f5445ece79" providerId="LiveId" clId="{4E28D38F-FEE6-4A10-8118-9A14AA809551}" dt="2025-08-27T20:06:48.362" v="1017" actId="14100"/>
          <ac:spMkLst>
            <pc:docMk/>
            <pc:sldMk cId="959345570" sldId="270"/>
            <ac:spMk id="6" creationId="{17412CE1-43F7-2D4E-0CC2-6ED98EAEE9FC}"/>
          </ac:spMkLst>
        </pc:spChg>
        <pc:spChg chg="del mod">
          <ac:chgData name="Jérémy REDING" userId="170a12f5445ece79" providerId="LiveId" clId="{4E28D38F-FEE6-4A10-8118-9A14AA809551}" dt="2025-08-27T20:05:54.349" v="986" actId="478"/>
          <ac:spMkLst>
            <pc:docMk/>
            <pc:sldMk cId="959345570" sldId="270"/>
            <ac:spMk id="10" creationId="{1A4C1975-E0E9-6846-2A8C-621ABD51BC45}"/>
          </ac:spMkLst>
        </pc:spChg>
        <pc:spChg chg="add mod">
          <ac:chgData name="Jérémy REDING" userId="170a12f5445ece79" providerId="LiveId" clId="{4E28D38F-FEE6-4A10-8118-9A14AA809551}" dt="2025-08-28T08:29:10.121" v="1719" actId="1076"/>
          <ac:spMkLst>
            <pc:docMk/>
            <pc:sldMk cId="959345570" sldId="270"/>
            <ac:spMk id="10" creationId="{3BFB8AFD-9350-3AE0-F4FE-252B3B966406}"/>
          </ac:spMkLst>
        </pc:spChg>
        <pc:spChg chg="mod">
          <ac:chgData name="Jérémy REDING" userId="170a12f5445ece79" providerId="LiveId" clId="{4E28D38F-FEE6-4A10-8118-9A14AA809551}" dt="2025-08-27T20:04:59.753" v="981" actId="20577"/>
          <ac:spMkLst>
            <pc:docMk/>
            <pc:sldMk cId="959345570" sldId="270"/>
            <ac:spMk id="11" creationId="{B7CF83AE-C545-D73A-F339-2B4246EADAF6}"/>
          </ac:spMkLst>
        </pc:spChg>
        <pc:spChg chg="add mod">
          <ac:chgData name="Jérémy REDING" userId="170a12f5445ece79" providerId="LiveId" clId="{4E28D38F-FEE6-4A10-8118-9A14AA809551}" dt="2025-08-28T08:29:38.632" v="1724" actId="1076"/>
          <ac:spMkLst>
            <pc:docMk/>
            <pc:sldMk cId="959345570" sldId="270"/>
            <ac:spMk id="15" creationId="{4132FB68-A3AD-FC31-410A-94089D803348}"/>
          </ac:spMkLst>
        </pc:spChg>
        <pc:spChg chg="add mod">
          <ac:chgData name="Jérémy REDING" userId="170a12f5445ece79" providerId="LiveId" clId="{4E28D38F-FEE6-4A10-8118-9A14AA809551}" dt="2025-08-27T20:08:57.948" v="1034" actId="1076"/>
          <ac:spMkLst>
            <pc:docMk/>
            <pc:sldMk cId="959345570" sldId="270"/>
            <ac:spMk id="16" creationId="{83F976BB-813C-195A-2D00-9E62AA4B9E67}"/>
          </ac:spMkLst>
        </pc:spChg>
        <pc:spChg chg="mod">
          <ac:chgData name="Jérémy REDING" userId="170a12f5445ece79" providerId="LiveId" clId="{4E28D38F-FEE6-4A10-8118-9A14AA809551}" dt="2025-08-27T20:10:14.942" v="1063" actId="14100"/>
          <ac:spMkLst>
            <pc:docMk/>
            <pc:sldMk cId="959345570" sldId="270"/>
            <ac:spMk id="24" creationId="{C2CB4066-CE64-5F84-3421-91E651CFFC74}"/>
          </ac:spMkLst>
        </pc:spChg>
        <pc:spChg chg="del">
          <ac:chgData name="Jérémy REDING" userId="170a12f5445ece79" providerId="LiveId" clId="{4E28D38F-FEE6-4A10-8118-9A14AA809551}" dt="2025-08-27T20:05:49.300" v="982" actId="478"/>
          <ac:spMkLst>
            <pc:docMk/>
            <pc:sldMk cId="959345570" sldId="270"/>
            <ac:spMk id="30" creationId="{4F6CF6EA-08BE-64CD-A1D2-4194BE30655F}"/>
          </ac:spMkLst>
        </pc:spChg>
        <pc:spChg chg="del">
          <ac:chgData name="Jérémy REDING" userId="170a12f5445ece79" providerId="LiveId" clId="{4E28D38F-FEE6-4A10-8118-9A14AA809551}" dt="2025-08-27T20:05:49.300" v="982" actId="478"/>
          <ac:spMkLst>
            <pc:docMk/>
            <pc:sldMk cId="959345570" sldId="270"/>
            <ac:spMk id="31" creationId="{7484BC99-4797-3B25-3AD7-7DBBAA739356}"/>
          </ac:spMkLst>
        </pc:spChg>
        <pc:spChg chg="del">
          <ac:chgData name="Jérémy REDING" userId="170a12f5445ece79" providerId="LiveId" clId="{4E28D38F-FEE6-4A10-8118-9A14AA809551}" dt="2025-08-27T20:05:49.300" v="982" actId="478"/>
          <ac:spMkLst>
            <pc:docMk/>
            <pc:sldMk cId="959345570" sldId="270"/>
            <ac:spMk id="32" creationId="{099A70A1-8612-1FFF-8DC7-6D1629CA8C87}"/>
          </ac:spMkLst>
        </pc:spChg>
        <pc:spChg chg="del">
          <ac:chgData name="Jérémy REDING" userId="170a12f5445ece79" providerId="LiveId" clId="{4E28D38F-FEE6-4A10-8118-9A14AA809551}" dt="2025-08-27T20:06:58.160" v="1018" actId="478"/>
          <ac:spMkLst>
            <pc:docMk/>
            <pc:sldMk cId="959345570" sldId="270"/>
            <ac:spMk id="35" creationId="{0C34A479-E35A-73C7-E7F3-7D4EEF2172D8}"/>
          </ac:spMkLst>
        </pc:spChg>
        <pc:picChg chg="del">
          <ac:chgData name="Jérémy REDING" userId="170a12f5445ece79" providerId="LiveId" clId="{4E28D38F-FEE6-4A10-8118-9A14AA809551}" dt="2025-08-27T20:05:49.632" v="983" actId="478"/>
          <ac:picMkLst>
            <pc:docMk/>
            <pc:sldMk cId="959345570" sldId="270"/>
            <ac:picMk id="5" creationId="{0F769270-3B7D-89E7-153C-3FAF22B5E34A}"/>
          </ac:picMkLst>
        </pc:picChg>
        <pc:picChg chg="add mod">
          <ac:chgData name="Jérémy REDING" userId="170a12f5445ece79" providerId="LiveId" clId="{4E28D38F-FEE6-4A10-8118-9A14AA809551}" dt="2025-08-27T20:21:25.743" v="1172" actId="1076"/>
          <ac:picMkLst>
            <pc:docMk/>
            <pc:sldMk cId="959345570" sldId="270"/>
            <ac:picMk id="19" creationId="{9EF2AF01-7A06-85EE-D013-675C95C77179}"/>
          </ac:picMkLst>
        </pc:picChg>
        <pc:picChg chg="del">
          <ac:chgData name="Jérémy REDING" userId="170a12f5445ece79" providerId="LiveId" clId="{4E28D38F-FEE6-4A10-8118-9A14AA809551}" dt="2025-08-27T20:05:49.300" v="982" actId="478"/>
          <ac:picMkLst>
            <pc:docMk/>
            <pc:sldMk cId="959345570" sldId="270"/>
            <ac:picMk id="21" creationId="{80884258-56D4-1F7C-BB4D-8CE59F5E50A8}"/>
          </ac:picMkLst>
        </pc:picChg>
        <pc:picChg chg="add mod">
          <ac:chgData name="Jérémy REDING" userId="170a12f5445ece79" providerId="LiveId" clId="{4E28D38F-FEE6-4A10-8118-9A14AA809551}" dt="2025-08-27T20:08:32.908" v="1032" actId="1076"/>
          <ac:picMkLst>
            <pc:docMk/>
            <pc:sldMk cId="959345570" sldId="270"/>
            <ac:picMk id="23" creationId="{ACD3FA25-36F8-F63E-0543-DFEDFC7563AF}"/>
          </ac:picMkLst>
        </pc:picChg>
        <pc:picChg chg="add mod">
          <ac:chgData name="Jérémy REDING" userId="170a12f5445ece79" providerId="LiveId" clId="{4E28D38F-FEE6-4A10-8118-9A14AA809551}" dt="2025-08-27T20:08:31.728" v="1031" actId="1076"/>
          <ac:picMkLst>
            <pc:docMk/>
            <pc:sldMk cId="959345570" sldId="270"/>
            <ac:picMk id="25" creationId="{26856AFF-B70B-1BB4-64E1-DF7C318AFD78}"/>
          </ac:picMkLst>
        </pc:picChg>
        <pc:picChg chg="add mod">
          <ac:chgData name="Jérémy REDING" userId="170a12f5445ece79" providerId="LiveId" clId="{4E28D38F-FEE6-4A10-8118-9A14AA809551}" dt="2025-08-27T20:09:42.848" v="1039" actId="1076"/>
          <ac:picMkLst>
            <pc:docMk/>
            <pc:sldMk cId="959345570" sldId="270"/>
            <ac:picMk id="26" creationId="{C9529120-2CBA-CA42-2C7E-14E27CF2E792}"/>
          </ac:picMkLst>
        </pc:picChg>
        <pc:picChg chg="add mod">
          <ac:chgData name="Jérémy REDING" userId="170a12f5445ece79" providerId="LiveId" clId="{4E28D38F-FEE6-4A10-8118-9A14AA809551}" dt="2025-08-27T20:09:40.803" v="1038" actId="1076"/>
          <ac:picMkLst>
            <pc:docMk/>
            <pc:sldMk cId="959345570" sldId="270"/>
            <ac:picMk id="27" creationId="{A692A0BE-DE1E-2BF5-B467-167C11443821}"/>
          </ac:picMkLst>
        </pc:picChg>
        <pc:picChg chg="mod">
          <ac:chgData name="Jérémy REDING" userId="170a12f5445ece79" providerId="LiveId" clId="{4E28D38F-FEE6-4A10-8118-9A14AA809551}" dt="2025-08-27T20:05:57.759" v="987" actId="1076"/>
          <ac:picMkLst>
            <pc:docMk/>
            <pc:sldMk cId="959345570" sldId="270"/>
            <ac:picMk id="33" creationId="{10D413FA-0487-B212-E787-D08DB1E52457}"/>
          </ac:picMkLst>
        </pc:picChg>
        <pc:picChg chg="del">
          <ac:chgData name="Jérémy REDING" userId="170a12f5445ece79" providerId="LiveId" clId="{4E28D38F-FEE6-4A10-8118-9A14AA809551}" dt="2025-08-27T20:07:37.925" v="1024" actId="478"/>
          <ac:picMkLst>
            <pc:docMk/>
            <pc:sldMk cId="959345570" sldId="270"/>
            <ac:picMk id="36" creationId="{D7250F44-4070-DE49-007D-2E2D006F2407}"/>
          </ac:picMkLst>
        </pc:picChg>
      </pc:sldChg>
      <pc:sldChg chg="addSp delSp modSp add mod">
        <pc:chgData name="Jérémy REDING" userId="170a12f5445ece79" providerId="LiveId" clId="{4E28D38F-FEE6-4A10-8118-9A14AA809551}" dt="2025-08-28T08:31:03.833" v="1728" actId="1076"/>
        <pc:sldMkLst>
          <pc:docMk/>
          <pc:sldMk cId="3583208178" sldId="271"/>
        </pc:sldMkLst>
        <pc:spChg chg="add 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2" creationId="{2B458BB7-E9E9-6553-E83B-675BC468AB85}"/>
          </ac:spMkLst>
        </pc:spChg>
        <pc:spChg chg="add 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3" creationId="{9B001400-ADC4-A763-B138-2C93DAA69F74}"/>
          </ac:spMkLst>
        </pc:spChg>
        <pc:spChg chg="add mod">
          <ac:chgData name="Jérémy REDING" userId="170a12f5445ece79" providerId="LiveId" clId="{4E28D38F-FEE6-4A10-8118-9A14AA809551}" dt="2025-08-27T20:20:13.403" v="1145" actId="1076"/>
          <ac:spMkLst>
            <pc:docMk/>
            <pc:sldMk cId="3583208178" sldId="271"/>
            <ac:spMk id="5" creationId="{A0405C67-9308-2CC2-3F79-D1EC02D03EC8}"/>
          </ac:spMkLst>
        </pc:spChg>
        <pc:spChg chg="add mod">
          <ac:chgData name="Jérémy REDING" userId="170a12f5445ece79" providerId="LiveId" clId="{4E28D38F-FEE6-4A10-8118-9A14AA809551}" dt="2025-08-28T08:31:03.833" v="1728" actId="1076"/>
          <ac:spMkLst>
            <pc:docMk/>
            <pc:sldMk cId="3583208178" sldId="271"/>
            <ac:spMk id="6" creationId="{5ED3F08D-CDA4-9434-B222-BE5A7A6ED5FF}"/>
          </ac:spMkLst>
        </pc:spChg>
        <pc:spChg chg="add mod">
          <ac:chgData name="Jérémy REDING" userId="170a12f5445ece79" providerId="LiveId" clId="{4E28D38F-FEE6-4A10-8118-9A14AA809551}" dt="2025-08-28T08:30:56.945" v="1727" actId="1076"/>
          <ac:spMkLst>
            <pc:docMk/>
            <pc:sldMk cId="3583208178" sldId="271"/>
            <ac:spMk id="7" creationId="{15F980C5-9837-A8F6-B60F-95E3826C223A}"/>
          </ac:spMkLst>
        </pc:spChg>
        <pc:spChg chg="del mod">
          <ac:chgData name="Jérémy REDING" userId="170a12f5445ece79" providerId="LiveId" clId="{4E28D38F-FEE6-4A10-8118-9A14AA809551}" dt="2025-08-27T20:19:03.539" v="1126" actId="478"/>
          <ac:spMkLst>
            <pc:docMk/>
            <pc:sldMk cId="3583208178" sldId="271"/>
            <ac:spMk id="8" creationId="{033D8AA1-4F70-E942-5D57-4ABF3357EB5F}"/>
          </ac:spMkLst>
        </pc:spChg>
        <pc:spChg chg="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9" creationId="{8695F7F8-B4A1-3FE0-BB8E-25EEF21CB79B}"/>
          </ac:spMkLst>
        </pc:spChg>
        <pc:spChg chg="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17" creationId="{C3F91188-60F4-C3B2-FC8F-111641E54733}"/>
          </ac:spMkLst>
        </pc:spChg>
        <pc:spChg chg="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19" creationId="{DCC32D97-7852-2951-F30A-8C98CAF58F20}"/>
          </ac:spMkLst>
        </pc:spChg>
        <pc:spChg chg="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23" creationId="{816394A5-07C1-2120-C733-FB9A919EDEC7}"/>
          </ac:spMkLst>
        </pc:spChg>
        <pc:spChg chg="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100" creationId="{661B71FF-500E-21FC-6EDE-0F4A73D0ECD0}"/>
          </ac:spMkLst>
        </pc:spChg>
        <pc:spChg chg="del">
          <ac:chgData name="Jérémy REDING" userId="170a12f5445ece79" providerId="LiveId" clId="{4E28D38F-FEE6-4A10-8118-9A14AA809551}" dt="2025-08-27T20:17:52.108" v="1098" actId="478"/>
          <ac:spMkLst>
            <pc:docMk/>
            <pc:sldMk cId="3583208178" sldId="271"/>
            <ac:spMk id="103" creationId="{A733145A-DBF3-62E9-6C5D-67FB63DB8881}"/>
          </ac:spMkLst>
        </pc:spChg>
        <pc:spChg chg="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115" creationId="{A29CE379-421A-AC17-CA4B-7A6BA35F6D90}"/>
          </ac:spMkLst>
        </pc:spChg>
        <pc:spChg chg="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118" creationId="{F2CC27B9-E378-EEE6-1B96-6B4C37FB78B5}"/>
          </ac:spMkLst>
        </pc:spChg>
        <pc:spChg chg="del">
          <ac:chgData name="Jérémy REDING" userId="170a12f5445ece79" providerId="LiveId" clId="{4E28D38F-FEE6-4A10-8118-9A14AA809551}" dt="2025-08-27T20:19:12.293" v="1128" actId="478"/>
          <ac:spMkLst>
            <pc:docMk/>
            <pc:sldMk cId="3583208178" sldId="271"/>
            <ac:spMk id="124" creationId="{56D0D0D5-67B9-BBC0-7667-6A7285F59449}"/>
          </ac:spMkLst>
        </pc:spChg>
        <pc:spChg chg="del">
          <ac:chgData name="Jérémy REDING" userId="170a12f5445ece79" providerId="LiveId" clId="{4E28D38F-FEE6-4A10-8118-9A14AA809551}" dt="2025-08-27T20:19:12.293" v="1128" actId="478"/>
          <ac:spMkLst>
            <pc:docMk/>
            <pc:sldMk cId="3583208178" sldId="271"/>
            <ac:spMk id="127" creationId="{DB8C971D-1866-08C3-2CEC-C1FF11622DA0}"/>
          </ac:spMkLst>
        </pc:spChg>
        <pc:spChg chg="mod">
          <ac:chgData name="Jérémy REDING" userId="170a12f5445ece79" providerId="LiveId" clId="{4E28D38F-FEE6-4A10-8118-9A14AA809551}" dt="2025-08-28T07:14:30.555" v="1647" actId="1076"/>
          <ac:spMkLst>
            <pc:docMk/>
            <pc:sldMk cId="3583208178" sldId="271"/>
            <ac:spMk id="128" creationId="{A6FF1344-2808-1444-7581-C6114C376909}"/>
          </ac:spMkLst>
        </pc:spChg>
        <pc:spChg chg="del">
          <ac:chgData name="Jérémy REDING" userId="170a12f5445ece79" providerId="LiveId" clId="{4E28D38F-FEE6-4A10-8118-9A14AA809551}" dt="2025-08-27T20:19:12.293" v="1128" actId="478"/>
          <ac:spMkLst>
            <pc:docMk/>
            <pc:sldMk cId="3583208178" sldId="271"/>
            <ac:spMk id="130" creationId="{6F1B75EC-6648-41DB-FAD4-0F01A7E87BE5}"/>
          </ac:spMkLst>
        </pc:spChg>
        <pc:picChg chg="mod">
          <ac:chgData name="Jérémy REDING" userId="170a12f5445ece79" providerId="LiveId" clId="{4E28D38F-FEE6-4A10-8118-9A14AA809551}" dt="2025-08-27T20:19:18.118" v="1129" actId="1076"/>
          <ac:picMkLst>
            <pc:docMk/>
            <pc:sldMk cId="3583208178" sldId="271"/>
            <ac:picMk id="96" creationId="{6B8C67B7-EAC4-C9B7-FF4F-7FE6BE295A8A}"/>
          </ac:picMkLst>
        </pc:picChg>
        <pc:picChg chg="del">
          <ac:chgData name="Jérémy REDING" userId="170a12f5445ece79" providerId="LiveId" clId="{4E28D38F-FEE6-4A10-8118-9A14AA809551}" dt="2025-08-27T20:19:12.293" v="1128" actId="478"/>
          <ac:picMkLst>
            <pc:docMk/>
            <pc:sldMk cId="3583208178" sldId="271"/>
            <ac:picMk id="120" creationId="{45DC9609-C7BE-CC98-A03A-081F71103473}"/>
          </ac:picMkLst>
        </pc:picChg>
        <pc:picChg chg="del">
          <ac:chgData name="Jérémy REDING" userId="170a12f5445ece79" providerId="LiveId" clId="{4E28D38F-FEE6-4A10-8118-9A14AA809551}" dt="2025-08-27T20:19:12.293" v="1128" actId="478"/>
          <ac:picMkLst>
            <pc:docMk/>
            <pc:sldMk cId="3583208178" sldId="271"/>
            <ac:picMk id="125" creationId="{472EBBE3-BB01-1811-744C-12B2B4C5CA10}"/>
          </ac:picMkLst>
        </pc:picChg>
        <pc:cxnChg chg="del">
          <ac:chgData name="Jérémy REDING" userId="170a12f5445ece79" providerId="LiveId" clId="{4E28D38F-FEE6-4A10-8118-9A14AA809551}" dt="2025-08-27T20:17:52.671" v="1099" actId="478"/>
          <ac:cxnSpMkLst>
            <pc:docMk/>
            <pc:sldMk cId="3583208178" sldId="271"/>
            <ac:cxnSpMk id="97" creationId="{E27B81FC-F691-C355-EEAC-742980597542}"/>
          </ac:cxnSpMkLst>
        </pc:cxnChg>
      </pc:sldChg>
      <pc:sldChg chg="add del">
        <pc:chgData name="Jérémy REDING" userId="170a12f5445ece79" providerId="LiveId" clId="{4E28D38F-FEE6-4A10-8118-9A14AA809551}" dt="2025-08-27T20:06:09.804" v="989"/>
        <pc:sldMkLst>
          <pc:docMk/>
          <pc:sldMk cId="3824574093" sldId="271"/>
        </pc:sldMkLst>
      </pc:sldChg>
      <pc:sldChg chg="addSp delSp modSp add mod">
        <pc:chgData name="Jérémy REDING" userId="170a12f5445ece79" providerId="LiveId" clId="{4E28D38F-FEE6-4A10-8118-9A14AA809551}" dt="2025-08-28T08:31:55.229" v="1731" actId="1076"/>
        <pc:sldMkLst>
          <pc:docMk/>
          <pc:sldMk cId="3818460126" sldId="272"/>
        </pc:sldMkLst>
        <pc:spChg chg="mod">
          <ac:chgData name="Jérémy REDING" userId="170a12f5445ece79" providerId="LiveId" clId="{4E28D38F-FEE6-4A10-8118-9A14AA809551}" dt="2025-08-27T20:22:31.678" v="1201" actId="14100"/>
          <ac:spMkLst>
            <pc:docMk/>
            <pc:sldMk cId="3818460126" sldId="272"/>
            <ac:spMk id="2" creationId="{73C24851-C396-B8E8-70A3-814835B84044}"/>
          </ac:spMkLst>
        </pc:spChg>
        <pc:spChg chg="add mod">
          <ac:chgData name="Jérémy REDING" userId="170a12f5445ece79" providerId="LiveId" clId="{4E28D38F-FEE6-4A10-8118-9A14AA809551}" dt="2025-08-28T08:31:46.796" v="1729"/>
          <ac:spMkLst>
            <pc:docMk/>
            <pc:sldMk cId="3818460126" sldId="272"/>
            <ac:spMk id="3" creationId="{5D26737A-2481-8639-EFB2-9207F0C2ED6A}"/>
          </ac:spMkLst>
        </pc:spChg>
        <pc:spChg chg="del">
          <ac:chgData name="Jérémy REDING" userId="170a12f5445ece79" providerId="LiveId" clId="{4E28D38F-FEE6-4A10-8118-9A14AA809551}" dt="2025-08-27T20:22:40.059" v="1202" actId="478"/>
          <ac:spMkLst>
            <pc:docMk/>
            <pc:sldMk cId="3818460126" sldId="272"/>
            <ac:spMk id="3" creationId="{ED81123A-362D-D81F-0D22-8EFC84A02BDB}"/>
          </ac:spMkLst>
        </pc:spChg>
        <pc:spChg chg="add mod">
          <ac:chgData name="Jérémy REDING" userId="170a12f5445ece79" providerId="LiveId" clId="{4E28D38F-FEE6-4A10-8118-9A14AA809551}" dt="2025-08-28T08:31:55.229" v="1731" actId="1076"/>
          <ac:spMkLst>
            <pc:docMk/>
            <pc:sldMk cId="3818460126" sldId="272"/>
            <ac:spMk id="4" creationId="{7B292B64-C948-1CAD-1C43-BC00A9701B86}"/>
          </ac:spMkLst>
        </pc:spChg>
        <pc:spChg chg="del">
          <ac:chgData name="Jérémy REDING" userId="170a12f5445ece79" providerId="LiveId" clId="{4E28D38F-FEE6-4A10-8118-9A14AA809551}" dt="2025-08-27T20:23:37.146" v="1226" actId="478"/>
          <ac:spMkLst>
            <pc:docMk/>
            <pc:sldMk cId="3818460126" sldId="272"/>
            <ac:spMk id="5" creationId="{7CB65F59-71F5-F78E-5F69-E705D2B778BD}"/>
          </ac:spMkLst>
        </pc:spChg>
        <pc:spChg chg="add mod">
          <ac:chgData name="Jérémy REDING" userId="170a12f5445ece79" providerId="LiveId" clId="{4E28D38F-FEE6-4A10-8118-9A14AA809551}" dt="2025-08-27T20:22:07.353" v="1181" actId="20577"/>
          <ac:spMkLst>
            <pc:docMk/>
            <pc:sldMk cId="3818460126" sldId="272"/>
            <ac:spMk id="8" creationId="{4C55E68D-D347-4249-C57C-3D12D7CA7240}"/>
          </ac:spMkLst>
        </pc:spChg>
        <pc:spChg chg="mod">
          <ac:chgData name="Jérémy REDING" userId="170a12f5445ece79" providerId="LiveId" clId="{4E28D38F-FEE6-4A10-8118-9A14AA809551}" dt="2025-08-27T20:23:01.002" v="1222" actId="20577"/>
          <ac:spMkLst>
            <pc:docMk/>
            <pc:sldMk cId="3818460126" sldId="272"/>
            <ac:spMk id="9" creationId="{9D30309B-78E7-275A-9358-F3C3CC4895B6}"/>
          </ac:spMkLst>
        </pc:spChg>
        <pc:spChg chg="add mod">
          <ac:chgData name="Jérémy REDING" userId="170a12f5445ece79" providerId="LiveId" clId="{4E28D38F-FEE6-4A10-8118-9A14AA809551}" dt="2025-08-27T20:22:50.307" v="1206" actId="20577"/>
          <ac:spMkLst>
            <pc:docMk/>
            <pc:sldMk cId="3818460126" sldId="272"/>
            <ac:spMk id="11" creationId="{321F91F6-BB0C-5522-88D3-AAFD0F0EB276}"/>
          </ac:spMkLst>
        </pc:spChg>
        <pc:spChg chg="add mod">
          <ac:chgData name="Jérémy REDING" userId="170a12f5445ece79" providerId="LiveId" clId="{4E28D38F-FEE6-4A10-8118-9A14AA809551}" dt="2025-08-27T20:23:15.811" v="1223"/>
          <ac:spMkLst>
            <pc:docMk/>
            <pc:sldMk cId="3818460126" sldId="272"/>
            <ac:spMk id="13" creationId="{41325901-7154-374E-2FFF-2A918FC39182}"/>
          </ac:spMkLst>
        </pc:spChg>
        <pc:spChg chg="add mod">
          <ac:chgData name="Jérémy REDING" userId="170a12f5445ece79" providerId="LiveId" clId="{4E28D38F-FEE6-4A10-8118-9A14AA809551}" dt="2025-08-27T20:24:06.980" v="1228" actId="1076"/>
          <ac:spMkLst>
            <pc:docMk/>
            <pc:sldMk cId="3818460126" sldId="272"/>
            <ac:spMk id="14" creationId="{F2E8D72C-9DD2-BC99-E077-4B627AC9DCD6}"/>
          </ac:spMkLst>
        </pc:spChg>
        <pc:spChg chg="mod">
          <ac:chgData name="Jérémy REDING" userId="170a12f5445ece79" providerId="LiveId" clId="{4E28D38F-FEE6-4A10-8118-9A14AA809551}" dt="2025-08-27T20:20:50.003" v="1152" actId="14100"/>
          <ac:spMkLst>
            <pc:docMk/>
            <pc:sldMk cId="3818460126" sldId="272"/>
            <ac:spMk id="17" creationId="{D0CE2273-EB97-A964-3C18-95117A529283}"/>
          </ac:spMkLst>
        </pc:spChg>
        <pc:spChg chg="mod">
          <ac:chgData name="Jérémy REDING" userId="170a12f5445ece79" providerId="LiveId" clId="{4E28D38F-FEE6-4A10-8118-9A14AA809551}" dt="2025-08-27T20:22:23.196" v="1191" actId="14100"/>
          <ac:spMkLst>
            <pc:docMk/>
            <pc:sldMk cId="3818460126" sldId="272"/>
            <ac:spMk id="19" creationId="{F9A7EBD9-283E-97ED-366D-4ED62A6DA41C}"/>
          </ac:spMkLst>
        </pc:spChg>
        <pc:spChg chg="del">
          <ac:chgData name="Jérémy REDING" userId="170a12f5445ece79" providerId="LiveId" clId="{4E28D38F-FEE6-4A10-8118-9A14AA809551}" dt="2025-08-27T20:21:42.629" v="1175" actId="478"/>
          <ac:spMkLst>
            <pc:docMk/>
            <pc:sldMk cId="3818460126" sldId="272"/>
            <ac:spMk id="100" creationId="{AE3663DF-D284-8F49-5A0C-A75C538AD17D}"/>
          </ac:spMkLst>
        </pc:spChg>
        <pc:spChg chg="del">
          <ac:chgData name="Jérémy REDING" userId="170a12f5445ece79" providerId="LiveId" clId="{4E28D38F-FEE6-4A10-8118-9A14AA809551}" dt="2025-08-27T20:21:42.629" v="1175" actId="478"/>
          <ac:spMkLst>
            <pc:docMk/>
            <pc:sldMk cId="3818460126" sldId="272"/>
            <ac:spMk id="111" creationId="{3FA8596B-E0C7-ED17-E91D-82F66FA7D10D}"/>
          </ac:spMkLst>
        </pc:spChg>
        <pc:spChg chg="del">
          <ac:chgData name="Jérémy REDING" userId="170a12f5445ece79" providerId="LiveId" clId="{4E28D38F-FEE6-4A10-8118-9A14AA809551}" dt="2025-08-27T20:21:42.629" v="1175" actId="478"/>
          <ac:spMkLst>
            <pc:docMk/>
            <pc:sldMk cId="3818460126" sldId="272"/>
            <ac:spMk id="115" creationId="{72445963-3AEC-6FFE-6BEF-F5027720B7A2}"/>
          </ac:spMkLst>
        </pc:spChg>
        <pc:spChg chg="mod">
          <ac:chgData name="Jérémy REDING" userId="170a12f5445ece79" providerId="LiveId" clId="{4E28D38F-FEE6-4A10-8118-9A14AA809551}" dt="2025-08-27T20:21:11.201" v="1168" actId="20577"/>
          <ac:spMkLst>
            <pc:docMk/>
            <pc:sldMk cId="3818460126" sldId="272"/>
            <ac:spMk id="128" creationId="{F5094131-8C55-4B3B-99E4-65C2F5DFF06E}"/>
          </ac:spMkLst>
        </pc:spChg>
        <pc:picChg chg="del">
          <ac:chgData name="Jérémy REDING" userId="170a12f5445ece79" providerId="LiveId" clId="{4E28D38F-FEE6-4A10-8118-9A14AA809551}" dt="2025-08-27T20:21:20.455" v="1170" actId="478"/>
          <ac:picMkLst>
            <pc:docMk/>
            <pc:sldMk cId="3818460126" sldId="272"/>
            <ac:picMk id="4" creationId="{22382E57-9B87-2D19-B868-30D408AE5391}"/>
          </ac:picMkLst>
        </pc:picChg>
        <pc:picChg chg="add mod">
          <ac:chgData name="Jérémy REDING" userId="170a12f5445ece79" providerId="LiveId" clId="{4E28D38F-FEE6-4A10-8118-9A14AA809551}" dt="2025-08-27T20:21:35.502" v="1174" actId="1076"/>
          <ac:picMkLst>
            <pc:docMk/>
            <pc:sldMk cId="3818460126" sldId="272"/>
            <ac:picMk id="6" creationId="{539EAE2C-AB2E-961E-F6C8-767050544720}"/>
          </ac:picMkLst>
        </pc:picChg>
        <pc:picChg chg="add mod">
          <ac:chgData name="Jérémy REDING" userId="170a12f5445ece79" providerId="LiveId" clId="{4E28D38F-FEE6-4A10-8118-9A14AA809551}" dt="2025-08-27T20:21:57.186" v="1177" actId="1076"/>
          <ac:picMkLst>
            <pc:docMk/>
            <pc:sldMk cId="3818460126" sldId="272"/>
            <ac:picMk id="7" creationId="{CCAFFFFB-FE1A-D10D-BD6D-A7CB11CFDB32}"/>
          </ac:picMkLst>
        </pc:picChg>
        <pc:picChg chg="add mod">
          <ac:chgData name="Jérémy REDING" userId="170a12f5445ece79" providerId="LiveId" clId="{4E28D38F-FEE6-4A10-8118-9A14AA809551}" dt="2025-08-27T20:22:47.200" v="1204" actId="1076"/>
          <ac:picMkLst>
            <pc:docMk/>
            <pc:sldMk cId="3818460126" sldId="272"/>
            <ac:picMk id="10" creationId="{30F91898-668A-E893-6D8C-1FC8ABF8711F}"/>
          </ac:picMkLst>
        </pc:picChg>
        <pc:picChg chg="add mod">
          <ac:chgData name="Jérémy REDING" userId="170a12f5445ece79" providerId="LiveId" clId="{4E28D38F-FEE6-4A10-8118-9A14AA809551}" dt="2025-08-27T20:23:15.811" v="1223"/>
          <ac:picMkLst>
            <pc:docMk/>
            <pc:sldMk cId="3818460126" sldId="272"/>
            <ac:picMk id="12" creationId="{F2326A26-95EF-621E-2949-7EC19D01786D}"/>
          </ac:picMkLst>
        </pc:picChg>
        <pc:picChg chg="del">
          <ac:chgData name="Jérémy REDING" userId="170a12f5445ece79" providerId="LiveId" clId="{4E28D38F-FEE6-4A10-8118-9A14AA809551}" dt="2025-08-27T20:22:40.059" v="1202" actId="478"/>
          <ac:picMkLst>
            <pc:docMk/>
            <pc:sldMk cId="3818460126" sldId="272"/>
            <ac:picMk id="96" creationId="{FAD72203-6374-285A-8D71-9959CDE74B5E}"/>
          </ac:picMkLst>
        </pc:picChg>
        <pc:picChg chg="del">
          <ac:chgData name="Jérémy REDING" userId="170a12f5445ece79" providerId="LiveId" clId="{4E28D38F-FEE6-4A10-8118-9A14AA809551}" dt="2025-08-27T20:21:18.215" v="1169" actId="478"/>
          <ac:picMkLst>
            <pc:docMk/>
            <pc:sldMk cId="3818460126" sldId="272"/>
            <ac:picMk id="101" creationId="{4CA6263A-2B08-4470-E9D7-682355C463A4}"/>
          </ac:picMkLst>
        </pc:picChg>
        <pc:picChg chg="del">
          <ac:chgData name="Jérémy REDING" userId="170a12f5445ece79" providerId="LiveId" clId="{4E28D38F-FEE6-4A10-8118-9A14AA809551}" dt="2025-08-27T20:21:42.629" v="1175" actId="478"/>
          <ac:picMkLst>
            <pc:docMk/>
            <pc:sldMk cId="3818460126" sldId="272"/>
            <ac:picMk id="106" creationId="{FE57005A-B6D2-1E87-D146-86A869EB2C7D}"/>
          </ac:picMkLst>
        </pc:picChg>
        <pc:cxnChg chg="mod">
          <ac:chgData name="Jérémy REDING" userId="170a12f5445ece79" providerId="LiveId" clId="{4E28D38F-FEE6-4A10-8118-9A14AA809551}" dt="2025-08-27T20:21:05.037" v="1153" actId="1076"/>
          <ac:cxnSpMkLst>
            <pc:docMk/>
            <pc:sldMk cId="3818460126" sldId="272"/>
            <ac:cxnSpMk id="114" creationId="{E4B58486-1643-4FA2-3C5F-CB0BBB32C211}"/>
          </ac:cxnSpMkLst>
        </pc:cxnChg>
      </pc:sldChg>
      <pc:sldChg chg="addSp delSp modSp add mod">
        <pc:chgData name="Jérémy REDING" userId="170a12f5445ece79" providerId="LiveId" clId="{4E28D38F-FEE6-4A10-8118-9A14AA809551}" dt="2025-08-28T08:32:48.235" v="1736" actId="1076"/>
        <pc:sldMkLst>
          <pc:docMk/>
          <pc:sldMk cId="3980932718" sldId="273"/>
        </pc:sldMkLst>
        <pc:spChg chg="del">
          <ac:chgData name="Jérémy REDING" userId="170a12f5445ece79" providerId="LiveId" clId="{4E28D38F-FEE6-4A10-8118-9A14AA809551}" dt="2025-08-28T08:32:38.802" v="1733" actId="478"/>
          <ac:spMkLst>
            <pc:docMk/>
            <pc:sldMk cId="3980932718" sldId="273"/>
            <ac:spMk id="2" creationId="{444703F4-C08E-A8EC-FE1A-D4686A3D5054}"/>
          </ac:spMkLst>
        </pc:spChg>
        <pc:spChg chg="add mod">
          <ac:chgData name="Jérémy REDING" userId="170a12f5445ece79" providerId="LiveId" clId="{4E28D38F-FEE6-4A10-8118-9A14AA809551}" dt="2025-08-27T20:25:17.927" v="1256" actId="20577"/>
          <ac:spMkLst>
            <pc:docMk/>
            <pc:sldMk cId="3980932718" sldId="273"/>
            <ac:spMk id="3" creationId="{B1F9DC65-CECE-C6D0-3927-94E5163A2897}"/>
          </ac:spMkLst>
        </pc:spChg>
        <pc:spChg chg="del">
          <ac:chgData name="Jérémy REDING" userId="170a12f5445ece79" providerId="LiveId" clId="{4E28D38F-FEE6-4A10-8118-9A14AA809551}" dt="2025-08-28T08:32:38.184" v="1732" actId="478"/>
          <ac:spMkLst>
            <pc:docMk/>
            <pc:sldMk cId="3980932718" sldId="273"/>
            <ac:spMk id="4" creationId="{718A10BD-1655-D125-A968-DF5F1C5C502D}"/>
          </ac:spMkLst>
        </pc:spChg>
        <pc:spChg chg="mod">
          <ac:chgData name="Jérémy REDING" userId="170a12f5445ece79" providerId="LiveId" clId="{4E28D38F-FEE6-4A10-8118-9A14AA809551}" dt="2025-08-27T20:24:49.552" v="1248" actId="14100"/>
          <ac:spMkLst>
            <pc:docMk/>
            <pc:sldMk cId="3980932718" sldId="273"/>
            <ac:spMk id="5" creationId="{4507C5FB-E816-4BB4-888C-39CDCD752185}"/>
          </ac:spMkLst>
        </pc:spChg>
        <pc:spChg chg="mod">
          <ac:chgData name="Jérémy REDING" userId="170a12f5445ece79" providerId="LiveId" clId="{4E28D38F-FEE6-4A10-8118-9A14AA809551}" dt="2025-08-27T20:26:30.942" v="1280" actId="14100"/>
          <ac:spMkLst>
            <pc:docMk/>
            <pc:sldMk cId="3980932718" sldId="273"/>
            <ac:spMk id="6" creationId="{1EB6E74A-EB81-4CB9-E6B2-F9CF19B61F5C}"/>
          </ac:spMkLst>
        </pc:spChg>
        <pc:spChg chg="add mod">
          <ac:chgData name="Jérémy REDING" userId="170a12f5445ece79" providerId="LiveId" clId="{4E28D38F-FEE6-4A10-8118-9A14AA809551}" dt="2025-08-28T08:32:40.081" v="1734"/>
          <ac:spMkLst>
            <pc:docMk/>
            <pc:sldMk cId="3980932718" sldId="273"/>
            <ac:spMk id="10" creationId="{ABFE0F59-4B85-73C5-C39F-4BCF1D5FABAB}"/>
          </ac:spMkLst>
        </pc:spChg>
        <pc:spChg chg="add mod">
          <ac:chgData name="Jérémy REDING" userId="170a12f5445ece79" providerId="LiveId" clId="{4E28D38F-FEE6-4A10-8118-9A14AA809551}" dt="2025-08-27T20:25:32.985" v="1261" actId="20577"/>
          <ac:spMkLst>
            <pc:docMk/>
            <pc:sldMk cId="3980932718" sldId="273"/>
            <ac:spMk id="11" creationId="{A7CE5F7F-781B-2018-62A5-4DE7EF99AFBA}"/>
          </ac:spMkLst>
        </pc:spChg>
        <pc:spChg chg="del">
          <ac:chgData name="Jérémy REDING" userId="170a12f5445ece79" providerId="LiveId" clId="{4E28D38F-FEE6-4A10-8118-9A14AA809551}" dt="2025-08-27T20:24:55.076" v="1249" actId="478"/>
          <ac:spMkLst>
            <pc:docMk/>
            <pc:sldMk cId="3980932718" sldId="273"/>
            <ac:spMk id="16" creationId="{5F724CA8-5007-78BC-5639-C5A45B819A0C}"/>
          </ac:spMkLst>
        </pc:spChg>
        <pc:spChg chg="add mod">
          <ac:chgData name="Jérémy REDING" userId="170a12f5445ece79" providerId="LiveId" clId="{4E28D38F-FEE6-4A10-8118-9A14AA809551}" dt="2025-08-28T08:32:48.235" v="1736" actId="1076"/>
          <ac:spMkLst>
            <pc:docMk/>
            <pc:sldMk cId="3980932718" sldId="273"/>
            <ac:spMk id="16" creationId="{9B6CEDEC-A073-E580-195A-F4B7C9544AA2}"/>
          </ac:spMkLst>
        </pc:spChg>
        <pc:spChg chg="add mod">
          <ac:chgData name="Jérémy REDING" userId="170a12f5445ece79" providerId="LiveId" clId="{4E28D38F-FEE6-4A10-8118-9A14AA809551}" dt="2025-08-27T20:26:07.440" v="1268" actId="20577"/>
          <ac:spMkLst>
            <pc:docMk/>
            <pc:sldMk cId="3980932718" sldId="273"/>
            <ac:spMk id="21" creationId="{48795CEA-E8A5-48B2-8B94-E703A31C9D3B}"/>
          </ac:spMkLst>
        </pc:spChg>
        <pc:spChg chg="add mod">
          <ac:chgData name="Jérémy REDING" userId="170a12f5445ece79" providerId="LiveId" clId="{4E28D38F-FEE6-4A10-8118-9A14AA809551}" dt="2025-08-27T20:26:18.899" v="1270" actId="1076"/>
          <ac:spMkLst>
            <pc:docMk/>
            <pc:sldMk cId="3980932718" sldId="273"/>
            <ac:spMk id="23" creationId="{015CABFB-17C7-B021-37B5-E97AD6B349F8}"/>
          </ac:spMkLst>
        </pc:spChg>
        <pc:spChg chg="mod">
          <ac:chgData name="Jérémy REDING" userId="170a12f5445ece79" providerId="LiveId" clId="{4E28D38F-FEE6-4A10-8118-9A14AA809551}" dt="2025-08-27T20:27:41.636" v="1310" actId="20577"/>
          <ac:spMkLst>
            <pc:docMk/>
            <pc:sldMk cId="3980932718" sldId="273"/>
            <ac:spMk id="24" creationId="{727998CD-DCB6-413E-FB8A-C6AD948EA6D4}"/>
          </ac:spMkLst>
        </pc:spChg>
        <pc:spChg chg="mod">
          <ac:chgData name="Jérémy REDING" userId="170a12f5445ece79" providerId="LiveId" clId="{4E28D38F-FEE6-4A10-8118-9A14AA809551}" dt="2025-08-27T20:25:04.322" v="1252" actId="20577"/>
          <ac:spMkLst>
            <pc:docMk/>
            <pc:sldMk cId="3980932718" sldId="273"/>
            <ac:spMk id="26" creationId="{EA7B6741-7CC0-D4E4-DE0D-7942BC4BEFA0}"/>
          </ac:spMkLst>
        </pc:spChg>
        <pc:spChg chg="add mod">
          <ac:chgData name="Jérémy REDING" userId="170a12f5445ece79" providerId="LiveId" clId="{4E28D38F-FEE6-4A10-8118-9A14AA809551}" dt="2025-08-27T20:27:17.501" v="1299" actId="20577"/>
          <ac:spMkLst>
            <pc:docMk/>
            <pc:sldMk cId="3980932718" sldId="273"/>
            <ac:spMk id="27" creationId="{31B575EC-8766-1C24-E791-F88D002F18B2}"/>
          </ac:spMkLst>
        </pc:spChg>
        <pc:spChg chg="add mod">
          <ac:chgData name="Jérémy REDING" userId="170a12f5445ece79" providerId="LiveId" clId="{4E28D38F-FEE6-4A10-8118-9A14AA809551}" dt="2025-08-27T20:27:34.904" v="1302" actId="1076"/>
          <ac:spMkLst>
            <pc:docMk/>
            <pc:sldMk cId="3980932718" sldId="273"/>
            <ac:spMk id="29" creationId="{6DF01D83-084E-0B89-897C-B7F15FF09425}"/>
          </ac:spMkLst>
        </pc:spChg>
        <pc:spChg chg="mod">
          <ac:chgData name="Jérémy REDING" userId="170a12f5445ece79" providerId="LiveId" clId="{4E28D38F-FEE6-4A10-8118-9A14AA809551}" dt="2025-08-27T20:26:41.889" v="1292" actId="14100"/>
          <ac:spMkLst>
            <pc:docMk/>
            <pc:sldMk cId="3980932718" sldId="273"/>
            <ac:spMk id="30" creationId="{4CB70150-1540-44D8-2C48-92B5C688D047}"/>
          </ac:spMkLst>
        </pc:spChg>
        <pc:picChg chg="del">
          <ac:chgData name="Jérémy REDING" userId="170a12f5445ece79" providerId="LiveId" clId="{4E28D38F-FEE6-4A10-8118-9A14AA809551}" dt="2025-08-27T20:24:55.076" v="1249" actId="478"/>
          <ac:picMkLst>
            <pc:docMk/>
            <pc:sldMk cId="3980932718" sldId="273"/>
            <ac:picMk id="10" creationId="{32B43774-FDDA-FBC1-CEA3-45C465073D56}"/>
          </ac:picMkLst>
        </pc:picChg>
        <pc:picChg chg="add mod">
          <ac:chgData name="Jérémy REDING" userId="170a12f5445ece79" providerId="LiveId" clId="{4E28D38F-FEE6-4A10-8118-9A14AA809551}" dt="2025-08-27T20:25:48.175" v="1263" actId="1076"/>
          <ac:picMkLst>
            <pc:docMk/>
            <pc:sldMk cId="3980932718" sldId="273"/>
            <ac:picMk id="15" creationId="{460EDF20-DDF7-4B08-A53D-3BE13464B0AD}"/>
          </ac:picMkLst>
        </pc:picChg>
        <pc:picChg chg="del">
          <ac:chgData name="Jérémy REDING" userId="170a12f5445ece79" providerId="LiveId" clId="{4E28D38F-FEE6-4A10-8118-9A14AA809551}" dt="2025-08-27T20:25:23.071" v="1257" actId="478"/>
          <ac:picMkLst>
            <pc:docMk/>
            <pc:sldMk cId="3980932718" sldId="273"/>
            <ac:picMk id="19" creationId="{E367C6D5-E0EE-01BC-8329-2A678D576BA2}"/>
          </ac:picMkLst>
        </pc:picChg>
        <pc:picChg chg="add mod">
          <ac:chgData name="Jérémy REDING" userId="170a12f5445ece79" providerId="LiveId" clId="{4E28D38F-FEE6-4A10-8118-9A14AA809551}" dt="2025-08-27T20:27:04.176" v="1294" actId="1076"/>
          <ac:picMkLst>
            <pc:docMk/>
            <pc:sldMk cId="3980932718" sldId="273"/>
            <ac:picMk id="25" creationId="{0D87DA68-1F75-E257-45F9-D772FF2F17DC}"/>
          </ac:picMkLst>
        </pc:picChg>
        <pc:picChg chg="del">
          <ac:chgData name="Jérémy REDING" userId="170a12f5445ece79" providerId="LiveId" clId="{4E28D38F-FEE6-4A10-8118-9A14AA809551}" dt="2025-08-27T20:27:24.479" v="1300" actId="478"/>
          <ac:picMkLst>
            <pc:docMk/>
            <pc:sldMk cId="3980932718" sldId="273"/>
            <ac:picMk id="28" creationId="{D6DCF865-93E1-CC27-E965-8BCF44DD2D85}"/>
          </ac:picMkLst>
        </pc:picChg>
        <pc:picChg chg="mod">
          <ac:chgData name="Jérémy REDING" userId="170a12f5445ece79" providerId="LiveId" clId="{4E28D38F-FEE6-4A10-8118-9A14AA809551}" dt="2025-08-27T20:25:01.217" v="1250" actId="1076"/>
          <ac:picMkLst>
            <pc:docMk/>
            <pc:sldMk cId="3980932718" sldId="273"/>
            <ac:picMk id="31" creationId="{114E04F6-9987-ADC0-B6A9-77333D4021B5}"/>
          </ac:picMkLst>
        </pc:picChg>
      </pc:sldChg>
      <pc:sldChg chg="addSp delSp modSp add mod">
        <pc:chgData name="Jérémy REDING" userId="170a12f5445ece79" providerId="LiveId" clId="{4E28D38F-FEE6-4A10-8118-9A14AA809551}" dt="2025-08-28T08:34:02.664" v="1742" actId="1076"/>
        <pc:sldMkLst>
          <pc:docMk/>
          <pc:sldMk cId="3541283859" sldId="274"/>
        </pc:sldMkLst>
        <pc:spChg chg="del">
          <ac:chgData name="Jérémy REDING" userId="170a12f5445ece79" providerId="LiveId" clId="{4E28D38F-FEE6-4A10-8118-9A14AA809551}" dt="2025-08-28T08:33:51.016" v="1738" actId="478"/>
          <ac:spMkLst>
            <pc:docMk/>
            <pc:sldMk cId="3541283859" sldId="274"/>
            <ac:spMk id="2" creationId="{92FFB6F9-CFE3-ADFE-C70E-15D400C7840E}"/>
          </ac:spMkLst>
        </pc:spChg>
        <pc:spChg chg="add mod">
          <ac:chgData name="Jérémy REDING" userId="170a12f5445ece79" providerId="LiveId" clId="{4E28D38F-FEE6-4A10-8118-9A14AA809551}" dt="2025-08-27T20:28:30.838" v="1324" actId="20577"/>
          <ac:spMkLst>
            <pc:docMk/>
            <pc:sldMk cId="3541283859" sldId="274"/>
            <ac:spMk id="3" creationId="{F2426F1C-A027-0572-2343-EA8DD4BD60D8}"/>
          </ac:spMkLst>
        </pc:spChg>
        <pc:spChg chg="del">
          <ac:chgData name="Jérémy REDING" userId="170a12f5445ece79" providerId="LiveId" clId="{4E28D38F-FEE6-4A10-8118-9A14AA809551}" dt="2025-08-28T08:33:49.675" v="1737" actId="478"/>
          <ac:spMkLst>
            <pc:docMk/>
            <pc:sldMk cId="3541283859" sldId="274"/>
            <ac:spMk id="4" creationId="{A184C586-F942-4BBF-AD91-992156344563}"/>
          </ac:spMkLst>
        </pc:spChg>
        <pc:spChg chg="mod">
          <ac:chgData name="Jérémy REDING" userId="170a12f5445ece79" providerId="LiveId" clId="{4E28D38F-FEE6-4A10-8118-9A14AA809551}" dt="2025-08-27T20:28:21.605" v="1320" actId="14100"/>
          <ac:spMkLst>
            <pc:docMk/>
            <pc:sldMk cId="3541283859" sldId="274"/>
            <ac:spMk id="5" creationId="{1F551B2A-9EE9-1F0E-DAF7-E99575F3553F}"/>
          </ac:spMkLst>
        </pc:spChg>
        <pc:spChg chg="mod">
          <ac:chgData name="Jérémy REDING" userId="170a12f5445ece79" providerId="LiveId" clId="{4E28D38F-FEE6-4A10-8118-9A14AA809551}" dt="2025-08-27T20:28:58.386" v="1335" actId="14100"/>
          <ac:spMkLst>
            <pc:docMk/>
            <pc:sldMk cId="3541283859" sldId="274"/>
            <ac:spMk id="6" creationId="{9C2C6177-A207-F7F8-EA55-18B2231C0651}"/>
          </ac:spMkLst>
        </pc:spChg>
        <pc:spChg chg="add mod">
          <ac:chgData name="Jérémy REDING" userId="170a12f5445ece79" providerId="LiveId" clId="{4E28D38F-FEE6-4A10-8118-9A14AA809551}" dt="2025-08-27T20:28:46.545" v="1328" actId="20577"/>
          <ac:spMkLst>
            <pc:docMk/>
            <pc:sldMk cId="3541283859" sldId="274"/>
            <ac:spMk id="11" creationId="{7A07C953-F6B0-B72E-6A15-F213453B50B5}"/>
          </ac:spMkLst>
        </pc:spChg>
        <pc:spChg chg="add mod">
          <ac:chgData name="Jérémy REDING" userId="170a12f5445ece79" providerId="LiveId" clId="{4E28D38F-FEE6-4A10-8118-9A14AA809551}" dt="2025-08-27T20:30:06.956" v="1350" actId="20577"/>
          <ac:spMkLst>
            <pc:docMk/>
            <pc:sldMk cId="3541283859" sldId="274"/>
            <ac:spMk id="16" creationId="{CD9150F3-0F70-562A-12D2-2075B14C8237}"/>
          </ac:spMkLst>
        </pc:spChg>
        <pc:spChg chg="mod">
          <ac:chgData name="Jérémy REDING" userId="170a12f5445ece79" providerId="LiveId" clId="{4E28D38F-FEE6-4A10-8118-9A14AA809551}" dt="2025-08-27T20:29:21.168" v="1342" actId="14100"/>
          <ac:spMkLst>
            <pc:docMk/>
            <pc:sldMk cId="3541283859" sldId="274"/>
            <ac:spMk id="19" creationId="{68DB7CE1-B03E-5BE4-5F9F-FCFD7944FDB1}"/>
          </ac:spMkLst>
        </pc:spChg>
        <pc:spChg chg="add mod">
          <ac:chgData name="Jérémy REDING" userId="170a12f5445ece79" providerId="LiveId" clId="{4E28D38F-FEE6-4A10-8118-9A14AA809551}" dt="2025-08-27T20:31:24.972" v="1360" actId="1076"/>
          <ac:spMkLst>
            <pc:docMk/>
            <pc:sldMk cId="3541283859" sldId="274"/>
            <ac:spMk id="23" creationId="{1B9935E4-A3D5-E024-3533-DC1908356831}"/>
          </ac:spMkLst>
        </pc:spChg>
        <pc:spChg chg="mod">
          <ac:chgData name="Jérémy REDING" userId="170a12f5445ece79" providerId="LiveId" clId="{4E28D38F-FEE6-4A10-8118-9A14AA809551}" dt="2025-08-27T20:33:27.059" v="1399" actId="1076"/>
          <ac:spMkLst>
            <pc:docMk/>
            <pc:sldMk cId="3541283859" sldId="274"/>
            <ac:spMk id="24" creationId="{953B0C32-DE97-88B3-01F3-C0B92C67D419}"/>
          </ac:spMkLst>
        </pc:spChg>
        <pc:spChg chg="add mod">
          <ac:chgData name="Jérémy REDING" userId="170a12f5445ece79" providerId="LiveId" clId="{4E28D38F-FEE6-4A10-8118-9A14AA809551}" dt="2025-08-27T20:32:14.138" v="1372" actId="20577"/>
          <ac:spMkLst>
            <pc:docMk/>
            <pc:sldMk cId="3541283859" sldId="274"/>
            <ac:spMk id="28" creationId="{462DC1C2-65CC-0965-DDD3-E6682C63C3AD}"/>
          </ac:spMkLst>
        </pc:spChg>
        <pc:spChg chg="add mod">
          <ac:chgData name="Jérémy REDING" userId="170a12f5445ece79" providerId="LiveId" clId="{4E28D38F-FEE6-4A10-8118-9A14AA809551}" dt="2025-08-28T08:34:02.664" v="1742" actId="1076"/>
          <ac:spMkLst>
            <pc:docMk/>
            <pc:sldMk cId="3541283859" sldId="274"/>
            <ac:spMk id="29" creationId="{417AD78B-69BF-665B-4AF3-C38B7830A597}"/>
          </ac:spMkLst>
        </pc:spChg>
        <pc:spChg chg="add mod">
          <ac:chgData name="Jérémy REDING" userId="170a12f5445ece79" providerId="LiveId" clId="{4E28D38F-FEE6-4A10-8118-9A14AA809551}" dt="2025-08-28T08:33:58.044" v="1741" actId="1076"/>
          <ac:spMkLst>
            <pc:docMk/>
            <pc:sldMk cId="3541283859" sldId="274"/>
            <ac:spMk id="30" creationId="{0C3B11FE-1D56-1C01-D1D3-D1122077DE35}"/>
          </ac:spMkLst>
        </pc:spChg>
        <pc:spChg chg="del">
          <ac:chgData name="Jérémy REDING" userId="170a12f5445ece79" providerId="LiveId" clId="{4E28D38F-FEE6-4A10-8118-9A14AA809551}" dt="2025-08-27T20:29:37.555" v="1343" actId="478"/>
          <ac:spMkLst>
            <pc:docMk/>
            <pc:sldMk cId="3541283859" sldId="274"/>
            <ac:spMk id="31" creationId="{590F2823-0FF8-54F8-5C2F-43453AAFCFBA}"/>
          </ac:spMkLst>
        </pc:spChg>
        <pc:spChg chg="del">
          <ac:chgData name="Jérémy REDING" userId="170a12f5445ece79" providerId="LiveId" clId="{4E28D38F-FEE6-4A10-8118-9A14AA809551}" dt="2025-08-27T20:29:37.555" v="1343" actId="478"/>
          <ac:spMkLst>
            <pc:docMk/>
            <pc:sldMk cId="3541283859" sldId="274"/>
            <ac:spMk id="32" creationId="{17B15E9E-AC6B-C624-463A-81B946B9B120}"/>
          </ac:spMkLst>
        </pc:spChg>
        <pc:picChg chg="add mod">
          <ac:chgData name="Jérémy REDING" userId="170a12f5445ece79" providerId="LiveId" clId="{4E28D38F-FEE6-4A10-8118-9A14AA809551}" dt="2025-08-27T20:29:54.338" v="1346" actId="1076"/>
          <ac:picMkLst>
            <pc:docMk/>
            <pc:sldMk cId="3541283859" sldId="274"/>
            <ac:picMk id="15" creationId="{6153C420-026D-D694-7823-C5FB6C7C0F39}"/>
          </ac:picMkLst>
        </pc:picChg>
        <pc:picChg chg="add mod">
          <ac:chgData name="Jérémy REDING" userId="170a12f5445ece79" providerId="LiveId" clId="{4E28D38F-FEE6-4A10-8118-9A14AA809551}" dt="2025-08-27T20:30:27.264" v="1352" actId="1076"/>
          <ac:picMkLst>
            <pc:docMk/>
            <pc:sldMk cId="3541283859" sldId="274"/>
            <ac:picMk id="21" creationId="{79B29B43-7151-7642-C1E6-EA9CC4FEDD3E}"/>
          </ac:picMkLst>
        </pc:picChg>
        <pc:picChg chg="add mod">
          <ac:chgData name="Jérémy REDING" userId="170a12f5445ece79" providerId="LiveId" clId="{4E28D38F-FEE6-4A10-8118-9A14AA809551}" dt="2025-08-27T20:32:36.545" v="1375" actId="1076"/>
          <ac:picMkLst>
            <pc:docMk/>
            <pc:sldMk cId="3541283859" sldId="274"/>
            <ac:picMk id="25" creationId="{D4A9502C-D853-193E-E798-9988DE7408D0}"/>
          </ac:picMkLst>
        </pc:picChg>
        <pc:picChg chg="add mod">
          <ac:chgData name="Jérémy REDING" userId="170a12f5445ece79" providerId="LiveId" clId="{4E28D38F-FEE6-4A10-8118-9A14AA809551}" dt="2025-08-27T20:32:33.975" v="1374" actId="1076"/>
          <ac:picMkLst>
            <pc:docMk/>
            <pc:sldMk cId="3541283859" sldId="274"/>
            <ac:picMk id="26" creationId="{51F5D405-FB64-6660-DF79-7801CD1B8C8D}"/>
          </ac:picMkLst>
        </pc:picChg>
        <pc:picChg chg="del">
          <ac:chgData name="Jérémy REDING" userId="170a12f5445ece79" providerId="LiveId" clId="{4E28D38F-FEE6-4A10-8118-9A14AA809551}" dt="2025-08-27T20:29:38.058" v="1344" actId="478"/>
          <ac:picMkLst>
            <pc:docMk/>
            <pc:sldMk cId="3541283859" sldId="274"/>
            <ac:picMk id="30" creationId="{04FEF86E-A350-5F13-BB40-895C1CD14B2F}"/>
          </ac:picMkLst>
        </pc:picChg>
        <pc:picChg chg="del">
          <ac:chgData name="Jérémy REDING" userId="170a12f5445ece79" providerId="LiveId" clId="{4E28D38F-FEE6-4A10-8118-9A14AA809551}" dt="2025-08-27T20:29:37.555" v="1343" actId="478"/>
          <ac:picMkLst>
            <pc:docMk/>
            <pc:sldMk cId="3541283859" sldId="274"/>
            <ac:picMk id="33" creationId="{BD8EBA16-6183-4EF2-CFA9-A7C97E205A5B}"/>
          </ac:picMkLst>
        </pc:picChg>
        <pc:cxnChg chg="add mod">
          <ac:chgData name="Jérémy REDING" userId="170a12f5445ece79" providerId="LiveId" clId="{4E28D38F-FEE6-4A10-8118-9A14AA809551}" dt="2025-08-27T20:32:20.754" v="1373" actId="14100"/>
          <ac:cxnSpMkLst>
            <pc:docMk/>
            <pc:sldMk cId="3541283859" sldId="274"/>
            <ac:cxnSpMk id="27" creationId="{BC064188-696B-08E6-C376-295888613BE1}"/>
          </ac:cxnSpMkLst>
        </pc:cxnChg>
      </pc:sldChg>
      <pc:sldChg chg="addSp delSp modSp add mod">
        <pc:chgData name="Jérémy REDING" userId="170a12f5445ece79" providerId="LiveId" clId="{4E28D38F-FEE6-4A10-8118-9A14AA809551}" dt="2025-08-28T08:35:15.211" v="1748" actId="1076"/>
        <pc:sldMkLst>
          <pc:docMk/>
          <pc:sldMk cId="3103311644" sldId="275"/>
        </pc:sldMkLst>
        <pc:spChg chg="del">
          <ac:chgData name="Jérémy REDING" userId="170a12f5445ece79" providerId="LiveId" clId="{4E28D38F-FEE6-4A10-8118-9A14AA809551}" dt="2025-08-28T08:35:00.172" v="1744" actId="478"/>
          <ac:spMkLst>
            <pc:docMk/>
            <pc:sldMk cId="3103311644" sldId="275"/>
            <ac:spMk id="2" creationId="{3E66A1B1-6A95-AB04-CA49-6BEDFE4B21B5}"/>
          </ac:spMkLst>
        </pc:spChg>
        <pc:spChg chg="del">
          <ac:chgData name="Jérémy REDING" userId="170a12f5445ece79" providerId="LiveId" clId="{4E28D38F-FEE6-4A10-8118-9A14AA809551}" dt="2025-08-27T20:34:36.903" v="1425" actId="478"/>
          <ac:spMkLst>
            <pc:docMk/>
            <pc:sldMk cId="3103311644" sldId="275"/>
            <ac:spMk id="3" creationId="{2DE875B1-0C50-82FE-803C-D9067E2E5231}"/>
          </ac:spMkLst>
        </pc:spChg>
        <pc:spChg chg="add mod">
          <ac:chgData name="Jérémy REDING" userId="170a12f5445ece79" providerId="LiveId" clId="{4E28D38F-FEE6-4A10-8118-9A14AA809551}" dt="2025-08-28T08:35:15.211" v="1748" actId="1076"/>
          <ac:spMkLst>
            <pc:docMk/>
            <pc:sldMk cId="3103311644" sldId="275"/>
            <ac:spMk id="3" creationId="{504316EB-9635-FD71-35F6-644931DD3952}"/>
          </ac:spMkLst>
        </pc:spChg>
        <pc:spChg chg="del">
          <ac:chgData name="Jérémy REDING" userId="170a12f5445ece79" providerId="LiveId" clId="{4E28D38F-FEE6-4A10-8118-9A14AA809551}" dt="2025-08-28T08:34:58.989" v="1743" actId="478"/>
          <ac:spMkLst>
            <pc:docMk/>
            <pc:sldMk cId="3103311644" sldId="275"/>
            <ac:spMk id="4" creationId="{B208C488-DE4F-BA46-BEB6-4B267ABBD739}"/>
          </ac:spMkLst>
        </pc:spChg>
        <pc:spChg chg="mod">
          <ac:chgData name="Jérémy REDING" userId="170a12f5445ece79" providerId="LiveId" clId="{4E28D38F-FEE6-4A10-8118-9A14AA809551}" dt="2025-08-27T20:34:19.540" v="1422" actId="14100"/>
          <ac:spMkLst>
            <pc:docMk/>
            <pc:sldMk cId="3103311644" sldId="275"/>
            <ac:spMk id="5" creationId="{01F254A1-333C-AE68-C43E-581A05F6103B}"/>
          </ac:spMkLst>
        </pc:spChg>
        <pc:spChg chg="add mod">
          <ac:chgData name="Jérémy REDING" userId="170a12f5445ece79" providerId="LiveId" clId="{4E28D38F-FEE6-4A10-8118-9A14AA809551}" dt="2025-08-28T08:35:11.822" v="1747" actId="1076"/>
          <ac:spMkLst>
            <pc:docMk/>
            <pc:sldMk cId="3103311644" sldId="275"/>
            <ac:spMk id="6" creationId="{651844E2-6D6D-EC8C-6D2C-488D323E359C}"/>
          </ac:spMkLst>
        </pc:spChg>
        <pc:spChg chg="del">
          <ac:chgData name="Jérémy REDING" userId="170a12f5445ece79" providerId="LiveId" clId="{4E28D38F-FEE6-4A10-8118-9A14AA809551}" dt="2025-08-27T20:35:34.151" v="1434" actId="478"/>
          <ac:spMkLst>
            <pc:docMk/>
            <pc:sldMk cId="3103311644" sldId="275"/>
            <ac:spMk id="6" creationId="{A0B10218-D130-9889-8452-6D4E4CA0D65E}"/>
          </ac:spMkLst>
        </pc:spChg>
        <pc:spChg chg="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8" creationId="{2496705C-F457-E563-AE10-9C063355FC1D}"/>
          </ac:spMkLst>
        </pc:spChg>
        <pc:spChg chg="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9" creationId="{2A23D319-0F75-C768-6C38-12DB6EC26AE6}"/>
          </ac:spMkLst>
        </pc:spChg>
        <pc:spChg chg="del">
          <ac:chgData name="Jérémy REDING" userId="170a12f5445ece79" providerId="LiveId" clId="{4E28D38F-FEE6-4A10-8118-9A14AA809551}" dt="2025-08-27T20:34:36.903" v="1425" actId="478"/>
          <ac:spMkLst>
            <pc:docMk/>
            <pc:sldMk cId="3103311644" sldId="275"/>
            <ac:spMk id="11" creationId="{9E323869-5C1E-4BFD-F58B-7A452DC37C31}"/>
          </ac:spMkLst>
        </pc:spChg>
        <pc:spChg chg="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14" creationId="{EA3FA67E-C27F-142B-3138-B1A54C165F60}"/>
          </ac:spMkLst>
        </pc:spChg>
        <pc:spChg chg="add 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16" creationId="{C29C2A59-4904-CAE0-F165-61000DEF2152}"/>
          </ac:spMkLst>
        </pc:spChg>
        <pc:spChg chg="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17" creationId="{A6B5159B-3BD0-EDA9-6096-3747B8FCFC27}"/>
          </ac:spMkLst>
        </pc:spChg>
        <pc:spChg chg="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18" creationId="{67FB8B4D-D615-0B7E-9823-F6964D9C13C5}"/>
          </ac:spMkLst>
        </pc:spChg>
        <pc:spChg chg="add mod">
          <ac:chgData name="Jérémy REDING" userId="170a12f5445ece79" providerId="LiveId" clId="{4E28D38F-FEE6-4A10-8118-9A14AA809551}" dt="2025-08-27T20:36:08.745" v="1454" actId="1076"/>
          <ac:spMkLst>
            <pc:docMk/>
            <pc:sldMk cId="3103311644" sldId="275"/>
            <ac:spMk id="19" creationId="{3E2FBAB5-D4A8-1B78-E668-47D7082153A4}"/>
          </ac:spMkLst>
        </pc:spChg>
        <pc:spChg chg="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21" creationId="{B0A67E15-447C-F80E-C708-73D21F6268A5}"/>
          </ac:spMkLst>
        </pc:spChg>
        <pc:spChg chg="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22" creationId="{1089E571-3BEF-D165-461C-B75BE2453105}"/>
          </ac:spMkLst>
        </pc:spChg>
        <pc:spChg chg="del">
          <ac:chgData name="Jérémy REDING" userId="170a12f5445ece79" providerId="LiveId" clId="{4E28D38F-FEE6-4A10-8118-9A14AA809551}" dt="2025-08-27T20:34:34.986" v="1424" actId="478"/>
          <ac:spMkLst>
            <pc:docMk/>
            <pc:sldMk cId="3103311644" sldId="275"/>
            <ac:spMk id="23" creationId="{46C1B192-D57C-C406-B5E4-807DE627B1AA}"/>
          </ac:spMkLst>
        </pc:spChg>
        <pc:spChg chg="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24" creationId="{35286623-F318-B1EA-5CA6-3A028AEA8457}"/>
          </ac:spMkLst>
        </pc:spChg>
        <pc:spChg chg="del">
          <ac:chgData name="Jérémy REDING" userId="170a12f5445ece79" providerId="LiveId" clId="{4E28D38F-FEE6-4A10-8118-9A14AA809551}" dt="2025-08-27T20:34:26.690" v="1423" actId="478"/>
          <ac:spMkLst>
            <pc:docMk/>
            <pc:sldMk cId="3103311644" sldId="275"/>
            <ac:spMk id="26" creationId="{24C206EF-EA5C-D7FD-9A1B-48771ACD9989}"/>
          </ac:spMkLst>
        </pc:spChg>
        <pc:spChg chg="del mod">
          <ac:chgData name="Jérémy REDING" userId="170a12f5445ece79" providerId="LiveId" clId="{4E28D38F-FEE6-4A10-8118-9A14AA809551}" dt="2025-08-27T20:36:26.143" v="1457" actId="478"/>
          <ac:spMkLst>
            <pc:docMk/>
            <pc:sldMk cId="3103311644" sldId="275"/>
            <ac:spMk id="27" creationId="{8402AD1E-A818-DB5F-22C1-A5B60B2C5468}"/>
          </ac:spMkLst>
        </pc:spChg>
        <pc:spChg chg="del mod">
          <ac:chgData name="Jérémy REDING" userId="170a12f5445ece79" providerId="LiveId" clId="{4E28D38F-FEE6-4A10-8118-9A14AA809551}" dt="2025-08-27T20:36:36.464" v="1460" actId="478"/>
          <ac:spMkLst>
            <pc:docMk/>
            <pc:sldMk cId="3103311644" sldId="275"/>
            <ac:spMk id="29" creationId="{C7E106D1-8D33-7873-6230-7A8DDCBDF932}"/>
          </ac:spMkLst>
        </pc:spChg>
        <pc:spChg chg="del">
          <ac:chgData name="Jérémy REDING" userId="170a12f5445ece79" providerId="LiveId" clId="{4E28D38F-FEE6-4A10-8118-9A14AA809551}" dt="2025-08-27T20:35:54.322" v="1450" actId="478"/>
          <ac:spMkLst>
            <pc:docMk/>
            <pc:sldMk cId="3103311644" sldId="275"/>
            <ac:spMk id="30" creationId="{EE085AF1-1745-8F1F-DF52-543DB98127C8}"/>
          </ac:spMkLst>
        </pc:spChg>
        <pc:spChg chg="add mod">
          <ac:chgData name="Jérémy REDING" userId="170a12f5445ece79" providerId="LiveId" clId="{4E28D38F-FEE6-4A10-8118-9A14AA809551}" dt="2025-08-28T07:21:24.520" v="1648" actId="1076"/>
          <ac:spMkLst>
            <pc:docMk/>
            <pc:sldMk cId="3103311644" sldId="275"/>
            <ac:spMk id="32" creationId="{7BFFB4EF-F118-79B6-5BE1-5560C2E4BAB7}"/>
          </ac:spMkLst>
        </pc:spChg>
        <pc:picChg chg="add mod">
          <ac:chgData name="Jérémy REDING" userId="170a12f5445ece79" providerId="LiveId" clId="{4E28D38F-FEE6-4A10-8118-9A14AA809551}" dt="2025-08-27T20:36:22.206" v="1456" actId="1076"/>
          <ac:picMkLst>
            <pc:docMk/>
            <pc:sldMk cId="3103311644" sldId="275"/>
            <ac:picMk id="10" creationId="{F66C30A5-FF64-1ED9-74CA-F147092C046B}"/>
          </ac:picMkLst>
        </pc:picChg>
        <pc:picChg chg="del">
          <ac:chgData name="Jérémy REDING" userId="170a12f5445ece79" providerId="LiveId" clId="{4E28D38F-FEE6-4A10-8118-9A14AA809551}" dt="2025-08-27T20:34:38.694" v="1426" actId="478"/>
          <ac:picMkLst>
            <pc:docMk/>
            <pc:sldMk cId="3103311644" sldId="275"/>
            <ac:picMk id="15" creationId="{BAC8A48F-4080-E1A3-E63B-D362302E4A32}"/>
          </ac:picMkLst>
        </pc:picChg>
        <pc:picChg chg="del mod">
          <ac:chgData name="Jérémy REDING" userId="170a12f5445ece79" providerId="LiveId" clId="{4E28D38F-FEE6-4A10-8118-9A14AA809551}" dt="2025-08-27T20:36:26.143" v="1457" actId="478"/>
          <ac:picMkLst>
            <pc:docMk/>
            <pc:sldMk cId="3103311644" sldId="275"/>
            <ac:picMk id="25" creationId="{A596313D-6F32-2B83-8E55-5939B3422F5D}"/>
          </ac:picMkLst>
        </pc:picChg>
        <pc:picChg chg="add mod">
          <ac:chgData name="Jérémy REDING" userId="170a12f5445ece79" providerId="LiveId" clId="{4E28D38F-FEE6-4A10-8118-9A14AA809551}" dt="2025-08-27T20:36:33.150" v="1459" actId="1076"/>
          <ac:picMkLst>
            <pc:docMk/>
            <pc:sldMk cId="3103311644" sldId="275"/>
            <ac:picMk id="28" creationId="{4C9BCD65-3677-0432-51E2-8F4A97509EE3}"/>
          </ac:picMkLst>
        </pc:picChg>
        <pc:cxnChg chg="mod">
          <ac:chgData name="Jérémy REDING" userId="170a12f5445ece79" providerId="LiveId" clId="{4E28D38F-FEE6-4A10-8118-9A14AA809551}" dt="2025-08-27T20:36:04.883" v="1453" actId="1076"/>
          <ac:cxnSpMkLst>
            <pc:docMk/>
            <pc:sldMk cId="3103311644" sldId="275"/>
            <ac:cxnSpMk id="12" creationId="{3CFA483C-BDEE-DD5F-A462-08342EA9E3CD}"/>
          </ac:cxnSpMkLst>
        </pc:cxnChg>
        <pc:cxnChg chg="mod">
          <ac:chgData name="Jérémy REDING" userId="170a12f5445ece79" providerId="LiveId" clId="{4E28D38F-FEE6-4A10-8118-9A14AA809551}" dt="2025-08-27T20:36:04.883" v="1453" actId="1076"/>
          <ac:cxnSpMkLst>
            <pc:docMk/>
            <pc:sldMk cId="3103311644" sldId="275"/>
            <ac:cxnSpMk id="20" creationId="{9B6323AF-A8B7-DB3F-212D-C384372DD639}"/>
          </ac:cxnSpMkLst>
        </pc:cxnChg>
      </pc:sldChg>
      <pc:sldChg chg="addSp delSp modSp add mod">
        <pc:chgData name="Jérémy REDING" userId="170a12f5445ece79" providerId="LiveId" clId="{4E28D38F-FEE6-4A10-8118-9A14AA809551}" dt="2025-08-28T08:36:18.805" v="1754" actId="1076"/>
        <pc:sldMkLst>
          <pc:docMk/>
          <pc:sldMk cId="888514451" sldId="276"/>
        </pc:sldMkLst>
        <pc:spChg chg="del">
          <ac:chgData name="Jérémy REDING" userId="170a12f5445ece79" providerId="LiveId" clId="{4E28D38F-FEE6-4A10-8118-9A14AA809551}" dt="2025-08-28T08:36:08.310" v="1750" actId="478"/>
          <ac:spMkLst>
            <pc:docMk/>
            <pc:sldMk cId="888514451" sldId="276"/>
            <ac:spMk id="2" creationId="{713817F8-3D62-4C11-E6BA-430858203CD9}"/>
          </ac:spMkLst>
        </pc:spChg>
        <pc:spChg chg="mod">
          <ac:chgData name="Jérémy REDING" userId="170a12f5445ece79" providerId="LiveId" clId="{4E28D38F-FEE6-4A10-8118-9A14AA809551}" dt="2025-08-27T20:37:42.951" v="1484" actId="1076"/>
          <ac:spMkLst>
            <pc:docMk/>
            <pc:sldMk cId="888514451" sldId="276"/>
            <ac:spMk id="3" creationId="{D76AA595-3126-C425-D2B8-035525F32CDE}"/>
          </ac:spMkLst>
        </pc:spChg>
        <pc:spChg chg="del">
          <ac:chgData name="Jérémy REDING" userId="170a12f5445ece79" providerId="LiveId" clId="{4E28D38F-FEE6-4A10-8118-9A14AA809551}" dt="2025-08-28T08:36:07.586" v="1749" actId="478"/>
          <ac:spMkLst>
            <pc:docMk/>
            <pc:sldMk cId="888514451" sldId="276"/>
            <ac:spMk id="4" creationId="{F0B1B918-D8CE-77B5-378A-9F4A0A4DD592}"/>
          </ac:spMkLst>
        </pc:spChg>
        <pc:spChg chg="add mod">
          <ac:chgData name="Jérémy REDING" userId="170a12f5445ece79" providerId="LiveId" clId="{4E28D38F-FEE6-4A10-8118-9A14AA809551}" dt="2025-08-27T20:38:00.059" v="1491" actId="1076"/>
          <ac:spMkLst>
            <pc:docMk/>
            <pc:sldMk cId="888514451" sldId="276"/>
            <ac:spMk id="5" creationId="{FBBD94C5-C23B-D0E0-5B17-F37AC8EA28A2}"/>
          </ac:spMkLst>
        </pc:spChg>
        <pc:spChg chg="mod">
          <ac:chgData name="Jérémy REDING" userId="170a12f5445ece79" providerId="LiveId" clId="{4E28D38F-FEE6-4A10-8118-9A14AA809551}" dt="2025-08-27T20:38:14.894" v="1512" actId="14100"/>
          <ac:spMkLst>
            <pc:docMk/>
            <pc:sldMk cId="888514451" sldId="276"/>
            <ac:spMk id="6" creationId="{37EB8B30-C646-03D0-92DF-919EE35846DA}"/>
          </ac:spMkLst>
        </pc:spChg>
        <pc:spChg chg="add mod">
          <ac:chgData name="Jérémy REDING" userId="170a12f5445ece79" providerId="LiveId" clId="{4E28D38F-FEE6-4A10-8118-9A14AA809551}" dt="2025-08-27T20:38:31.361" v="1517" actId="1076"/>
          <ac:spMkLst>
            <pc:docMk/>
            <pc:sldMk cId="888514451" sldId="276"/>
            <ac:spMk id="10" creationId="{1B2A331C-4ECB-BEE9-B174-C978EF8B31E5}"/>
          </ac:spMkLst>
        </pc:spChg>
        <pc:spChg chg="mod">
          <ac:chgData name="Jérémy REDING" userId="170a12f5445ece79" providerId="LiveId" clId="{4E28D38F-FEE6-4A10-8118-9A14AA809551}" dt="2025-08-27T20:37:31.793" v="1481" actId="20577"/>
          <ac:spMkLst>
            <pc:docMk/>
            <pc:sldMk cId="888514451" sldId="276"/>
            <ac:spMk id="11" creationId="{0E87B7D9-E3F8-726C-7C1D-2E932DE9EB60}"/>
          </ac:spMkLst>
        </pc:spChg>
        <pc:spChg chg="del mod">
          <ac:chgData name="Jérémy REDING" userId="170a12f5445ece79" providerId="LiveId" clId="{4E28D38F-FEE6-4A10-8118-9A14AA809551}" dt="2025-08-27T20:38:24.916" v="1515" actId="478"/>
          <ac:spMkLst>
            <pc:docMk/>
            <pc:sldMk cId="888514451" sldId="276"/>
            <ac:spMk id="15" creationId="{837F4483-8CAC-229F-04C9-756434FCD9D3}"/>
          </ac:spMkLst>
        </pc:spChg>
        <pc:spChg chg="add mod">
          <ac:chgData name="Jérémy REDING" userId="170a12f5445ece79" providerId="LiveId" clId="{4E28D38F-FEE6-4A10-8118-9A14AA809551}" dt="2025-08-28T08:36:18.805" v="1754" actId="1076"/>
          <ac:spMkLst>
            <pc:docMk/>
            <pc:sldMk cId="888514451" sldId="276"/>
            <ac:spMk id="15" creationId="{861237BE-A54B-4EB0-06A0-CB64118DDFAF}"/>
          </ac:spMkLst>
        </pc:spChg>
        <pc:spChg chg="mod">
          <ac:chgData name="Jérémy REDING" userId="170a12f5445ece79" providerId="LiveId" clId="{4E28D38F-FEE6-4A10-8118-9A14AA809551}" dt="2025-08-27T20:39:38.516" v="1528" actId="20577"/>
          <ac:spMkLst>
            <pc:docMk/>
            <pc:sldMk cId="888514451" sldId="276"/>
            <ac:spMk id="16" creationId="{AAFC858C-E80D-75B0-42FF-1219B526D775}"/>
          </ac:spMkLst>
        </pc:spChg>
        <pc:spChg chg="mod">
          <ac:chgData name="Jérémy REDING" userId="170a12f5445ece79" providerId="LiveId" clId="{4E28D38F-FEE6-4A10-8118-9A14AA809551}" dt="2025-08-27T20:38:20.137" v="1513" actId="1076"/>
          <ac:spMkLst>
            <pc:docMk/>
            <pc:sldMk cId="888514451" sldId="276"/>
            <ac:spMk id="17" creationId="{01881748-B371-0CCA-58BA-8B1F666EB90A}"/>
          </ac:spMkLst>
        </pc:spChg>
        <pc:spChg chg="mod">
          <ac:chgData name="Jérémy REDING" userId="170a12f5445ece79" providerId="LiveId" clId="{4E28D38F-FEE6-4A10-8118-9A14AA809551}" dt="2025-08-27T20:38:20.137" v="1513" actId="1076"/>
          <ac:spMkLst>
            <pc:docMk/>
            <pc:sldMk cId="888514451" sldId="276"/>
            <ac:spMk id="18" creationId="{9AFE3530-4611-E17B-FFD6-ECED354F0C75}"/>
          </ac:spMkLst>
        </pc:spChg>
        <pc:spChg chg="add mod">
          <ac:chgData name="Jérémy REDING" userId="170a12f5445ece79" providerId="LiveId" clId="{4E28D38F-FEE6-4A10-8118-9A14AA809551}" dt="2025-08-28T08:36:15.444" v="1753" actId="1076"/>
          <ac:spMkLst>
            <pc:docMk/>
            <pc:sldMk cId="888514451" sldId="276"/>
            <ac:spMk id="19" creationId="{D0A0DAA3-F8D8-0C9D-8D3B-4746B4FF8B01}"/>
          </ac:spMkLst>
        </pc:spChg>
        <pc:spChg chg="mod">
          <ac:chgData name="Jérémy REDING" userId="170a12f5445ece79" providerId="LiveId" clId="{4E28D38F-FEE6-4A10-8118-9A14AA809551}" dt="2025-08-27T20:38:20.137" v="1513" actId="1076"/>
          <ac:spMkLst>
            <pc:docMk/>
            <pc:sldMk cId="888514451" sldId="276"/>
            <ac:spMk id="22" creationId="{D991F900-CCB1-974B-5627-E575A749EA84}"/>
          </ac:spMkLst>
        </pc:spChg>
        <pc:spChg chg="add mod">
          <ac:chgData name="Jérémy REDING" userId="170a12f5445ece79" providerId="LiveId" clId="{4E28D38F-FEE6-4A10-8118-9A14AA809551}" dt="2025-08-27T20:39:26.315" v="1522" actId="1076"/>
          <ac:spMkLst>
            <pc:docMk/>
            <pc:sldMk cId="888514451" sldId="276"/>
            <ac:spMk id="23" creationId="{6F4E6610-4F77-C701-DD71-F6C4F12113BB}"/>
          </ac:spMkLst>
        </pc:spChg>
        <pc:spChg chg="mod">
          <ac:chgData name="Jérémy REDING" userId="170a12f5445ece79" providerId="LiveId" clId="{4E28D38F-FEE6-4A10-8118-9A14AA809551}" dt="2025-08-27T20:41:00.618" v="1564" actId="14100"/>
          <ac:spMkLst>
            <pc:docMk/>
            <pc:sldMk cId="888514451" sldId="276"/>
            <ac:spMk id="24" creationId="{95251F13-94A9-6CC5-1834-A3E847A394AE}"/>
          </ac:spMkLst>
        </pc:spChg>
        <pc:spChg chg="add mod">
          <ac:chgData name="Jérémy REDING" userId="170a12f5445ece79" providerId="LiveId" clId="{4E28D38F-FEE6-4A10-8118-9A14AA809551}" dt="2025-08-27T20:39:34.176" v="1526" actId="1076"/>
          <ac:spMkLst>
            <pc:docMk/>
            <pc:sldMk cId="888514451" sldId="276"/>
            <ac:spMk id="25" creationId="{9D6576B7-071A-111F-FE22-9F5C1A31FCBA}"/>
          </ac:spMkLst>
        </pc:spChg>
        <pc:spChg chg="add mod">
          <ac:chgData name="Jérémy REDING" userId="170a12f5445ece79" providerId="LiveId" clId="{4E28D38F-FEE6-4A10-8118-9A14AA809551}" dt="2025-08-27T20:39:53.871" v="1534" actId="20577"/>
          <ac:spMkLst>
            <pc:docMk/>
            <pc:sldMk cId="888514451" sldId="276"/>
            <ac:spMk id="28" creationId="{7E4F9E4C-AD35-5F29-FA96-3324DA41DD51}"/>
          </ac:spMkLst>
        </pc:spChg>
        <pc:spChg chg="add mod">
          <ac:chgData name="Jérémy REDING" userId="170a12f5445ece79" providerId="LiveId" clId="{4E28D38F-FEE6-4A10-8118-9A14AA809551}" dt="2025-08-27T20:40:07.583" v="1540" actId="20577"/>
          <ac:spMkLst>
            <pc:docMk/>
            <pc:sldMk cId="888514451" sldId="276"/>
            <ac:spMk id="29" creationId="{1CC0A3E0-958B-46C2-5F2E-74EABCE35561}"/>
          </ac:spMkLst>
        </pc:spChg>
        <pc:spChg chg="add mod">
          <ac:chgData name="Jérémy REDING" userId="170a12f5445ece79" providerId="LiveId" clId="{4E28D38F-FEE6-4A10-8118-9A14AA809551}" dt="2025-08-27T20:40:37.451" v="1546" actId="1076"/>
          <ac:spMkLst>
            <pc:docMk/>
            <pc:sldMk cId="888514451" sldId="276"/>
            <ac:spMk id="32" creationId="{6D5588B2-392B-2DBF-0407-D76DF87BC2EA}"/>
          </ac:spMkLst>
        </pc:spChg>
        <pc:spChg chg="add mod">
          <ac:chgData name="Jérémy REDING" userId="170a12f5445ece79" providerId="LiveId" clId="{4E28D38F-FEE6-4A10-8118-9A14AA809551}" dt="2025-08-27T20:40:48.080" v="1550" actId="20577"/>
          <ac:spMkLst>
            <pc:docMk/>
            <pc:sldMk cId="888514451" sldId="276"/>
            <ac:spMk id="34" creationId="{E4568E2B-D8DC-6A9A-1B15-9C3F358CBF3D}"/>
          </ac:spMkLst>
        </pc:spChg>
        <pc:picChg chg="del mod">
          <ac:chgData name="Jérémy REDING" userId="170a12f5445ece79" providerId="LiveId" clId="{4E28D38F-FEE6-4A10-8118-9A14AA809551}" dt="2025-08-27T20:38:49.718" v="1518" actId="478"/>
          <ac:picMkLst>
            <pc:docMk/>
            <pc:sldMk cId="888514451" sldId="276"/>
            <ac:picMk id="19" creationId="{7494170C-5462-3CF0-E6A5-81F36C2F4618}"/>
          </ac:picMkLst>
        </pc:picChg>
        <pc:picChg chg="add mod">
          <ac:chgData name="Jérémy REDING" userId="170a12f5445ece79" providerId="LiveId" clId="{4E28D38F-FEE6-4A10-8118-9A14AA809551}" dt="2025-08-27T20:39:29.238" v="1523" actId="1076"/>
          <ac:picMkLst>
            <pc:docMk/>
            <pc:sldMk cId="888514451" sldId="276"/>
            <ac:picMk id="21" creationId="{52897C6C-744A-5FAA-832B-E3A2E06FF3F8}"/>
          </ac:picMkLst>
        </pc:picChg>
        <pc:picChg chg="del mod">
          <ac:chgData name="Jérémy REDING" userId="170a12f5445ece79" providerId="LiveId" clId="{4E28D38F-FEE6-4A10-8118-9A14AA809551}" dt="2025-08-27T20:39:46.234" v="1530" actId="478"/>
          <ac:picMkLst>
            <pc:docMk/>
            <pc:sldMk cId="888514451" sldId="276"/>
            <ac:picMk id="26" creationId="{0CBE489E-E6CA-38B2-D6AF-DA45ED28374D}"/>
          </ac:picMkLst>
        </pc:picChg>
        <pc:picChg chg="del mod">
          <ac:chgData name="Jérémy REDING" userId="170a12f5445ece79" providerId="LiveId" clId="{4E28D38F-FEE6-4A10-8118-9A14AA809551}" dt="2025-08-27T20:40:10.941" v="1541" actId="478"/>
          <ac:picMkLst>
            <pc:docMk/>
            <pc:sldMk cId="888514451" sldId="276"/>
            <ac:picMk id="27" creationId="{F29F6883-1028-8866-9BEA-E5FD5E7936BA}"/>
          </ac:picMkLst>
        </pc:picChg>
        <pc:picChg chg="add mod">
          <ac:chgData name="Jérémy REDING" userId="170a12f5445ece79" providerId="LiveId" clId="{4E28D38F-FEE6-4A10-8118-9A14AA809551}" dt="2025-08-27T20:40:26.065" v="1543" actId="1076"/>
          <ac:picMkLst>
            <pc:docMk/>
            <pc:sldMk cId="888514451" sldId="276"/>
            <ac:picMk id="30" creationId="{64155BBA-693D-500A-A8F7-FE3FC991584A}"/>
          </ac:picMkLst>
        </pc:picChg>
        <pc:picChg chg="add mod">
          <ac:chgData name="Jérémy REDING" userId="170a12f5445ece79" providerId="LiveId" clId="{4E28D38F-FEE6-4A10-8118-9A14AA809551}" dt="2025-08-27T20:40:27.897" v="1544"/>
          <ac:picMkLst>
            <pc:docMk/>
            <pc:sldMk cId="888514451" sldId="276"/>
            <ac:picMk id="31" creationId="{A7E154D8-8D0C-2902-D14F-177FDC5A2872}"/>
          </ac:picMkLst>
        </pc:picChg>
        <pc:cxnChg chg="mod">
          <ac:chgData name="Jérémy REDING" userId="170a12f5445ece79" providerId="LiveId" clId="{4E28D38F-FEE6-4A10-8118-9A14AA809551}" dt="2025-08-27T20:38:20.137" v="1513" actId="1076"/>
          <ac:cxnSpMkLst>
            <pc:docMk/>
            <pc:sldMk cId="888514451" sldId="276"/>
            <ac:cxnSpMk id="12" creationId="{A85469B8-D8CA-8B40-0C49-A7DC3CE1FE55}"/>
          </ac:cxnSpMkLst>
        </pc:cxnChg>
      </pc:sldChg>
      <pc:sldChg chg="addSp delSp modSp add mod">
        <pc:chgData name="Jérémy REDING" userId="170a12f5445ece79" providerId="LiveId" clId="{4E28D38F-FEE6-4A10-8118-9A14AA809551}" dt="2025-08-28T08:37:15.648" v="1759" actId="1076"/>
        <pc:sldMkLst>
          <pc:docMk/>
          <pc:sldMk cId="194009822" sldId="277"/>
        </pc:sldMkLst>
        <pc:spChg chg="del">
          <ac:chgData name="Jérémy REDING" userId="170a12f5445ece79" providerId="LiveId" clId="{4E28D38F-FEE6-4A10-8118-9A14AA809551}" dt="2025-08-28T08:37:07.399" v="1756" actId="478"/>
          <ac:spMkLst>
            <pc:docMk/>
            <pc:sldMk cId="194009822" sldId="277"/>
            <ac:spMk id="2" creationId="{41E6C32B-EAC1-420D-EF4C-958571A4EB72}"/>
          </ac:spMkLst>
        </pc:spChg>
        <pc:spChg chg="del">
          <ac:chgData name="Jérémy REDING" userId="170a12f5445ece79" providerId="LiveId" clId="{4E28D38F-FEE6-4A10-8118-9A14AA809551}" dt="2025-08-27T20:41:44.743" v="1580" actId="478"/>
          <ac:spMkLst>
            <pc:docMk/>
            <pc:sldMk cId="194009822" sldId="277"/>
            <ac:spMk id="3" creationId="{C01BB988-9F95-A2E4-65FE-8C91994CDB74}"/>
          </ac:spMkLst>
        </pc:spChg>
        <pc:spChg chg="add mod">
          <ac:chgData name="Jérémy REDING" userId="170a12f5445ece79" providerId="LiveId" clId="{4E28D38F-FEE6-4A10-8118-9A14AA809551}" dt="2025-08-28T08:37:08.052" v="1757"/>
          <ac:spMkLst>
            <pc:docMk/>
            <pc:sldMk cId="194009822" sldId="277"/>
            <ac:spMk id="3" creationId="{C938C3F6-3E44-69C2-9F4D-F7403286517C}"/>
          </ac:spMkLst>
        </pc:spChg>
        <pc:spChg chg="del">
          <ac:chgData name="Jérémy REDING" userId="170a12f5445ece79" providerId="LiveId" clId="{4E28D38F-FEE6-4A10-8118-9A14AA809551}" dt="2025-08-28T08:37:05.509" v="1755" actId="478"/>
          <ac:spMkLst>
            <pc:docMk/>
            <pc:sldMk cId="194009822" sldId="277"/>
            <ac:spMk id="4" creationId="{FA93CD3F-0AC5-616B-622D-3A74DE755003}"/>
          </ac:spMkLst>
        </pc:spChg>
        <pc:spChg chg="mod">
          <ac:chgData name="Jérémy REDING" userId="170a12f5445ece79" providerId="LiveId" clId="{4E28D38F-FEE6-4A10-8118-9A14AA809551}" dt="2025-08-28T07:24:59.980" v="1649" actId="1076"/>
          <ac:spMkLst>
            <pc:docMk/>
            <pc:sldMk cId="194009822" sldId="277"/>
            <ac:spMk id="5" creationId="{0FA7FDC6-C094-353A-8DC7-B76698F3FE50}"/>
          </ac:spMkLst>
        </pc:spChg>
        <pc:spChg chg="mod">
          <ac:chgData name="Jérémy REDING" userId="170a12f5445ece79" providerId="LiveId" clId="{4E28D38F-FEE6-4A10-8118-9A14AA809551}" dt="2025-08-28T07:24:59.980" v="1649" actId="1076"/>
          <ac:spMkLst>
            <pc:docMk/>
            <pc:sldMk cId="194009822" sldId="277"/>
            <ac:spMk id="6" creationId="{8DE82DDA-E732-7C43-50FB-9E171B35E03A}"/>
          </ac:spMkLst>
        </pc:spChg>
        <pc:spChg chg="mod">
          <ac:chgData name="Jérémy REDING" userId="170a12f5445ece79" providerId="LiveId" clId="{4E28D38F-FEE6-4A10-8118-9A14AA809551}" dt="2025-08-28T07:24:59.980" v="1649" actId="1076"/>
          <ac:spMkLst>
            <pc:docMk/>
            <pc:sldMk cId="194009822" sldId="277"/>
            <ac:spMk id="8" creationId="{89A083B6-242F-B862-9E1F-CB6E9D06ACBB}"/>
          </ac:spMkLst>
        </pc:spChg>
        <pc:spChg chg="mod">
          <ac:chgData name="Jérémy REDING" userId="170a12f5445ece79" providerId="LiveId" clId="{4E28D38F-FEE6-4A10-8118-9A14AA809551}" dt="2025-08-28T07:24:59.980" v="1649" actId="1076"/>
          <ac:spMkLst>
            <pc:docMk/>
            <pc:sldMk cId="194009822" sldId="277"/>
            <ac:spMk id="9" creationId="{A5411F8E-063F-9016-CCF1-F81125B4874C}"/>
          </ac:spMkLst>
        </pc:spChg>
        <pc:spChg chg="mod">
          <ac:chgData name="Jérémy REDING" userId="170a12f5445ece79" providerId="LiveId" clId="{4E28D38F-FEE6-4A10-8118-9A14AA809551}" dt="2025-08-27T20:42:08.726" v="1608" actId="14100"/>
          <ac:spMkLst>
            <pc:docMk/>
            <pc:sldMk cId="194009822" sldId="277"/>
            <ac:spMk id="10" creationId="{79B9D82D-8BA0-020B-7AB3-3EFCCE719257}"/>
          </ac:spMkLst>
        </pc:spChg>
        <pc:spChg chg="mod">
          <ac:chgData name="Jérémy REDING" userId="170a12f5445ece79" providerId="LiveId" clId="{4E28D38F-FEE6-4A10-8118-9A14AA809551}" dt="2025-08-28T07:24:59.980" v="1649" actId="1076"/>
          <ac:spMkLst>
            <pc:docMk/>
            <pc:sldMk cId="194009822" sldId="277"/>
            <ac:spMk id="11" creationId="{FDD56F45-B865-94BB-312F-5AC9269194C6}"/>
          </ac:spMkLst>
        </pc:spChg>
        <pc:spChg chg="mod">
          <ac:chgData name="Jérémy REDING" userId="170a12f5445ece79" providerId="LiveId" clId="{4E28D38F-FEE6-4A10-8118-9A14AA809551}" dt="2025-08-28T07:24:59.980" v="1649" actId="1076"/>
          <ac:spMkLst>
            <pc:docMk/>
            <pc:sldMk cId="194009822" sldId="277"/>
            <ac:spMk id="14" creationId="{97C61E1B-7BC2-990D-7DAA-477E803A62B1}"/>
          </ac:spMkLst>
        </pc:spChg>
        <pc:spChg chg="add mod">
          <ac:chgData name="Jérémy REDING" userId="170a12f5445ece79" providerId="LiveId" clId="{4E28D38F-FEE6-4A10-8118-9A14AA809551}" dt="2025-08-28T08:37:15.648" v="1759" actId="1076"/>
          <ac:spMkLst>
            <pc:docMk/>
            <pc:sldMk cId="194009822" sldId="277"/>
            <ac:spMk id="16" creationId="{2EFA13AF-2573-E637-9C12-B9ED17440A43}"/>
          </ac:spMkLst>
        </pc:spChg>
        <pc:spChg chg="del">
          <ac:chgData name="Jérémy REDING" userId="170a12f5445ece79" providerId="LiveId" clId="{4E28D38F-FEE6-4A10-8118-9A14AA809551}" dt="2025-08-27T20:42:18.069" v="1609" actId="478"/>
          <ac:spMkLst>
            <pc:docMk/>
            <pc:sldMk cId="194009822" sldId="277"/>
            <ac:spMk id="16" creationId="{6A0258BB-697E-013A-EBAB-2695FAC3669E}"/>
          </ac:spMkLst>
        </pc:spChg>
        <pc:spChg chg="del">
          <ac:chgData name="Jérémy REDING" userId="170a12f5445ece79" providerId="LiveId" clId="{4E28D38F-FEE6-4A10-8118-9A14AA809551}" dt="2025-08-27T20:42:18.069" v="1609" actId="478"/>
          <ac:spMkLst>
            <pc:docMk/>
            <pc:sldMk cId="194009822" sldId="277"/>
            <ac:spMk id="23" creationId="{D4F77CE3-E4BE-883F-8EE0-43D0A9737EB2}"/>
          </ac:spMkLst>
        </pc:spChg>
        <pc:spChg chg="mod">
          <ac:chgData name="Jérémy REDING" userId="170a12f5445ece79" providerId="LiveId" clId="{4E28D38F-FEE6-4A10-8118-9A14AA809551}" dt="2025-08-27T20:43:47.815" v="1635" actId="14100"/>
          <ac:spMkLst>
            <pc:docMk/>
            <pc:sldMk cId="194009822" sldId="277"/>
            <ac:spMk id="24" creationId="{505440F6-D8C3-AB81-CE4D-C70CDE0D56C7}"/>
          </ac:spMkLst>
        </pc:spChg>
        <pc:spChg chg="del">
          <ac:chgData name="Jérémy REDING" userId="170a12f5445ece79" providerId="LiveId" clId="{4E28D38F-FEE6-4A10-8118-9A14AA809551}" dt="2025-08-27T20:42:18.069" v="1609" actId="478"/>
          <ac:spMkLst>
            <pc:docMk/>
            <pc:sldMk cId="194009822" sldId="277"/>
            <ac:spMk id="25" creationId="{0286408E-A6FF-CF5E-CFB4-A4B607F3629C}"/>
          </ac:spMkLst>
        </pc:spChg>
        <pc:spChg chg="add mod">
          <ac:chgData name="Jérémy REDING" userId="170a12f5445ece79" providerId="LiveId" clId="{4E28D38F-FEE6-4A10-8118-9A14AA809551}" dt="2025-08-27T20:42:48.777" v="1614" actId="1076"/>
          <ac:spMkLst>
            <pc:docMk/>
            <pc:sldMk cId="194009822" sldId="277"/>
            <ac:spMk id="26" creationId="{60A3A49D-68FB-30A8-9749-2DAB8E0F9F8D}"/>
          </ac:spMkLst>
        </pc:spChg>
        <pc:spChg chg="add mod">
          <ac:chgData name="Jérémy REDING" userId="170a12f5445ece79" providerId="LiveId" clId="{4E28D38F-FEE6-4A10-8118-9A14AA809551}" dt="2025-08-27T20:43:01.994" v="1618" actId="20577"/>
          <ac:spMkLst>
            <pc:docMk/>
            <pc:sldMk cId="194009822" sldId="277"/>
            <ac:spMk id="27" creationId="{40274846-30AC-A4ED-CB89-EC9B1CD64C42}"/>
          </ac:spMkLst>
        </pc:spChg>
        <pc:spChg chg="del">
          <ac:chgData name="Jérémy REDING" userId="170a12f5445ece79" providerId="LiveId" clId="{4E28D38F-FEE6-4A10-8118-9A14AA809551}" dt="2025-08-27T20:42:18.069" v="1609" actId="478"/>
          <ac:spMkLst>
            <pc:docMk/>
            <pc:sldMk cId="194009822" sldId="277"/>
            <ac:spMk id="28" creationId="{973982D6-B814-C197-79E4-C3EAE6EF2DBD}"/>
          </ac:spMkLst>
        </pc:spChg>
        <pc:spChg chg="del">
          <ac:chgData name="Jérémy REDING" userId="170a12f5445ece79" providerId="LiveId" clId="{4E28D38F-FEE6-4A10-8118-9A14AA809551}" dt="2025-08-27T20:42:18.069" v="1609" actId="478"/>
          <ac:spMkLst>
            <pc:docMk/>
            <pc:sldMk cId="194009822" sldId="277"/>
            <ac:spMk id="29" creationId="{CD4C51DB-61DD-BBEC-5376-B3B860F3792A}"/>
          </ac:spMkLst>
        </pc:spChg>
        <pc:spChg chg="del">
          <ac:chgData name="Jérémy REDING" userId="170a12f5445ece79" providerId="LiveId" clId="{4E28D38F-FEE6-4A10-8118-9A14AA809551}" dt="2025-08-27T20:42:18.069" v="1609" actId="478"/>
          <ac:spMkLst>
            <pc:docMk/>
            <pc:sldMk cId="194009822" sldId="277"/>
            <ac:spMk id="32" creationId="{34883567-9B43-FB7B-860A-A228D9D94EA4}"/>
          </ac:spMkLst>
        </pc:spChg>
        <pc:spChg chg="del">
          <ac:chgData name="Jérémy REDING" userId="170a12f5445ece79" providerId="LiveId" clId="{4E28D38F-FEE6-4A10-8118-9A14AA809551}" dt="2025-08-27T20:42:18.069" v="1609" actId="478"/>
          <ac:spMkLst>
            <pc:docMk/>
            <pc:sldMk cId="194009822" sldId="277"/>
            <ac:spMk id="34" creationId="{3F956D77-F625-9C5B-5DF3-3CD87C057920}"/>
          </ac:spMkLst>
        </pc:spChg>
        <pc:picChg chg="add mod">
          <ac:chgData name="Jérémy REDING" userId="170a12f5445ece79" providerId="LiveId" clId="{4E28D38F-FEE6-4A10-8118-9A14AA809551}" dt="2025-08-27T20:42:30.398" v="1612" actId="1076"/>
          <ac:picMkLst>
            <pc:docMk/>
            <pc:sldMk cId="194009822" sldId="277"/>
            <ac:picMk id="15" creationId="{1D625E88-606B-3FCE-75D4-57220D23B582}"/>
          </ac:picMkLst>
        </pc:picChg>
        <pc:picChg chg="add mod">
          <ac:chgData name="Jérémy REDING" userId="170a12f5445ece79" providerId="LiveId" clId="{4E28D38F-FEE6-4A10-8118-9A14AA809551}" dt="2025-08-27T20:42:48.777" v="1614" actId="1076"/>
          <ac:picMkLst>
            <pc:docMk/>
            <pc:sldMk cId="194009822" sldId="277"/>
            <ac:picMk id="19" creationId="{AF3C03F0-AC27-DB8F-BDCE-3B7258F9ECC6}"/>
          </ac:picMkLst>
        </pc:picChg>
        <pc:picChg chg="del">
          <ac:chgData name="Jérémy REDING" userId="170a12f5445ece79" providerId="LiveId" clId="{4E28D38F-FEE6-4A10-8118-9A14AA809551}" dt="2025-08-27T20:42:20.109" v="1610" actId="478"/>
          <ac:picMkLst>
            <pc:docMk/>
            <pc:sldMk cId="194009822" sldId="277"/>
            <ac:picMk id="21" creationId="{F05A2D49-C5A9-0F79-A972-4C7A8250C2CD}"/>
          </ac:picMkLst>
        </pc:picChg>
        <pc:picChg chg="del">
          <ac:chgData name="Jérémy REDING" userId="170a12f5445ece79" providerId="LiveId" clId="{4E28D38F-FEE6-4A10-8118-9A14AA809551}" dt="2025-08-27T20:42:18.069" v="1609" actId="478"/>
          <ac:picMkLst>
            <pc:docMk/>
            <pc:sldMk cId="194009822" sldId="277"/>
            <ac:picMk id="30" creationId="{A64444DB-4221-824E-8DFA-C1E51256C358}"/>
          </ac:picMkLst>
        </pc:picChg>
        <pc:picChg chg="add mod">
          <ac:chgData name="Jérémy REDING" userId="170a12f5445ece79" providerId="LiveId" clId="{4E28D38F-FEE6-4A10-8118-9A14AA809551}" dt="2025-08-27T20:43:27.939" v="1620" actId="1076"/>
          <ac:picMkLst>
            <pc:docMk/>
            <pc:sldMk cId="194009822" sldId="277"/>
            <ac:picMk id="31" creationId="{9863A3EC-DC49-5CA3-5A75-3E1063DBC9AD}"/>
          </ac:picMkLst>
        </pc:picChg>
        <pc:picChg chg="mod">
          <ac:chgData name="Jérémy REDING" userId="170a12f5445ece79" providerId="LiveId" clId="{4E28D38F-FEE6-4A10-8118-9A14AA809551}" dt="2025-08-28T07:24:59.980" v="1649" actId="1076"/>
          <ac:picMkLst>
            <pc:docMk/>
            <pc:sldMk cId="194009822" sldId="277"/>
            <ac:picMk id="33" creationId="{7C160793-A3CE-369F-36E6-27A544C88E54}"/>
          </ac:picMkLst>
        </pc:picChg>
        <pc:cxnChg chg="mod">
          <ac:chgData name="Jérémy REDING" userId="170a12f5445ece79" providerId="LiveId" clId="{4E28D38F-FEE6-4A10-8118-9A14AA809551}" dt="2025-08-28T07:24:59.980" v="1649" actId="1076"/>
          <ac:cxnSpMkLst>
            <pc:docMk/>
            <pc:sldMk cId="194009822" sldId="277"/>
            <ac:cxnSpMk id="7" creationId="{CAC4798A-EE92-FCCE-93D5-48AD76D79862}"/>
          </ac:cxnSpMkLst>
        </pc:cxnChg>
        <pc:cxnChg chg="mod">
          <ac:chgData name="Jérémy REDING" userId="170a12f5445ece79" providerId="LiveId" clId="{4E28D38F-FEE6-4A10-8118-9A14AA809551}" dt="2025-08-28T07:24:59.980" v="1649" actId="1076"/>
          <ac:cxnSpMkLst>
            <pc:docMk/>
            <pc:sldMk cId="194009822" sldId="277"/>
            <ac:cxnSpMk id="13" creationId="{9DBCD470-5C4D-4A1F-79BD-1E10FB010E0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3C90-257B-4302-BF58-5E3AB69C23C5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25463" y="1143000"/>
            <a:ext cx="580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3"/>
            <a:ext cx="5486400" cy="36004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4686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5010" y="8684686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3AAC4-F442-43B7-A42A-8DC8DE2B3EB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4061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320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81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642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803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963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200124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285" algn="l" defTabSz="914320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525463" y="1143000"/>
            <a:ext cx="580707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AAC4-F442-43B7-A42A-8DC8DE2B3EB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3360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E420-FDFE-7F4F-1248-03D3E918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7D455C-2B38-6B78-23AD-6374AAFC4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25463" y="1143000"/>
            <a:ext cx="580707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B983E1-20A2-2996-12B3-E60984E9C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D1BA21-FA76-2C87-E7FC-D50A2748F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AAC4-F442-43B7-A42A-8DC8DE2B3EB0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8885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BD781-B7C5-2A39-FDA3-49C79899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84D6464-ED8D-8CC0-9995-8A09A6D60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25463" y="1143000"/>
            <a:ext cx="580707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EAAF7F1-38B4-6E54-25A4-E3177EC59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21F849-C9E8-3409-B1C1-82DE09CCE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AAC4-F442-43B7-A42A-8DC8DE2B3EB0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7593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60529"/>
            <a:ext cx="9144000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03592"/>
            <a:ext cx="9144000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4" indent="0" algn="ctr">
              <a:buNone/>
              <a:defRPr sz="1890"/>
            </a:lvl2pPr>
            <a:lvl3pPr marL="864007" indent="0" algn="ctr">
              <a:buNone/>
              <a:defRPr sz="1701"/>
            </a:lvl3pPr>
            <a:lvl4pPr marL="1296011" indent="0" algn="ctr">
              <a:buNone/>
              <a:defRPr sz="1512"/>
            </a:lvl4pPr>
            <a:lvl5pPr marL="1728014" indent="0" algn="ctr">
              <a:buNone/>
              <a:defRPr sz="1512"/>
            </a:lvl5pPr>
            <a:lvl6pPr marL="2160016" indent="0" algn="ctr">
              <a:buNone/>
              <a:defRPr sz="1512"/>
            </a:lvl6pPr>
            <a:lvl7pPr marL="2592021" indent="0" algn="ctr">
              <a:buNone/>
              <a:defRPr sz="1512"/>
            </a:lvl7pPr>
            <a:lvl8pPr marL="3024025" indent="0" algn="ctr">
              <a:buNone/>
              <a:defRPr sz="1512"/>
            </a:lvl8pPr>
            <a:lvl9pPr marL="3456027" indent="0" algn="ctr">
              <a:buNone/>
              <a:defRPr sz="151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9139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534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615547"/>
            <a:ext cx="10515600" cy="2695573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336619"/>
            <a:ext cx="10515600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0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1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1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1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2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27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50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25048"/>
            <a:ext cx="5181600" cy="41116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25048"/>
            <a:ext cx="5181600" cy="41116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43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45010"/>
            <a:ext cx="10515600" cy="125253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588545"/>
            <a:ext cx="5157787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4" indent="0">
              <a:buNone/>
              <a:defRPr sz="1890" b="1"/>
            </a:lvl2pPr>
            <a:lvl3pPr marL="864007" indent="0">
              <a:buNone/>
              <a:defRPr sz="1701" b="1"/>
            </a:lvl3pPr>
            <a:lvl4pPr marL="1296011" indent="0">
              <a:buNone/>
              <a:defRPr sz="1512" b="1"/>
            </a:lvl4pPr>
            <a:lvl5pPr marL="1728014" indent="0">
              <a:buNone/>
              <a:defRPr sz="1512" b="1"/>
            </a:lvl5pPr>
            <a:lvl6pPr marL="2160016" indent="0">
              <a:buNone/>
              <a:defRPr sz="1512" b="1"/>
            </a:lvl6pPr>
            <a:lvl7pPr marL="2592021" indent="0">
              <a:buNone/>
              <a:defRPr sz="1512" b="1"/>
            </a:lvl7pPr>
            <a:lvl8pPr marL="3024025" indent="0">
              <a:buNone/>
              <a:defRPr sz="1512" b="1"/>
            </a:lvl8pPr>
            <a:lvl9pPr marL="3456027" indent="0">
              <a:buNone/>
              <a:defRPr sz="151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367064"/>
            <a:ext cx="5157787" cy="3481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88545"/>
            <a:ext cx="518318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4" indent="0">
              <a:buNone/>
              <a:defRPr sz="1890" b="1"/>
            </a:lvl2pPr>
            <a:lvl3pPr marL="864007" indent="0">
              <a:buNone/>
              <a:defRPr sz="1701" b="1"/>
            </a:lvl3pPr>
            <a:lvl4pPr marL="1296011" indent="0">
              <a:buNone/>
              <a:defRPr sz="1512" b="1"/>
            </a:lvl4pPr>
            <a:lvl5pPr marL="1728014" indent="0">
              <a:buNone/>
              <a:defRPr sz="1512" b="1"/>
            </a:lvl5pPr>
            <a:lvl6pPr marL="2160016" indent="0">
              <a:buNone/>
              <a:defRPr sz="1512" b="1"/>
            </a:lvl6pPr>
            <a:lvl7pPr marL="2592021" indent="0">
              <a:buNone/>
              <a:defRPr sz="1512" b="1"/>
            </a:lvl7pPr>
            <a:lvl8pPr marL="3024025" indent="0">
              <a:buNone/>
              <a:defRPr sz="1512" b="1"/>
            </a:lvl8pPr>
            <a:lvl9pPr marL="3456027" indent="0">
              <a:buNone/>
              <a:defRPr sz="151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67064"/>
            <a:ext cx="5183188" cy="3481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604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953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941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5" y="432015"/>
            <a:ext cx="393223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33026"/>
            <a:ext cx="6172200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5" y="1944052"/>
            <a:ext cx="393223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4" indent="0">
              <a:buNone/>
              <a:defRPr sz="1323"/>
            </a:lvl2pPr>
            <a:lvl3pPr marL="864007" indent="0">
              <a:buNone/>
              <a:defRPr sz="1134"/>
            </a:lvl3pPr>
            <a:lvl4pPr marL="1296011" indent="0">
              <a:buNone/>
              <a:defRPr sz="945"/>
            </a:lvl4pPr>
            <a:lvl5pPr marL="1728014" indent="0">
              <a:buNone/>
              <a:defRPr sz="945"/>
            </a:lvl5pPr>
            <a:lvl6pPr marL="2160016" indent="0">
              <a:buNone/>
              <a:defRPr sz="945"/>
            </a:lvl6pPr>
            <a:lvl7pPr marL="2592021" indent="0">
              <a:buNone/>
              <a:defRPr sz="945"/>
            </a:lvl7pPr>
            <a:lvl8pPr marL="3024025" indent="0">
              <a:buNone/>
              <a:defRPr sz="945"/>
            </a:lvl8pPr>
            <a:lvl9pPr marL="3456027" indent="0">
              <a:buNone/>
              <a:defRPr sz="9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523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5" y="432015"/>
            <a:ext cx="393223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33026"/>
            <a:ext cx="6172200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4" indent="0">
              <a:buNone/>
              <a:defRPr sz="2646"/>
            </a:lvl2pPr>
            <a:lvl3pPr marL="864007" indent="0">
              <a:buNone/>
              <a:defRPr sz="2268"/>
            </a:lvl3pPr>
            <a:lvl4pPr marL="1296011" indent="0">
              <a:buNone/>
              <a:defRPr sz="1890"/>
            </a:lvl4pPr>
            <a:lvl5pPr marL="1728014" indent="0">
              <a:buNone/>
              <a:defRPr sz="1890"/>
            </a:lvl5pPr>
            <a:lvl6pPr marL="2160016" indent="0">
              <a:buNone/>
              <a:defRPr sz="1890"/>
            </a:lvl6pPr>
            <a:lvl7pPr marL="2592021" indent="0">
              <a:buNone/>
              <a:defRPr sz="1890"/>
            </a:lvl7pPr>
            <a:lvl8pPr marL="3024025" indent="0">
              <a:buNone/>
              <a:defRPr sz="1890"/>
            </a:lvl8pPr>
            <a:lvl9pPr marL="3456027" indent="0">
              <a:buNone/>
              <a:defRPr sz="189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5" y="1944052"/>
            <a:ext cx="393223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4" indent="0">
              <a:buNone/>
              <a:defRPr sz="1323"/>
            </a:lvl2pPr>
            <a:lvl3pPr marL="864007" indent="0">
              <a:buNone/>
              <a:defRPr sz="1134"/>
            </a:lvl3pPr>
            <a:lvl4pPr marL="1296011" indent="0">
              <a:buNone/>
              <a:defRPr sz="945"/>
            </a:lvl4pPr>
            <a:lvl5pPr marL="1728014" indent="0">
              <a:buNone/>
              <a:defRPr sz="945"/>
            </a:lvl5pPr>
            <a:lvl6pPr marL="2160016" indent="0">
              <a:buNone/>
              <a:defRPr sz="945"/>
            </a:lvl6pPr>
            <a:lvl7pPr marL="2592021" indent="0">
              <a:buNone/>
              <a:defRPr sz="945"/>
            </a:lvl7pPr>
            <a:lvl8pPr marL="3024025" indent="0">
              <a:buNone/>
              <a:defRPr sz="945"/>
            </a:lvl8pPr>
            <a:lvl9pPr marL="3456027" indent="0">
              <a:buNone/>
              <a:defRPr sz="9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338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9502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45009"/>
            <a:ext cx="2628900" cy="549164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45009"/>
            <a:ext cx="7734300" cy="549164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871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45010"/>
            <a:ext cx="10515600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5048"/>
            <a:ext cx="10515600" cy="4111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006166"/>
            <a:ext cx="274320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62EB9-5771-43AD-A409-9E79090299EC}" type="datetimeFigureOut">
              <a:rPr lang="fr-FR" smtClean="0"/>
              <a:t>28/08/2025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006166"/>
            <a:ext cx="411480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006166"/>
            <a:ext cx="274320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BC40-559B-4062-A1D5-664EF5D0E48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522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6400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1" indent="-216001" algn="l" defTabSz="86400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05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09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12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15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20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22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26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29" indent="-216001" algn="l" defTabSz="864007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4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7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11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14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16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21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25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27" algn="l" defTabSz="86400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BBB3F-A4AA-68BC-6487-771F5B52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640BA92-F0F9-8A54-0CCB-04872DF82BEA}"/>
              </a:ext>
            </a:extLst>
          </p:cNvPr>
          <p:cNvSpPr txBox="1"/>
          <p:nvPr/>
        </p:nvSpPr>
        <p:spPr>
          <a:xfrm>
            <a:off x="1412341" y="896293"/>
            <a:ext cx="9533299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3900" dirty="0"/>
              <a:t>VOIE 2</a:t>
            </a:r>
          </a:p>
        </p:txBody>
      </p:sp>
    </p:spTree>
    <p:extLst>
      <p:ext uri="{BB962C8B-B14F-4D97-AF65-F5344CB8AC3E}">
        <p14:creationId xmlns:p14="http://schemas.microsoft.com/office/powerpoint/2010/main" val="291866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FBDD2A-E2FA-7AF4-6CF9-B98D544CBAED}"/>
              </a:ext>
            </a:extLst>
          </p:cNvPr>
          <p:cNvSpPr/>
          <p:nvPr/>
        </p:nvSpPr>
        <p:spPr>
          <a:xfrm rot="19569502">
            <a:off x="11028774" y="874390"/>
            <a:ext cx="940029" cy="3430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Mairie de Montreuil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397441-0056-7498-DFE5-45801FC27F0C}"/>
              </a:ext>
            </a:extLst>
          </p:cNvPr>
          <p:cNvSpPr/>
          <p:nvPr/>
        </p:nvSpPr>
        <p:spPr>
          <a:xfrm rot="19569502">
            <a:off x="717236" y="849659"/>
            <a:ext cx="127136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Croix de Chavaux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8B6EAD57-1A20-B90B-7596-4905B41743D8}"/>
              </a:ext>
            </a:extLst>
          </p:cNvPr>
          <p:cNvCxnSpPr>
            <a:cxnSpLocks/>
          </p:cNvCxnSpPr>
          <p:nvPr/>
        </p:nvCxnSpPr>
        <p:spPr>
          <a:xfrm>
            <a:off x="838619" y="171450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6AF1FA01-CF3E-C192-9A4E-A45625B1DBAF}"/>
              </a:ext>
            </a:extLst>
          </p:cNvPr>
          <p:cNvSpPr/>
          <p:nvPr/>
        </p:nvSpPr>
        <p:spPr>
          <a:xfrm>
            <a:off x="667709" y="161544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D1C00A2A-CA01-1E5D-BA85-2D59179674A0}"/>
              </a:ext>
            </a:extLst>
          </p:cNvPr>
          <p:cNvSpPr/>
          <p:nvPr/>
        </p:nvSpPr>
        <p:spPr>
          <a:xfrm>
            <a:off x="11046188" y="16048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B0EB241-421E-54E9-4077-ADD9B2C6F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860" y="809687"/>
            <a:ext cx="486139" cy="707550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72DA109-BD58-6022-201F-9144671C9DFF}"/>
              </a:ext>
            </a:extLst>
          </p:cNvPr>
          <p:cNvCxnSpPr>
            <a:cxnSpLocks/>
          </p:cNvCxnSpPr>
          <p:nvPr/>
        </p:nvCxnSpPr>
        <p:spPr>
          <a:xfrm flipH="1">
            <a:off x="5613087" y="205314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CC61661B-49C4-5E13-556B-FD8E4CA20E01}"/>
              </a:ext>
            </a:extLst>
          </p:cNvPr>
          <p:cNvSpPr txBox="1"/>
          <p:nvPr/>
        </p:nvSpPr>
        <p:spPr>
          <a:xfrm>
            <a:off x="5736158" y="178769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3F1D26E-8BEC-2E33-4D5D-C827298DC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785" y="1056719"/>
            <a:ext cx="836092" cy="48075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5C9EDB1-31B0-9C2C-8A1B-7D838E005760}"/>
              </a:ext>
            </a:extLst>
          </p:cNvPr>
          <p:cNvSpPr/>
          <p:nvPr/>
        </p:nvSpPr>
        <p:spPr>
          <a:xfrm>
            <a:off x="9772582" y="1202572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16D446-D664-6F37-3C88-612CA650AAA2}"/>
              </a:ext>
            </a:extLst>
          </p:cNvPr>
          <p:cNvSpPr/>
          <p:nvPr/>
        </p:nvSpPr>
        <p:spPr>
          <a:xfrm rot="19569502">
            <a:off x="711295" y="4732185"/>
            <a:ext cx="114095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Robespierre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981217C3-3CC4-9A76-91F6-60E5865399A3}"/>
              </a:ext>
            </a:extLst>
          </p:cNvPr>
          <p:cNvCxnSpPr>
            <a:cxnSpLocks/>
          </p:cNvCxnSpPr>
          <p:nvPr/>
        </p:nvCxnSpPr>
        <p:spPr>
          <a:xfrm>
            <a:off x="821631" y="5560714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rganigramme : Connecteur 24">
            <a:extLst>
              <a:ext uri="{FF2B5EF4-FFF2-40B4-BE49-F238E27FC236}">
                <a16:creationId xmlns:a16="http://schemas.microsoft.com/office/drawing/2014/main" id="{717A794E-D028-8845-9C81-8EB3CA490FA5}"/>
              </a:ext>
            </a:extLst>
          </p:cNvPr>
          <p:cNvSpPr/>
          <p:nvPr/>
        </p:nvSpPr>
        <p:spPr>
          <a:xfrm>
            <a:off x="650721" y="546165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Organigramme : Connecteur 25">
            <a:extLst>
              <a:ext uri="{FF2B5EF4-FFF2-40B4-BE49-F238E27FC236}">
                <a16:creationId xmlns:a16="http://schemas.microsoft.com/office/drawing/2014/main" id="{E6781064-1FFE-ED0E-F8CD-83583BB916EA}"/>
              </a:ext>
            </a:extLst>
          </p:cNvPr>
          <p:cNvSpPr/>
          <p:nvPr/>
        </p:nvSpPr>
        <p:spPr>
          <a:xfrm>
            <a:off x="11029200" y="5451092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A3830319-ACA4-3812-9FE0-7C2E1042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842" y="4605352"/>
            <a:ext cx="480411" cy="699212"/>
          </a:xfrm>
          <a:prstGeom prst="rect">
            <a:avLst/>
          </a:prstGeom>
        </p:spPr>
      </p:pic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C1756D5C-9A4F-AB21-7E93-6D8FF52E1CAA}"/>
              </a:ext>
            </a:extLst>
          </p:cNvPr>
          <p:cNvCxnSpPr>
            <a:cxnSpLocks/>
          </p:cNvCxnSpPr>
          <p:nvPr/>
        </p:nvCxnSpPr>
        <p:spPr>
          <a:xfrm flipH="1">
            <a:off x="5596099" y="5899354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7DE11DAA-D493-FFA3-62DE-D61A5BA3DDD4}"/>
              </a:ext>
            </a:extLst>
          </p:cNvPr>
          <p:cNvSpPr txBox="1"/>
          <p:nvPr/>
        </p:nvSpPr>
        <p:spPr>
          <a:xfrm>
            <a:off x="5719170" y="5633911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9709AD-AE03-E79E-4906-6F81873487EF}"/>
              </a:ext>
            </a:extLst>
          </p:cNvPr>
          <p:cNvSpPr/>
          <p:nvPr/>
        </p:nvSpPr>
        <p:spPr>
          <a:xfrm>
            <a:off x="6952209" y="1200980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70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D67CEE-EC1B-50B5-2F4A-38AC37843F23}"/>
              </a:ext>
            </a:extLst>
          </p:cNvPr>
          <p:cNvSpPr/>
          <p:nvPr/>
        </p:nvSpPr>
        <p:spPr>
          <a:xfrm>
            <a:off x="4102270" y="1192162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5EB442-65A3-3927-BA90-B15AFAB81A6E}"/>
              </a:ext>
            </a:extLst>
          </p:cNvPr>
          <p:cNvSpPr/>
          <p:nvPr/>
        </p:nvSpPr>
        <p:spPr>
          <a:xfrm rot="19569502">
            <a:off x="10926409" y="4675605"/>
            <a:ext cx="127136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Croix de Chavaux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8D0C2B24-E51D-2B71-2A78-F736E3419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0250" y="4546196"/>
            <a:ext cx="480411" cy="8477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AD50DD-2F35-6E3B-59B8-22EABB936FA2}"/>
              </a:ext>
            </a:extLst>
          </p:cNvPr>
          <p:cNvSpPr/>
          <p:nvPr/>
        </p:nvSpPr>
        <p:spPr>
          <a:xfrm>
            <a:off x="0" y="266240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E43CC-80CB-133C-4299-D26885DFD005}"/>
              </a:ext>
            </a:extLst>
          </p:cNvPr>
          <p:cNvSpPr/>
          <p:nvPr/>
        </p:nvSpPr>
        <p:spPr>
          <a:xfrm>
            <a:off x="-1" y="4121507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20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86FA-4EC2-4A05-7C56-7A79ABF1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DAF56C-8002-CA81-EF1B-9B566D516269}"/>
              </a:ext>
            </a:extLst>
          </p:cNvPr>
          <p:cNvSpPr/>
          <p:nvPr/>
        </p:nvSpPr>
        <p:spPr>
          <a:xfrm rot="19569502">
            <a:off x="379794" y="854468"/>
            <a:ext cx="1395778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Porte de Montreuil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D237A8CA-65D1-45D5-251C-B847B5947C14}"/>
              </a:ext>
            </a:extLst>
          </p:cNvPr>
          <p:cNvCxnSpPr>
            <a:cxnSpLocks/>
          </p:cNvCxnSpPr>
          <p:nvPr/>
        </p:nvCxnSpPr>
        <p:spPr>
          <a:xfrm>
            <a:off x="511716" y="1753952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1F8298B1-6222-5FDC-85C8-9B5FD92D44CC}"/>
              </a:ext>
            </a:extLst>
          </p:cNvPr>
          <p:cNvSpPr/>
          <p:nvPr/>
        </p:nvSpPr>
        <p:spPr>
          <a:xfrm>
            <a:off x="340806" y="1654892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9DF85B47-AC57-273B-3466-2E0445F7A43E}"/>
              </a:ext>
            </a:extLst>
          </p:cNvPr>
          <p:cNvSpPr/>
          <p:nvPr/>
        </p:nvSpPr>
        <p:spPr>
          <a:xfrm>
            <a:off x="10719285" y="164433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2253D81-4D42-18CD-A46A-527031049B7D}"/>
              </a:ext>
            </a:extLst>
          </p:cNvPr>
          <p:cNvCxnSpPr>
            <a:cxnSpLocks/>
          </p:cNvCxnSpPr>
          <p:nvPr/>
        </p:nvCxnSpPr>
        <p:spPr>
          <a:xfrm flipH="1">
            <a:off x="5286184" y="2092592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8763DA3B-7606-C934-F059-040B6A621704}"/>
              </a:ext>
            </a:extLst>
          </p:cNvPr>
          <p:cNvSpPr txBox="1"/>
          <p:nvPr/>
        </p:nvSpPr>
        <p:spPr>
          <a:xfrm>
            <a:off x="5409255" y="1827149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C6C1AD-CE9F-F7BE-7965-A79D935D6D46}"/>
              </a:ext>
            </a:extLst>
          </p:cNvPr>
          <p:cNvSpPr/>
          <p:nvPr/>
        </p:nvSpPr>
        <p:spPr>
          <a:xfrm>
            <a:off x="-16988" y="4023138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C7D6D-7A62-F52D-3E7F-56C16D8C3C69}"/>
              </a:ext>
            </a:extLst>
          </p:cNvPr>
          <p:cNvSpPr/>
          <p:nvPr/>
        </p:nvSpPr>
        <p:spPr>
          <a:xfrm rot="19569502">
            <a:off x="230470" y="4682255"/>
            <a:ext cx="114095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Maraîchers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A32C5E9B-50E6-3FD3-352B-5DF0C652852B}"/>
              </a:ext>
            </a:extLst>
          </p:cNvPr>
          <p:cNvCxnSpPr>
            <a:cxnSpLocks/>
          </p:cNvCxnSpPr>
          <p:nvPr/>
        </p:nvCxnSpPr>
        <p:spPr>
          <a:xfrm>
            <a:off x="340806" y="5510784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rganigramme : Connecteur 24">
            <a:extLst>
              <a:ext uri="{FF2B5EF4-FFF2-40B4-BE49-F238E27FC236}">
                <a16:creationId xmlns:a16="http://schemas.microsoft.com/office/drawing/2014/main" id="{5C035D7A-EF74-2252-2A12-34CDC0B3E4CC}"/>
              </a:ext>
            </a:extLst>
          </p:cNvPr>
          <p:cNvSpPr/>
          <p:nvPr/>
        </p:nvSpPr>
        <p:spPr>
          <a:xfrm>
            <a:off x="169896" y="541172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Organigramme : Connecteur 25">
            <a:extLst>
              <a:ext uri="{FF2B5EF4-FFF2-40B4-BE49-F238E27FC236}">
                <a16:creationId xmlns:a16="http://schemas.microsoft.com/office/drawing/2014/main" id="{943AEF60-4ACC-D6AF-2068-B0BEB5F43E61}"/>
              </a:ext>
            </a:extLst>
          </p:cNvPr>
          <p:cNvSpPr/>
          <p:nvPr/>
        </p:nvSpPr>
        <p:spPr>
          <a:xfrm>
            <a:off x="10548375" y="5401162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586E52F-465F-F427-410D-7F49BB6D37F8}"/>
              </a:ext>
            </a:extLst>
          </p:cNvPr>
          <p:cNvCxnSpPr>
            <a:cxnSpLocks/>
          </p:cNvCxnSpPr>
          <p:nvPr/>
        </p:nvCxnSpPr>
        <p:spPr>
          <a:xfrm flipH="1">
            <a:off x="5115274" y="5849424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FA1EE7ED-A46E-9CD8-064C-43EB639B047C}"/>
              </a:ext>
            </a:extLst>
          </p:cNvPr>
          <p:cNvSpPr txBox="1"/>
          <p:nvPr/>
        </p:nvSpPr>
        <p:spPr>
          <a:xfrm>
            <a:off x="5238345" y="5583981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987E0F12-B356-F715-AA40-59EA0F908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471" y="735625"/>
            <a:ext cx="422613" cy="7457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905234-F4CF-5268-8E65-A9E2A84B57A5}"/>
              </a:ext>
            </a:extLst>
          </p:cNvPr>
          <p:cNvSpPr/>
          <p:nvPr/>
        </p:nvSpPr>
        <p:spPr>
          <a:xfrm rot="19569502">
            <a:off x="10707920" y="881243"/>
            <a:ext cx="114095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Robespierre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DF64E3-38D3-0720-3BB9-AF952A4DE7B0}"/>
              </a:ext>
            </a:extLst>
          </p:cNvPr>
          <p:cNvSpPr/>
          <p:nvPr/>
        </p:nvSpPr>
        <p:spPr>
          <a:xfrm>
            <a:off x="9626887" y="1011920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BA59ED0-A1E3-C55B-D4FC-22301C3E7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203264" y="955913"/>
            <a:ext cx="304213" cy="33116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ACF665A-0BE6-B13A-095C-CCDA601B3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892" y="879058"/>
            <a:ext cx="728680" cy="41899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1FBB30DE-817A-F474-E7FC-2B040A6C1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118" y="877899"/>
            <a:ext cx="728680" cy="4189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AEAF343-7B50-249A-E76B-DC5ABF5F8348}"/>
              </a:ext>
            </a:extLst>
          </p:cNvPr>
          <p:cNvSpPr/>
          <p:nvPr/>
        </p:nvSpPr>
        <p:spPr>
          <a:xfrm>
            <a:off x="5392266" y="1334802"/>
            <a:ext cx="461855" cy="2346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chemeClr val="bg1"/>
                </a:solidFill>
              </a:rPr>
              <a:t>S au J</a:t>
            </a:r>
          </a:p>
          <a:p>
            <a:pPr algn="ctr"/>
            <a:r>
              <a:rPr lang="fr-FR" sz="800" b="1" dirty="0">
                <a:solidFill>
                  <a:schemeClr val="bg1"/>
                </a:solidFill>
              </a:rPr>
              <a:t>25</a:t>
            </a:r>
            <a:endParaRPr lang="fr-FR" sz="1200" b="1" dirty="0">
              <a:solidFill>
                <a:schemeClr val="bg1"/>
              </a:solidFill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4749D43F-8C3B-08CB-E09D-73665ACD8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940236" y="893779"/>
            <a:ext cx="304213" cy="331169"/>
          </a:xfrm>
          <a:prstGeom prst="rect">
            <a:avLst/>
          </a:prstGeom>
        </p:spPr>
      </p:pic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509A4973-9699-D8FD-9F93-39BA9CB928E9}"/>
              </a:ext>
            </a:extLst>
          </p:cNvPr>
          <p:cNvCxnSpPr>
            <a:cxnSpLocks/>
          </p:cNvCxnSpPr>
          <p:nvPr/>
        </p:nvCxnSpPr>
        <p:spPr>
          <a:xfrm flipH="1" flipV="1">
            <a:off x="2896793" y="311056"/>
            <a:ext cx="1353510" cy="143329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1DCF8CD5-62CB-6360-682B-0EA2852936DD}"/>
              </a:ext>
            </a:extLst>
          </p:cNvPr>
          <p:cNvSpPr txBox="1"/>
          <p:nvPr/>
        </p:nvSpPr>
        <p:spPr>
          <a:xfrm rot="2863463">
            <a:off x="3349051" y="707454"/>
            <a:ext cx="608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Quai 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DACCB4-32EE-0ED3-DA4A-BF46DAE2FB32}"/>
              </a:ext>
            </a:extLst>
          </p:cNvPr>
          <p:cNvSpPr/>
          <p:nvPr/>
        </p:nvSpPr>
        <p:spPr>
          <a:xfrm rot="19569502">
            <a:off x="10613811" y="4637870"/>
            <a:ext cx="1395778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Porte de Montreuil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32101BF5-6E7D-BD05-ACA1-D3CECBB703F2}"/>
              </a:ext>
            </a:extLst>
          </p:cNvPr>
          <p:cNvCxnSpPr>
            <a:cxnSpLocks/>
          </p:cNvCxnSpPr>
          <p:nvPr/>
        </p:nvCxnSpPr>
        <p:spPr>
          <a:xfrm flipH="1">
            <a:off x="8517469" y="4685065"/>
            <a:ext cx="206165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EC6A7C2C-8320-6874-1FB8-1DDA8D2A3720}"/>
              </a:ext>
            </a:extLst>
          </p:cNvPr>
          <p:cNvSpPr txBox="1"/>
          <p:nvPr/>
        </p:nvSpPr>
        <p:spPr>
          <a:xfrm>
            <a:off x="10743157" y="4191679"/>
            <a:ext cx="608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Quai 4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01113F79-B637-0ED1-082A-F305BB7425F7}"/>
              </a:ext>
            </a:extLst>
          </p:cNvPr>
          <p:cNvCxnSpPr>
            <a:cxnSpLocks/>
          </p:cNvCxnSpPr>
          <p:nvPr/>
        </p:nvCxnSpPr>
        <p:spPr>
          <a:xfrm flipH="1">
            <a:off x="7419761" y="4677696"/>
            <a:ext cx="1122805" cy="83308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0E700E0-9EAB-63D2-7934-B611D52BCB9E}"/>
              </a:ext>
            </a:extLst>
          </p:cNvPr>
          <p:cNvSpPr/>
          <p:nvPr/>
        </p:nvSpPr>
        <p:spPr>
          <a:xfrm>
            <a:off x="10179376" y="4212988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3" name="Organigramme : Connecteur 52">
            <a:extLst>
              <a:ext uri="{FF2B5EF4-FFF2-40B4-BE49-F238E27FC236}">
                <a16:creationId xmlns:a16="http://schemas.microsoft.com/office/drawing/2014/main" id="{272C2468-EB16-DD46-33C6-8949A274A419}"/>
              </a:ext>
            </a:extLst>
          </p:cNvPr>
          <p:cNvSpPr/>
          <p:nvPr/>
        </p:nvSpPr>
        <p:spPr>
          <a:xfrm>
            <a:off x="10537043" y="4586166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5" name="Image 54">
            <a:extLst>
              <a:ext uri="{FF2B5EF4-FFF2-40B4-BE49-F238E27FC236}">
                <a16:creationId xmlns:a16="http://schemas.microsoft.com/office/drawing/2014/main" id="{3310FB9C-550A-95C0-1CC2-0AC30B8610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8141" y="4106956"/>
            <a:ext cx="608746" cy="465511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CCC00D1F-7AD6-42FF-949E-1AFFC2F31C81}"/>
              </a:ext>
            </a:extLst>
          </p:cNvPr>
          <p:cNvSpPr/>
          <p:nvPr/>
        </p:nvSpPr>
        <p:spPr>
          <a:xfrm>
            <a:off x="8592897" y="4201698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25</a:t>
            </a:r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9324F299-20D4-9C1E-2DEB-ABFBD7A36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8083" y="4925378"/>
            <a:ext cx="655339" cy="50114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B5ED1A67-D674-3839-4EF7-E61C75402645}"/>
              </a:ext>
            </a:extLst>
          </p:cNvPr>
          <p:cNvSpPr/>
          <p:nvPr/>
        </p:nvSpPr>
        <p:spPr>
          <a:xfrm>
            <a:off x="9556654" y="5016185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CCBFE23-EE3C-CF8B-3364-4EE5DAC66954}"/>
              </a:ext>
            </a:extLst>
          </p:cNvPr>
          <p:cNvSpPr/>
          <p:nvPr/>
        </p:nvSpPr>
        <p:spPr>
          <a:xfrm>
            <a:off x="4913172" y="4889479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FA7E1273-1258-B2AA-45AD-2A379E70164C}"/>
              </a:ext>
            </a:extLst>
          </p:cNvPr>
          <p:cNvSpPr txBox="1"/>
          <p:nvPr/>
        </p:nvSpPr>
        <p:spPr>
          <a:xfrm>
            <a:off x="11135205" y="5252582"/>
            <a:ext cx="608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Quai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C81017-4EA3-BC3D-C48E-536B5FF91FC5}"/>
              </a:ext>
            </a:extLst>
          </p:cNvPr>
          <p:cNvSpPr/>
          <p:nvPr/>
        </p:nvSpPr>
        <p:spPr>
          <a:xfrm>
            <a:off x="47053" y="264875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010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C318-2282-4B09-6787-9102341C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33907BD-E308-07AF-01FD-A6D81A4472B4}"/>
              </a:ext>
            </a:extLst>
          </p:cNvPr>
          <p:cNvSpPr/>
          <p:nvPr/>
        </p:nvSpPr>
        <p:spPr>
          <a:xfrm rot="19569502">
            <a:off x="468709" y="955277"/>
            <a:ext cx="892057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Buzenval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778B043-81E1-137D-AAB4-BEDBFD9F1657}"/>
              </a:ext>
            </a:extLst>
          </p:cNvPr>
          <p:cNvCxnSpPr>
            <a:cxnSpLocks/>
          </p:cNvCxnSpPr>
          <p:nvPr/>
        </p:nvCxnSpPr>
        <p:spPr>
          <a:xfrm>
            <a:off x="557961" y="171450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F7259115-EBF7-B388-C6C5-99162E178C4B}"/>
              </a:ext>
            </a:extLst>
          </p:cNvPr>
          <p:cNvSpPr/>
          <p:nvPr/>
        </p:nvSpPr>
        <p:spPr>
          <a:xfrm>
            <a:off x="387051" y="161544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1867FF86-996B-A9BB-E784-BEDD5793F7BD}"/>
              </a:ext>
            </a:extLst>
          </p:cNvPr>
          <p:cNvSpPr/>
          <p:nvPr/>
        </p:nvSpPr>
        <p:spPr>
          <a:xfrm>
            <a:off x="10765530" y="16048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E29CB1A-4001-A4BB-2016-4D5645D26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432" y="840216"/>
            <a:ext cx="486139" cy="707550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2BD34A4-9A31-FEA5-F7C2-5203ED868C23}"/>
              </a:ext>
            </a:extLst>
          </p:cNvPr>
          <p:cNvCxnSpPr>
            <a:cxnSpLocks/>
          </p:cNvCxnSpPr>
          <p:nvPr/>
        </p:nvCxnSpPr>
        <p:spPr>
          <a:xfrm flipH="1">
            <a:off x="5332429" y="205314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1D70B585-7C02-5279-E7F6-A318A69DC02A}"/>
              </a:ext>
            </a:extLst>
          </p:cNvPr>
          <p:cNvSpPr txBox="1"/>
          <p:nvPr/>
        </p:nvSpPr>
        <p:spPr>
          <a:xfrm>
            <a:off x="5455500" y="178769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88EAEF-B896-6B0E-A3D6-53CA6E5844CD}"/>
              </a:ext>
            </a:extLst>
          </p:cNvPr>
          <p:cNvSpPr/>
          <p:nvPr/>
        </p:nvSpPr>
        <p:spPr>
          <a:xfrm rot="19569502">
            <a:off x="465634" y="4847223"/>
            <a:ext cx="727816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Nation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0D7083E-3710-A00D-192D-7EFC6E09DE9E}"/>
              </a:ext>
            </a:extLst>
          </p:cNvPr>
          <p:cNvCxnSpPr>
            <a:cxnSpLocks/>
          </p:cNvCxnSpPr>
          <p:nvPr/>
        </p:nvCxnSpPr>
        <p:spPr>
          <a:xfrm>
            <a:off x="540973" y="5560714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rganigramme : Connecteur 24">
            <a:extLst>
              <a:ext uri="{FF2B5EF4-FFF2-40B4-BE49-F238E27FC236}">
                <a16:creationId xmlns:a16="http://schemas.microsoft.com/office/drawing/2014/main" id="{1E158476-85DC-1DFD-E430-F270C69C329C}"/>
              </a:ext>
            </a:extLst>
          </p:cNvPr>
          <p:cNvSpPr/>
          <p:nvPr/>
        </p:nvSpPr>
        <p:spPr>
          <a:xfrm>
            <a:off x="370063" y="546165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Organigramme : Connecteur 25">
            <a:extLst>
              <a:ext uri="{FF2B5EF4-FFF2-40B4-BE49-F238E27FC236}">
                <a16:creationId xmlns:a16="http://schemas.microsoft.com/office/drawing/2014/main" id="{0F57A88C-0ADD-3899-DBE6-2754A8AEA335}"/>
              </a:ext>
            </a:extLst>
          </p:cNvPr>
          <p:cNvSpPr/>
          <p:nvPr/>
        </p:nvSpPr>
        <p:spPr>
          <a:xfrm>
            <a:off x="10748542" y="5451092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692D425C-D58F-82BB-E6B1-0E0DC6B27D8D}"/>
              </a:ext>
            </a:extLst>
          </p:cNvPr>
          <p:cNvCxnSpPr>
            <a:cxnSpLocks/>
          </p:cNvCxnSpPr>
          <p:nvPr/>
        </p:nvCxnSpPr>
        <p:spPr>
          <a:xfrm flipH="1">
            <a:off x="5315441" y="5899354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B26F8DEC-F88D-9977-AE04-F09D2F6F81A5}"/>
              </a:ext>
            </a:extLst>
          </p:cNvPr>
          <p:cNvSpPr txBox="1"/>
          <p:nvPr/>
        </p:nvSpPr>
        <p:spPr>
          <a:xfrm>
            <a:off x="5438512" y="5633911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7C0BEB-9B77-0012-9BC9-EA2BBAF57969}"/>
              </a:ext>
            </a:extLst>
          </p:cNvPr>
          <p:cNvSpPr/>
          <p:nvPr/>
        </p:nvSpPr>
        <p:spPr>
          <a:xfrm rot="19569502">
            <a:off x="10678114" y="4781985"/>
            <a:ext cx="889321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Buzenval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829171A2-6139-07FA-ABC8-C40833BD2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9592" y="4546196"/>
            <a:ext cx="480411" cy="847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8593209-EA15-9398-A380-81434612D2E6}"/>
              </a:ext>
            </a:extLst>
          </p:cNvPr>
          <p:cNvSpPr/>
          <p:nvPr/>
        </p:nvSpPr>
        <p:spPr>
          <a:xfrm rot="19569502">
            <a:off x="10751303" y="879099"/>
            <a:ext cx="114095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Maraîchers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AA6B65-9070-AFD2-2B75-18A0A28FCD5A}"/>
              </a:ext>
            </a:extLst>
          </p:cNvPr>
          <p:cNvSpPr/>
          <p:nvPr/>
        </p:nvSpPr>
        <p:spPr>
          <a:xfrm>
            <a:off x="9509913" y="4943809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1BC033-A668-5596-6BD4-3A112E528B24}"/>
              </a:ext>
            </a:extLst>
          </p:cNvPr>
          <p:cNvSpPr/>
          <p:nvPr/>
        </p:nvSpPr>
        <p:spPr>
          <a:xfrm>
            <a:off x="8041902" y="4949598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03CF51E-4FCF-C684-7743-B15C0F09D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055" y="4903482"/>
            <a:ext cx="361747" cy="28049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02FBAFA-DEEA-7D56-381C-BA69BAEB5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093" y="4774800"/>
            <a:ext cx="748528" cy="57240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AC82DC6-7828-D25A-2785-A39250A35CAA}"/>
              </a:ext>
            </a:extLst>
          </p:cNvPr>
          <p:cNvSpPr/>
          <p:nvPr/>
        </p:nvSpPr>
        <p:spPr>
          <a:xfrm>
            <a:off x="4779787" y="4949598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F94386-133F-F542-5D8F-F52B08048D56}"/>
              </a:ext>
            </a:extLst>
          </p:cNvPr>
          <p:cNvSpPr/>
          <p:nvPr/>
        </p:nvSpPr>
        <p:spPr>
          <a:xfrm>
            <a:off x="18647" y="264070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B80A6-BE1C-D195-43D2-93747CFDBA69}"/>
              </a:ext>
            </a:extLst>
          </p:cNvPr>
          <p:cNvSpPr/>
          <p:nvPr/>
        </p:nvSpPr>
        <p:spPr>
          <a:xfrm>
            <a:off x="18647" y="4164078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656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CF88-76FC-7AA3-0887-11F2F8BF7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5AEFD1-A3D5-741A-4E12-04C24B31F64A}"/>
              </a:ext>
            </a:extLst>
          </p:cNvPr>
          <p:cNvSpPr/>
          <p:nvPr/>
        </p:nvSpPr>
        <p:spPr>
          <a:xfrm rot="19569502">
            <a:off x="506830" y="867273"/>
            <a:ext cx="1190173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Rue des Boulets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CB42D60-C7F2-8489-1A07-51B7A202F3EA}"/>
              </a:ext>
            </a:extLst>
          </p:cNvPr>
          <p:cNvCxnSpPr>
            <a:cxnSpLocks/>
          </p:cNvCxnSpPr>
          <p:nvPr/>
        </p:nvCxnSpPr>
        <p:spPr>
          <a:xfrm>
            <a:off x="621336" y="1709506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D79C6BED-C1EB-124B-BCC2-3B38F4F7C422}"/>
              </a:ext>
            </a:extLst>
          </p:cNvPr>
          <p:cNvSpPr/>
          <p:nvPr/>
        </p:nvSpPr>
        <p:spPr>
          <a:xfrm>
            <a:off x="450426" y="1610446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8F1EA3A2-EC2E-422D-D4A7-174BAC31D556}"/>
              </a:ext>
            </a:extLst>
          </p:cNvPr>
          <p:cNvSpPr/>
          <p:nvPr/>
        </p:nvSpPr>
        <p:spPr>
          <a:xfrm>
            <a:off x="10828905" y="159988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2650B9F-1B6F-CC3C-8BF5-D82DEFEC5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816" y="4610790"/>
            <a:ext cx="486139" cy="707550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120277F-929E-E453-060F-B883D477548A}"/>
              </a:ext>
            </a:extLst>
          </p:cNvPr>
          <p:cNvCxnSpPr>
            <a:cxnSpLocks/>
          </p:cNvCxnSpPr>
          <p:nvPr/>
        </p:nvCxnSpPr>
        <p:spPr>
          <a:xfrm flipH="1">
            <a:off x="5395804" y="2048146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5470535-1603-92E7-DB3E-16025B789ACA}"/>
              </a:ext>
            </a:extLst>
          </p:cNvPr>
          <p:cNvSpPr txBox="1"/>
          <p:nvPr/>
        </p:nvSpPr>
        <p:spPr>
          <a:xfrm>
            <a:off x="5518875" y="1782703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8B5C8B-0886-6BE6-77B2-6D3C3E136826}"/>
              </a:ext>
            </a:extLst>
          </p:cNvPr>
          <p:cNvSpPr/>
          <p:nvPr/>
        </p:nvSpPr>
        <p:spPr>
          <a:xfrm rot="19569502">
            <a:off x="518683" y="4808286"/>
            <a:ext cx="849718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Charonne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2C3F7D8-95AF-20F4-300A-4BF423D24909}"/>
              </a:ext>
            </a:extLst>
          </p:cNvPr>
          <p:cNvCxnSpPr>
            <a:cxnSpLocks/>
          </p:cNvCxnSpPr>
          <p:nvPr/>
        </p:nvCxnSpPr>
        <p:spPr>
          <a:xfrm>
            <a:off x="604348" y="555572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rganigramme : Connecteur 24">
            <a:extLst>
              <a:ext uri="{FF2B5EF4-FFF2-40B4-BE49-F238E27FC236}">
                <a16:creationId xmlns:a16="http://schemas.microsoft.com/office/drawing/2014/main" id="{0A0760C9-BC7B-1E4F-0157-9827225E62D5}"/>
              </a:ext>
            </a:extLst>
          </p:cNvPr>
          <p:cNvSpPr/>
          <p:nvPr/>
        </p:nvSpPr>
        <p:spPr>
          <a:xfrm>
            <a:off x="433438" y="545666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Organigramme : Connecteur 25">
            <a:extLst>
              <a:ext uri="{FF2B5EF4-FFF2-40B4-BE49-F238E27FC236}">
                <a16:creationId xmlns:a16="http://schemas.microsoft.com/office/drawing/2014/main" id="{A25F636B-E8ED-3A80-A84F-0EEEBE686BE8}"/>
              </a:ext>
            </a:extLst>
          </p:cNvPr>
          <p:cNvSpPr/>
          <p:nvPr/>
        </p:nvSpPr>
        <p:spPr>
          <a:xfrm>
            <a:off x="10811917" y="544609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BC11F7B6-1CFF-1712-45BE-5C6C4E11333B}"/>
              </a:ext>
            </a:extLst>
          </p:cNvPr>
          <p:cNvCxnSpPr>
            <a:cxnSpLocks/>
          </p:cNvCxnSpPr>
          <p:nvPr/>
        </p:nvCxnSpPr>
        <p:spPr>
          <a:xfrm flipH="1">
            <a:off x="5378816" y="589436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D7227DC9-93F4-0413-452F-F511B15963A0}"/>
              </a:ext>
            </a:extLst>
          </p:cNvPr>
          <p:cNvSpPr txBox="1"/>
          <p:nvPr/>
        </p:nvSpPr>
        <p:spPr>
          <a:xfrm>
            <a:off x="5501887" y="562891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FCE9437A-AA33-FE7B-5F57-6618193BC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3919" y="665726"/>
            <a:ext cx="480411" cy="847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079382-AC51-127D-D509-1F483572EDE6}"/>
              </a:ext>
            </a:extLst>
          </p:cNvPr>
          <p:cNvSpPr/>
          <p:nvPr/>
        </p:nvSpPr>
        <p:spPr>
          <a:xfrm rot="19569502">
            <a:off x="10844547" y="972288"/>
            <a:ext cx="788347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Nation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02B4F3-F561-89E0-FEBE-047B6D5E65F7}"/>
              </a:ext>
            </a:extLst>
          </p:cNvPr>
          <p:cNvSpPr/>
          <p:nvPr/>
        </p:nvSpPr>
        <p:spPr>
          <a:xfrm>
            <a:off x="9800613" y="1031687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45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4201EE3-E495-4297-CA6D-E3B710388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058841" y="832425"/>
            <a:ext cx="615892" cy="52301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A572CD2-2698-AABB-4763-3E839A996D16}"/>
              </a:ext>
            </a:extLst>
          </p:cNvPr>
          <p:cNvSpPr/>
          <p:nvPr/>
        </p:nvSpPr>
        <p:spPr>
          <a:xfrm>
            <a:off x="6906100" y="993781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55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246E03E0-1ADC-7059-5EA1-C39F2D56E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033" y="849773"/>
            <a:ext cx="678622" cy="518946"/>
          </a:xfrm>
          <a:prstGeom prst="rect">
            <a:avLst/>
          </a:prstGeom>
        </p:spPr>
      </p:pic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65930F0-87BC-ADA4-F86A-7EB485C12BD9}"/>
              </a:ext>
            </a:extLst>
          </p:cNvPr>
          <p:cNvCxnSpPr>
            <a:cxnSpLocks/>
          </p:cNvCxnSpPr>
          <p:nvPr/>
        </p:nvCxnSpPr>
        <p:spPr>
          <a:xfrm flipH="1">
            <a:off x="3946487" y="500803"/>
            <a:ext cx="2214547" cy="120062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693AF513-261D-7E75-A15B-9E578B1C1ABB}"/>
              </a:ext>
            </a:extLst>
          </p:cNvPr>
          <p:cNvSpPr txBox="1"/>
          <p:nvPr/>
        </p:nvSpPr>
        <p:spPr>
          <a:xfrm rot="19841407">
            <a:off x="4329488" y="739881"/>
            <a:ext cx="1471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Raccord ligne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0D0DA8-E7B6-4703-4D7C-009B33969452}"/>
              </a:ext>
            </a:extLst>
          </p:cNvPr>
          <p:cNvSpPr/>
          <p:nvPr/>
        </p:nvSpPr>
        <p:spPr>
          <a:xfrm>
            <a:off x="2330262" y="951119"/>
            <a:ext cx="462635" cy="2769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PLM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35302E-2713-02FE-2731-D75F32C47E69}"/>
              </a:ext>
            </a:extLst>
          </p:cNvPr>
          <p:cNvSpPr/>
          <p:nvPr/>
        </p:nvSpPr>
        <p:spPr>
          <a:xfrm rot="19569502">
            <a:off x="10783515" y="4740130"/>
            <a:ext cx="1190173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Rue des Boulets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A517D-E505-6197-3AF3-174BDE4658C2}"/>
              </a:ext>
            </a:extLst>
          </p:cNvPr>
          <p:cNvSpPr/>
          <p:nvPr/>
        </p:nvSpPr>
        <p:spPr>
          <a:xfrm>
            <a:off x="18647" y="264070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51E5D4-01A1-5CD1-6887-FA7DDEF3BBEF}"/>
              </a:ext>
            </a:extLst>
          </p:cNvPr>
          <p:cNvSpPr/>
          <p:nvPr/>
        </p:nvSpPr>
        <p:spPr>
          <a:xfrm>
            <a:off x="0" y="4153377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4360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E6EDA-E953-3F24-D9F7-8DAEB3B9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C14AEC-D267-A877-BCF3-F3BE81C8B2BC}"/>
              </a:ext>
            </a:extLst>
          </p:cNvPr>
          <p:cNvSpPr/>
          <p:nvPr/>
        </p:nvSpPr>
        <p:spPr>
          <a:xfrm rot="19569502">
            <a:off x="11050399" y="945474"/>
            <a:ext cx="940029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Charonne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8D0682-3BFE-C63C-9366-50486B080148}"/>
              </a:ext>
            </a:extLst>
          </p:cNvPr>
          <p:cNvSpPr/>
          <p:nvPr/>
        </p:nvSpPr>
        <p:spPr>
          <a:xfrm rot="19569502">
            <a:off x="757328" y="981445"/>
            <a:ext cx="798079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Voltaire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A895772-48F9-8218-139E-1608F56126E5}"/>
              </a:ext>
            </a:extLst>
          </p:cNvPr>
          <p:cNvCxnSpPr>
            <a:cxnSpLocks/>
          </p:cNvCxnSpPr>
          <p:nvPr/>
        </p:nvCxnSpPr>
        <p:spPr>
          <a:xfrm>
            <a:off x="838619" y="171450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6BD089D5-4BDF-B102-C491-AC47E7590CEF}"/>
              </a:ext>
            </a:extLst>
          </p:cNvPr>
          <p:cNvSpPr/>
          <p:nvPr/>
        </p:nvSpPr>
        <p:spPr>
          <a:xfrm>
            <a:off x="667709" y="161544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F8684C95-E460-25BD-D90A-D0D22AD93D5D}"/>
              </a:ext>
            </a:extLst>
          </p:cNvPr>
          <p:cNvSpPr/>
          <p:nvPr/>
        </p:nvSpPr>
        <p:spPr>
          <a:xfrm>
            <a:off x="11046188" y="16048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DD88DE5-B3D6-D794-8A5A-9EE44C7B6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002" y="799580"/>
            <a:ext cx="486139" cy="707550"/>
          </a:xfrm>
          <a:prstGeom prst="rect">
            <a:avLst/>
          </a:prstGeom>
        </p:spPr>
      </p:pic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6E8F884-1DE3-436F-CC60-1A8E3AB67AEE}"/>
              </a:ext>
            </a:extLst>
          </p:cNvPr>
          <p:cNvCxnSpPr>
            <a:cxnSpLocks/>
          </p:cNvCxnSpPr>
          <p:nvPr/>
        </p:nvCxnSpPr>
        <p:spPr>
          <a:xfrm flipH="1">
            <a:off x="5613087" y="205314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73DE03E4-851F-E317-38E7-593D0E746B79}"/>
              </a:ext>
            </a:extLst>
          </p:cNvPr>
          <p:cNvSpPr txBox="1"/>
          <p:nvPr/>
        </p:nvSpPr>
        <p:spPr>
          <a:xfrm>
            <a:off x="5736158" y="178769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76D74E-3DB3-4ACE-4563-55D25F862E32}"/>
              </a:ext>
            </a:extLst>
          </p:cNvPr>
          <p:cNvSpPr/>
          <p:nvPr/>
        </p:nvSpPr>
        <p:spPr>
          <a:xfrm rot="19569502">
            <a:off x="11050399" y="4968612"/>
            <a:ext cx="940029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Voltaire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39CD08-8C19-EFA1-CB44-056DBD4AF6B9}"/>
              </a:ext>
            </a:extLst>
          </p:cNvPr>
          <p:cNvSpPr/>
          <p:nvPr/>
        </p:nvSpPr>
        <p:spPr>
          <a:xfrm rot="19569502">
            <a:off x="724945" y="4898138"/>
            <a:ext cx="1180361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Saint-Ambroise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0F70584-5C9C-DA6C-3864-2AC6CA1388E7}"/>
              </a:ext>
            </a:extLst>
          </p:cNvPr>
          <p:cNvCxnSpPr>
            <a:cxnSpLocks/>
          </p:cNvCxnSpPr>
          <p:nvPr/>
        </p:nvCxnSpPr>
        <p:spPr>
          <a:xfrm>
            <a:off x="838619" y="5737638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22A6CC21-825A-2110-ED2A-15E450320D55}"/>
              </a:ext>
            </a:extLst>
          </p:cNvPr>
          <p:cNvSpPr/>
          <p:nvPr/>
        </p:nvSpPr>
        <p:spPr>
          <a:xfrm>
            <a:off x="667709" y="56385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820A0879-2ADC-6501-F964-A885FAD9CE48}"/>
              </a:ext>
            </a:extLst>
          </p:cNvPr>
          <p:cNvSpPr/>
          <p:nvPr/>
        </p:nvSpPr>
        <p:spPr>
          <a:xfrm>
            <a:off x="11046188" y="5628016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E8800CCA-50AD-24D9-3C76-8FF25E5FF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002" y="4822718"/>
            <a:ext cx="486139" cy="707550"/>
          </a:xfrm>
          <a:prstGeom prst="rect">
            <a:avLst/>
          </a:prstGeom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AF786059-A042-D95A-5757-C6BA1AF0B537}"/>
              </a:ext>
            </a:extLst>
          </p:cNvPr>
          <p:cNvCxnSpPr>
            <a:cxnSpLocks/>
          </p:cNvCxnSpPr>
          <p:nvPr/>
        </p:nvCxnSpPr>
        <p:spPr>
          <a:xfrm flipH="1">
            <a:off x="5613087" y="6076278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D2C8D1BD-3593-6C95-AB95-FBB68C607491}"/>
              </a:ext>
            </a:extLst>
          </p:cNvPr>
          <p:cNvSpPr txBox="1"/>
          <p:nvPr/>
        </p:nvSpPr>
        <p:spPr>
          <a:xfrm>
            <a:off x="5736158" y="5810835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F937F3-D896-B029-6520-C9E47C140F4A}"/>
              </a:ext>
            </a:extLst>
          </p:cNvPr>
          <p:cNvSpPr/>
          <p:nvPr/>
        </p:nvSpPr>
        <p:spPr>
          <a:xfrm>
            <a:off x="18647" y="264070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CB70DC-8B6B-0C92-77B7-0392C2D68932}"/>
              </a:ext>
            </a:extLst>
          </p:cNvPr>
          <p:cNvSpPr/>
          <p:nvPr/>
        </p:nvSpPr>
        <p:spPr>
          <a:xfrm>
            <a:off x="18647" y="4286642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2188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9C5B-ECED-DA91-A26D-BB2D043E0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E8DDA-BE81-6F96-E2BD-2BA7B11C337C}"/>
              </a:ext>
            </a:extLst>
          </p:cNvPr>
          <p:cNvSpPr/>
          <p:nvPr/>
        </p:nvSpPr>
        <p:spPr>
          <a:xfrm rot="19569502">
            <a:off x="435789" y="927288"/>
            <a:ext cx="960059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Oberkampf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166B1B7-59DF-E059-4463-0F4B07469A32}"/>
              </a:ext>
            </a:extLst>
          </p:cNvPr>
          <p:cNvCxnSpPr>
            <a:cxnSpLocks/>
          </p:cNvCxnSpPr>
          <p:nvPr/>
        </p:nvCxnSpPr>
        <p:spPr>
          <a:xfrm>
            <a:off x="530801" y="1705446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A204CE44-0D52-64F1-2A65-C0012417436E}"/>
              </a:ext>
            </a:extLst>
          </p:cNvPr>
          <p:cNvSpPr/>
          <p:nvPr/>
        </p:nvSpPr>
        <p:spPr>
          <a:xfrm>
            <a:off x="359891" y="1606386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D1DDFEFB-D7CF-998B-695A-469C7728346B}"/>
              </a:ext>
            </a:extLst>
          </p:cNvPr>
          <p:cNvSpPr/>
          <p:nvPr/>
        </p:nvSpPr>
        <p:spPr>
          <a:xfrm>
            <a:off x="10738370" y="159582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120EAAE-E695-2A58-04DE-EE2EE24DCCAA}"/>
              </a:ext>
            </a:extLst>
          </p:cNvPr>
          <p:cNvCxnSpPr>
            <a:cxnSpLocks/>
          </p:cNvCxnSpPr>
          <p:nvPr/>
        </p:nvCxnSpPr>
        <p:spPr>
          <a:xfrm flipH="1">
            <a:off x="5305269" y="2044086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E600483D-1EA7-F9C8-E5A9-28C9406F1261}"/>
              </a:ext>
            </a:extLst>
          </p:cNvPr>
          <p:cNvSpPr txBox="1"/>
          <p:nvPr/>
        </p:nvSpPr>
        <p:spPr>
          <a:xfrm>
            <a:off x="5428340" y="1778643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480A31-4F55-1EA3-5942-4B98AEDA44D8}"/>
              </a:ext>
            </a:extLst>
          </p:cNvPr>
          <p:cNvSpPr/>
          <p:nvPr/>
        </p:nvSpPr>
        <p:spPr>
          <a:xfrm rot="19569502">
            <a:off x="10817236" y="4962613"/>
            <a:ext cx="940029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Oberkampf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56E2F5-2865-5CD5-1887-2305A0CD1731}"/>
              </a:ext>
            </a:extLst>
          </p:cNvPr>
          <p:cNvSpPr/>
          <p:nvPr/>
        </p:nvSpPr>
        <p:spPr>
          <a:xfrm rot="19569502">
            <a:off x="10710874" y="895550"/>
            <a:ext cx="1180361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Saint-Ambroise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214E93F-E1E2-BB5F-32A2-535AA0B184D5}"/>
              </a:ext>
            </a:extLst>
          </p:cNvPr>
          <p:cNvCxnSpPr>
            <a:cxnSpLocks/>
          </p:cNvCxnSpPr>
          <p:nvPr/>
        </p:nvCxnSpPr>
        <p:spPr>
          <a:xfrm>
            <a:off x="530801" y="5728584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5C517743-B746-7AA6-316A-3AAA73B5865C}"/>
              </a:ext>
            </a:extLst>
          </p:cNvPr>
          <p:cNvSpPr/>
          <p:nvPr/>
        </p:nvSpPr>
        <p:spPr>
          <a:xfrm>
            <a:off x="359891" y="562952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91CCE74B-A76E-80BD-23D4-743340D84EB8}"/>
              </a:ext>
            </a:extLst>
          </p:cNvPr>
          <p:cNvSpPr/>
          <p:nvPr/>
        </p:nvSpPr>
        <p:spPr>
          <a:xfrm>
            <a:off x="10738370" y="5618962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3DAC26D-EA6B-83AE-1CC4-76990C0A976E}"/>
              </a:ext>
            </a:extLst>
          </p:cNvPr>
          <p:cNvCxnSpPr>
            <a:cxnSpLocks/>
          </p:cNvCxnSpPr>
          <p:nvPr/>
        </p:nvCxnSpPr>
        <p:spPr>
          <a:xfrm flipH="1">
            <a:off x="5305269" y="6067224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250129E7-C530-F1BE-E429-8417E5BF1861}"/>
              </a:ext>
            </a:extLst>
          </p:cNvPr>
          <p:cNvSpPr txBox="1"/>
          <p:nvPr/>
        </p:nvSpPr>
        <p:spPr>
          <a:xfrm>
            <a:off x="5428340" y="5801781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E1F7831-7E98-6718-9112-E02F23093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384" y="661666"/>
            <a:ext cx="480411" cy="84778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C255E64-2A20-43C9-62D2-020D36581E81}"/>
              </a:ext>
            </a:extLst>
          </p:cNvPr>
          <p:cNvSpPr/>
          <p:nvPr/>
        </p:nvSpPr>
        <p:spPr>
          <a:xfrm>
            <a:off x="9710078" y="1027627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365AEC8-7B59-AAF6-4E49-8BEBA6D79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799" y="1004568"/>
            <a:ext cx="361747" cy="280499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79FEFEA5-0B3F-0721-CFB4-F29A2166E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247" y="806310"/>
            <a:ext cx="700341" cy="53555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1E93A03-2716-A8FF-AE6F-FF80E845116D}"/>
              </a:ext>
            </a:extLst>
          </p:cNvPr>
          <p:cNvSpPr/>
          <p:nvPr/>
        </p:nvSpPr>
        <p:spPr>
          <a:xfrm rot="19569502">
            <a:off x="388290" y="4968581"/>
            <a:ext cx="940029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République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CD8362C-EB00-5B03-3036-947007145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179" y="4866244"/>
            <a:ext cx="910786" cy="52370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8F4FEB6-48C3-2DBF-3CD9-426EBCF1CBAF}"/>
              </a:ext>
            </a:extLst>
          </p:cNvPr>
          <p:cNvSpPr/>
          <p:nvPr/>
        </p:nvSpPr>
        <p:spPr>
          <a:xfrm>
            <a:off x="9454251" y="5008219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48CD98-A4F2-2BD1-B554-17E3715A2435}"/>
              </a:ext>
            </a:extLst>
          </p:cNvPr>
          <p:cNvSpPr/>
          <p:nvPr/>
        </p:nvSpPr>
        <p:spPr>
          <a:xfrm>
            <a:off x="6558230" y="4906312"/>
            <a:ext cx="462635" cy="2769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PLM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0C93EC8C-309B-ABCF-429D-2A4802476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286" y="4723344"/>
            <a:ext cx="594513" cy="45462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0EF00C4-57A0-3BB8-862B-88453C4DD211}"/>
              </a:ext>
            </a:extLst>
          </p:cNvPr>
          <p:cNvSpPr/>
          <p:nvPr/>
        </p:nvSpPr>
        <p:spPr>
          <a:xfrm>
            <a:off x="4142085" y="4766191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1933D-EED6-C2BF-3679-6343EBE3A9A9}"/>
              </a:ext>
            </a:extLst>
          </p:cNvPr>
          <p:cNvSpPr/>
          <p:nvPr/>
        </p:nvSpPr>
        <p:spPr>
          <a:xfrm>
            <a:off x="0" y="248751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33F965-01DD-2F40-4D4D-782C2699F282}"/>
              </a:ext>
            </a:extLst>
          </p:cNvPr>
          <p:cNvSpPr/>
          <p:nvPr/>
        </p:nvSpPr>
        <p:spPr>
          <a:xfrm>
            <a:off x="18647" y="4286642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807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7A508-7C13-1613-561D-CF000D80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78E078-C734-61B3-FE6B-821253B0F7B9}"/>
              </a:ext>
            </a:extLst>
          </p:cNvPr>
          <p:cNvSpPr/>
          <p:nvPr/>
        </p:nvSpPr>
        <p:spPr>
          <a:xfrm rot="19569502">
            <a:off x="389400" y="789368"/>
            <a:ext cx="1610260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Strasbourg-Saint-Denis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D7DE2A3-ECD2-963A-27FE-BF145A1D4B1F}"/>
              </a:ext>
            </a:extLst>
          </p:cNvPr>
          <p:cNvCxnSpPr>
            <a:cxnSpLocks/>
          </p:cNvCxnSpPr>
          <p:nvPr/>
        </p:nvCxnSpPr>
        <p:spPr>
          <a:xfrm>
            <a:off x="576068" y="1731366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7B497594-2FE5-6C39-5097-8202939798DA}"/>
              </a:ext>
            </a:extLst>
          </p:cNvPr>
          <p:cNvSpPr/>
          <p:nvPr/>
        </p:nvSpPr>
        <p:spPr>
          <a:xfrm>
            <a:off x="405158" y="1632306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A896BF92-716E-4E25-ED01-7387A70AAD51}"/>
              </a:ext>
            </a:extLst>
          </p:cNvPr>
          <p:cNvSpPr/>
          <p:nvPr/>
        </p:nvSpPr>
        <p:spPr>
          <a:xfrm>
            <a:off x="10783637" y="162174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90B792E-DFB8-F853-1F07-B5EF02252B80}"/>
              </a:ext>
            </a:extLst>
          </p:cNvPr>
          <p:cNvCxnSpPr>
            <a:cxnSpLocks/>
          </p:cNvCxnSpPr>
          <p:nvPr/>
        </p:nvCxnSpPr>
        <p:spPr>
          <a:xfrm flipH="1">
            <a:off x="5350536" y="2070006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31B39FE1-CC85-36A6-64D6-8B1B26E56DDD}"/>
              </a:ext>
            </a:extLst>
          </p:cNvPr>
          <p:cNvSpPr txBox="1"/>
          <p:nvPr/>
        </p:nvSpPr>
        <p:spPr>
          <a:xfrm>
            <a:off x="5473607" y="1804563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DF6454-C5A1-0B4E-1AEF-E5E4418251D7}"/>
              </a:ext>
            </a:extLst>
          </p:cNvPr>
          <p:cNvSpPr/>
          <p:nvPr/>
        </p:nvSpPr>
        <p:spPr>
          <a:xfrm rot="19569502">
            <a:off x="10776239" y="987530"/>
            <a:ext cx="943120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République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2BFE3EE-5E37-E440-0EB9-4D562F4433A5}"/>
              </a:ext>
            </a:extLst>
          </p:cNvPr>
          <p:cNvCxnSpPr>
            <a:cxnSpLocks/>
          </p:cNvCxnSpPr>
          <p:nvPr/>
        </p:nvCxnSpPr>
        <p:spPr>
          <a:xfrm>
            <a:off x="237777" y="5766935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F2247443-3960-2991-20DC-4E7FEB243884}"/>
              </a:ext>
            </a:extLst>
          </p:cNvPr>
          <p:cNvSpPr/>
          <p:nvPr/>
        </p:nvSpPr>
        <p:spPr>
          <a:xfrm>
            <a:off x="66867" y="5667875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C4376890-D2E6-21F3-60E5-60F3C47491F9}"/>
              </a:ext>
            </a:extLst>
          </p:cNvPr>
          <p:cNvSpPr/>
          <p:nvPr/>
        </p:nvSpPr>
        <p:spPr>
          <a:xfrm>
            <a:off x="10445346" y="5657313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377CF12-15CE-94BE-10E8-A1B2668F0E3F}"/>
              </a:ext>
            </a:extLst>
          </p:cNvPr>
          <p:cNvCxnSpPr>
            <a:cxnSpLocks/>
          </p:cNvCxnSpPr>
          <p:nvPr/>
        </p:nvCxnSpPr>
        <p:spPr>
          <a:xfrm flipH="1">
            <a:off x="5012245" y="6105575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801164A7-43A9-5068-A7B6-93316D8ADDBC}"/>
              </a:ext>
            </a:extLst>
          </p:cNvPr>
          <p:cNvSpPr txBox="1"/>
          <p:nvPr/>
        </p:nvSpPr>
        <p:spPr>
          <a:xfrm>
            <a:off x="5135316" y="5840132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94842650-492D-1C63-9ED6-999360955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704" y="977452"/>
            <a:ext cx="361747" cy="28049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0B342F0-116E-969C-6895-E2532DA79065}"/>
              </a:ext>
            </a:extLst>
          </p:cNvPr>
          <p:cNvSpPr/>
          <p:nvPr/>
        </p:nvSpPr>
        <p:spPr>
          <a:xfrm rot="19569502">
            <a:off x="72686" y="4932710"/>
            <a:ext cx="1206584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Bonne Nouvelle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529DB1-C1E8-2977-A83A-07CCD2415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445" y="953468"/>
            <a:ext cx="790179" cy="4543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490C73A-A95D-BAB1-5A3C-990A74B91798}"/>
              </a:ext>
            </a:extLst>
          </p:cNvPr>
          <p:cNvSpPr/>
          <p:nvPr/>
        </p:nvSpPr>
        <p:spPr>
          <a:xfrm>
            <a:off x="10054012" y="1438270"/>
            <a:ext cx="461855" cy="2346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chemeClr val="bg1"/>
                </a:solidFill>
              </a:rPr>
              <a:t>S au J</a:t>
            </a:r>
          </a:p>
          <a:p>
            <a:pPr algn="ctr"/>
            <a:r>
              <a:rPr lang="fr-FR" sz="800" b="1" dirty="0">
                <a:solidFill>
                  <a:schemeClr val="bg1"/>
                </a:solidFill>
              </a:rPr>
              <a:t>20</a:t>
            </a:r>
            <a:endParaRPr lang="fr-FR" sz="1200" b="1" dirty="0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92FA22-BEC6-7792-DF5F-CE272C19A970}"/>
              </a:ext>
            </a:extLst>
          </p:cNvPr>
          <p:cNvSpPr/>
          <p:nvPr/>
        </p:nvSpPr>
        <p:spPr>
          <a:xfrm>
            <a:off x="9506498" y="1030488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07ADFA-065E-89C1-1763-9EC543E6678A}"/>
              </a:ext>
            </a:extLst>
          </p:cNvPr>
          <p:cNvSpPr/>
          <p:nvPr/>
        </p:nvSpPr>
        <p:spPr>
          <a:xfrm>
            <a:off x="7169325" y="988830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D0E034-D554-426B-8400-B70DDA444C16}"/>
              </a:ext>
            </a:extLst>
          </p:cNvPr>
          <p:cNvSpPr/>
          <p:nvPr/>
        </p:nvSpPr>
        <p:spPr>
          <a:xfrm>
            <a:off x="4943755" y="977452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55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ED163286-2306-B196-9F54-33A9CF1D2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881" y="839362"/>
            <a:ext cx="450281" cy="65536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6EFB1A0-1E0C-D87C-97D3-5C441374DFA4}"/>
              </a:ext>
            </a:extLst>
          </p:cNvPr>
          <p:cNvSpPr/>
          <p:nvPr/>
        </p:nvSpPr>
        <p:spPr>
          <a:xfrm rot="19569502">
            <a:off x="10327600" y="4791561"/>
            <a:ext cx="1610260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Strasbourg-Saint-Denis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94F75E0C-A070-AF3D-199D-67BAE25BD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8871" y="4856243"/>
            <a:ext cx="450281" cy="6553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936110-AD70-8C4D-7398-695209F548B2}"/>
              </a:ext>
            </a:extLst>
          </p:cNvPr>
          <p:cNvSpPr/>
          <p:nvPr/>
        </p:nvSpPr>
        <p:spPr>
          <a:xfrm>
            <a:off x="0" y="248751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30A4E7-8333-DFA5-52A4-5CFC8ACF81CC}"/>
              </a:ext>
            </a:extLst>
          </p:cNvPr>
          <p:cNvSpPr/>
          <p:nvPr/>
        </p:nvSpPr>
        <p:spPr>
          <a:xfrm>
            <a:off x="0" y="4301961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3155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C4ED-D1A1-8C61-1A44-2D33E8F7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3214A3-3186-65C8-38EB-6410DE411061}"/>
              </a:ext>
            </a:extLst>
          </p:cNvPr>
          <p:cNvSpPr/>
          <p:nvPr/>
        </p:nvSpPr>
        <p:spPr>
          <a:xfrm rot="19569502">
            <a:off x="554369" y="820210"/>
            <a:ext cx="1377130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Grands Boulevards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FCA914E-CEAC-F8CF-05D9-07DD3EC5C452}"/>
              </a:ext>
            </a:extLst>
          </p:cNvPr>
          <p:cNvCxnSpPr>
            <a:cxnSpLocks/>
          </p:cNvCxnSpPr>
          <p:nvPr/>
        </p:nvCxnSpPr>
        <p:spPr>
          <a:xfrm>
            <a:off x="684711" y="1714501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47355ECC-C9BC-7E1A-5517-5BE789074F5B}"/>
              </a:ext>
            </a:extLst>
          </p:cNvPr>
          <p:cNvSpPr/>
          <p:nvPr/>
        </p:nvSpPr>
        <p:spPr>
          <a:xfrm>
            <a:off x="513801" y="1615441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790591D0-9B08-8BB3-8DD6-563CF126258F}"/>
              </a:ext>
            </a:extLst>
          </p:cNvPr>
          <p:cNvSpPr/>
          <p:nvPr/>
        </p:nvSpPr>
        <p:spPr>
          <a:xfrm>
            <a:off x="10892280" y="1604879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1CBBFB85-E560-A251-9998-F5662BD06CD4}"/>
              </a:ext>
            </a:extLst>
          </p:cNvPr>
          <p:cNvCxnSpPr>
            <a:cxnSpLocks/>
          </p:cNvCxnSpPr>
          <p:nvPr/>
        </p:nvCxnSpPr>
        <p:spPr>
          <a:xfrm flipH="1">
            <a:off x="5459179" y="2053141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497D8CEC-58E5-6FC1-EDD4-D1A58D51FFB3}"/>
              </a:ext>
            </a:extLst>
          </p:cNvPr>
          <p:cNvSpPr txBox="1"/>
          <p:nvPr/>
        </p:nvSpPr>
        <p:spPr>
          <a:xfrm>
            <a:off x="5582250" y="1787698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2F026A2-C239-B93A-7B32-E48D7FADE4E4}"/>
              </a:ext>
            </a:extLst>
          </p:cNvPr>
          <p:cNvCxnSpPr>
            <a:cxnSpLocks/>
          </p:cNvCxnSpPr>
          <p:nvPr/>
        </p:nvCxnSpPr>
        <p:spPr>
          <a:xfrm>
            <a:off x="348998" y="5671179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235B4386-688A-3575-94A4-04EEC17F9BE1}"/>
              </a:ext>
            </a:extLst>
          </p:cNvPr>
          <p:cNvSpPr/>
          <p:nvPr/>
        </p:nvSpPr>
        <p:spPr>
          <a:xfrm>
            <a:off x="178088" y="5572119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E773E7A7-1B43-ECF0-3810-74054E986764}"/>
              </a:ext>
            </a:extLst>
          </p:cNvPr>
          <p:cNvSpPr/>
          <p:nvPr/>
        </p:nvSpPr>
        <p:spPr>
          <a:xfrm>
            <a:off x="10556567" y="5561557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FAC33BEA-D9E1-F3A6-E8D9-F25F570B0811}"/>
              </a:ext>
            </a:extLst>
          </p:cNvPr>
          <p:cNvCxnSpPr>
            <a:cxnSpLocks/>
          </p:cNvCxnSpPr>
          <p:nvPr/>
        </p:nvCxnSpPr>
        <p:spPr>
          <a:xfrm flipH="1">
            <a:off x="5123466" y="6009819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B55406A8-75D1-2942-D578-C034C4C6A7D8}"/>
              </a:ext>
            </a:extLst>
          </p:cNvPr>
          <p:cNvSpPr txBox="1"/>
          <p:nvPr/>
        </p:nvSpPr>
        <p:spPr>
          <a:xfrm>
            <a:off x="5246537" y="5744376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78C036-56D2-62D3-546C-AF400F288326}"/>
              </a:ext>
            </a:extLst>
          </p:cNvPr>
          <p:cNvSpPr/>
          <p:nvPr/>
        </p:nvSpPr>
        <p:spPr>
          <a:xfrm rot="19569502">
            <a:off x="181418" y="4828770"/>
            <a:ext cx="1235974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Richelieu-Drouot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E6D31-2C93-0040-C22D-36C28F11F797}"/>
              </a:ext>
            </a:extLst>
          </p:cNvPr>
          <p:cNvSpPr/>
          <p:nvPr/>
        </p:nvSpPr>
        <p:spPr>
          <a:xfrm rot="19569502">
            <a:off x="10973514" y="837497"/>
            <a:ext cx="1206584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Bonne Nouvelle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07EFD54-E7A0-DC8E-846E-10BA23C92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341" y="845969"/>
            <a:ext cx="450281" cy="65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445E1B4-7407-6457-AD9C-1103715290E8}"/>
              </a:ext>
            </a:extLst>
          </p:cNvPr>
          <p:cNvSpPr/>
          <p:nvPr/>
        </p:nvSpPr>
        <p:spPr>
          <a:xfrm rot="19569502">
            <a:off x="10525195" y="4710787"/>
            <a:ext cx="1377130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Grands Boulevards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A69FAFE7-B29A-3D5B-9118-3CDAAAB9C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200" y="4760487"/>
            <a:ext cx="450281" cy="6553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68BA09-EBEB-ACDC-B60E-61D67D23E681}"/>
              </a:ext>
            </a:extLst>
          </p:cNvPr>
          <p:cNvSpPr/>
          <p:nvPr/>
        </p:nvSpPr>
        <p:spPr>
          <a:xfrm>
            <a:off x="0" y="4267355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670C84-8F67-C999-63C6-E6A01C56513E}"/>
              </a:ext>
            </a:extLst>
          </p:cNvPr>
          <p:cNvSpPr/>
          <p:nvPr/>
        </p:nvSpPr>
        <p:spPr>
          <a:xfrm>
            <a:off x="0" y="283357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2383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B39B-4BC4-BE31-742C-3D32DB5C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CDE21B-C59C-6CBD-1C4D-D9091FFEC9C5}"/>
              </a:ext>
            </a:extLst>
          </p:cNvPr>
          <p:cNvSpPr/>
          <p:nvPr/>
        </p:nvSpPr>
        <p:spPr>
          <a:xfrm rot="19569502">
            <a:off x="462106" y="814526"/>
            <a:ext cx="1397538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Chaussée D’Antin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EE70C5DB-A1DF-C906-3A35-E60057E7C0C6}"/>
              </a:ext>
            </a:extLst>
          </p:cNvPr>
          <p:cNvCxnSpPr>
            <a:cxnSpLocks/>
          </p:cNvCxnSpPr>
          <p:nvPr/>
        </p:nvCxnSpPr>
        <p:spPr>
          <a:xfrm>
            <a:off x="594176" y="171450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DBAEC210-C120-E162-FB75-D1A1B7AD156B}"/>
              </a:ext>
            </a:extLst>
          </p:cNvPr>
          <p:cNvSpPr/>
          <p:nvPr/>
        </p:nvSpPr>
        <p:spPr>
          <a:xfrm>
            <a:off x="423266" y="161544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C66A96B6-8D4D-73DC-D61D-DE1ED7DCCF00}"/>
              </a:ext>
            </a:extLst>
          </p:cNvPr>
          <p:cNvSpPr/>
          <p:nvPr/>
        </p:nvSpPr>
        <p:spPr>
          <a:xfrm>
            <a:off x="10801745" y="16048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15681D2-4C65-7518-630F-0E9E93FDB93A}"/>
              </a:ext>
            </a:extLst>
          </p:cNvPr>
          <p:cNvCxnSpPr>
            <a:cxnSpLocks/>
          </p:cNvCxnSpPr>
          <p:nvPr/>
        </p:nvCxnSpPr>
        <p:spPr>
          <a:xfrm flipH="1">
            <a:off x="5368644" y="205314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95BDD0CE-3008-B452-7BD1-82A55196CBDD}"/>
              </a:ext>
            </a:extLst>
          </p:cNvPr>
          <p:cNvSpPr txBox="1"/>
          <p:nvPr/>
        </p:nvSpPr>
        <p:spPr>
          <a:xfrm>
            <a:off x="5491715" y="178769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FB6CF783-BD2F-DD84-7613-EEE029D91D66}"/>
              </a:ext>
            </a:extLst>
          </p:cNvPr>
          <p:cNvCxnSpPr>
            <a:cxnSpLocks/>
          </p:cNvCxnSpPr>
          <p:nvPr/>
        </p:nvCxnSpPr>
        <p:spPr>
          <a:xfrm>
            <a:off x="381534" y="5682544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CCE1EC36-784D-3DD8-7DA9-7D40023845EC}"/>
              </a:ext>
            </a:extLst>
          </p:cNvPr>
          <p:cNvSpPr/>
          <p:nvPr/>
        </p:nvSpPr>
        <p:spPr>
          <a:xfrm>
            <a:off x="210624" y="558348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5EEC4F08-3139-2F18-041F-07835162DF3A}"/>
              </a:ext>
            </a:extLst>
          </p:cNvPr>
          <p:cNvSpPr/>
          <p:nvPr/>
        </p:nvSpPr>
        <p:spPr>
          <a:xfrm>
            <a:off x="10589103" y="5572922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2B439058-69C6-01A9-5752-64C1B87348AB}"/>
              </a:ext>
            </a:extLst>
          </p:cNvPr>
          <p:cNvCxnSpPr>
            <a:cxnSpLocks/>
          </p:cNvCxnSpPr>
          <p:nvPr/>
        </p:nvCxnSpPr>
        <p:spPr>
          <a:xfrm flipH="1">
            <a:off x="5156002" y="6021184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C8909D67-EA38-575C-D6DD-0F884ABA1547}"/>
              </a:ext>
            </a:extLst>
          </p:cNvPr>
          <p:cNvSpPr txBox="1"/>
          <p:nvPr/>
        </p:nvSpPr>
        <p:spPr>
          <a:xfrm>
            <a:off x="5279073" y="5755741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E24157-5A78-42C4-B3EF-5A8017C00F2B}"/>
              </a:ext>
            </a:extLst>
          </p:cNvPr>
          <p:cNvSpPr/>
          <p:nvPr/>
        </p:nvSpPr>
        <p:spPr>
          <a:xfrm rot="19569502">
            <a:off x="213277" y="4837915"/>
            <a:ext cx="1243949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Havre-Caumartin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BD8A99-6B07-F537-D279-6F8E783E339A}"/>
              </a:ext>
            </a:extLst>
          </p:cNvPr>
          <p:cNvSpPr/>
          <p:nvPr/>
        </p:nvSpPr>
        <p:spPr>
          <a:xfrm rot="19569502">
            <a:off x="10686372" y="782825"/>
            <a:ext cx="1235974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Richelieu-Drouot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274087A-8DA6-0DAA-E212-1DCDE41FD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5806" y="845968"/>
            <a:ext cx="450281" cy="65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851607-9309-A26D-159F-579385A37620}"/>
              </a:ext>
            </a:extLst>
          </p:cNvPr>
          <p:cNvSpPr/>
          <p:nvPr/>
        </p:nvSpPr>
        <p:spPr>
          <a:xfrm rot="19569502">
            <a:off x="10503545" y="4797886"/>
            <a:ext cx="1397538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Chaussée D’Antin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F16EC2A1-8001-F2CF-B40C-D9123E1B1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026" y="4651338"/>
            <a:ext cx="480411" cy="84778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2AC62F6-305D-C2F0-525E-47CB8C2B7AF7}"/>
              </a:ext>
            </a:extLst>
          </p:cNvPr>
          <p:cNvSpPr/>
          <p:nvPr/>
        </p:nvSpPr>
        <p:spPr>
          <a:xfrm>
            <a:off x="9636350" y="4951181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111441C-5AB4-4F9B-5B2E-7FF67D07A5B3}"/>
              </a:ext>
            </a:extLst>
          </p:cNvPr>
          <p:cNvSpPr/>
          <p:nvPr/>
        </p:nvSpPr>
        <p:spPr>
          <a:xfrm>
            <a:off x="7679293" y="4944957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60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52F7BE2A-E31C-ACE6-11BE-2105B92C0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7817" y="4906375"/>
            <a:ext cx="678622" cy="5189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7EFA75-ABA1-06FE-2AC0-2F7EB3DA7A5B}"/>
              </a:ext>
            </a:extLst>
          </p:cNvPr>
          <p:cNvSpPr/>
          <p:nvPr/>
        </p:nvSpPr>
        <p:spPr>
          <a:xfrm>
            <a:off x="0" y="283357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16B8AC-30BA-5936-839B-34A392E53669}"/>
              </a:ext>
            </a:extLst>
          </p:cNvPr>
          <p:cNvSpPr/>
          <p:nvPr/>
        </p:nvSpPr>
        <p:spPr>
          <a:xfrm>
            <a:off x="0" y="4267355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140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DD6D6-EB58-CF5B-86C8-90A9EA459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13973C-B384-A44B-D2E0-237B84D87868}"/>
              </a:ext>
            </a:extLst>
          </p:cNvPr>
          <p:cNvSpPr/>
          <p:nvPr/>
        </p:nvSpPr>
        <p:spPr>
          <a:xfrm rot="19569502">
            <a:off x="240397" y="864049"/>
            <a:ext cx="1120465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Saint-Augustin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85BA6BD-723F-710A-514D-E838696354A0}"/>
              </a:ext>
            </a:extLst>
          </p:cNvPr>
          <p:cNvCxnSpPr>
            <a:cxnSpLocks/>
          </p:cNvCxnSpPr>
          <p:nvPr/>
        </p:nvCxnSpPr>
        <p:spPr>
          <a:xfrm>
            <a:off x="348997" y="1686872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4C53BA7B-B1B1-15CD-B0E7-2AF4ECEC27BE}"/>
              </a:ext>
            </a:extLst>
          </p:cNvPr>
          <p:cNvSpPr/>
          <p:nvPr/>
        </p:nvSpPr>
        <p:spPr>
          <a:xfrm>
            <a:off x="178087" y="1587812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2F10434D-ABEE-4AEA-4993-21EE8B087632}"/>
              </a:ext>
            </a:extLst>
          </p:cNvPr>
          <p:cNvSpPr/>
          <p:nvPr/>
        </p:nvSpPr>
        <p:spPr>
          <a:xfrm>
            <a:off x="10556566" y="157725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7DBF4E4B-9CF6-F5FF-0DF4-485183D7CCF2}"/>
              </a:ext>
            </a:extLst>
          </p:cNvPr>
          <p:cNvCxnSpPr>
            <a:cxnSpLocks/>
          </p:cNvCxnSpPr>
          <p:nvPr/>
        </p:nvCxnSpPr>
        <p:spPr>
          <a:xfrm flipH="1">
            <a:off x="5123465" y="2025512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7810F962-8B08-A092-4768-8A89BE64BE2D}"/>
              </a:ext>
            </a:extLst>
          </p:cNvPr>
          <p:cNvSpPr txBox="1"/>
          <p:nvPr/>
        </p:nvSpPr>
        <p:spPr>
          <a:xfrm>
            <a:off x="5246536" y="1760069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D7A99C-EEA0-63C2-69FB-90E621373F48}"/>
              </a:ext>
            </a:extLst>
          </p:cNvPr>
          <p:cNvCxnSpPr>
            <a:cxnSpLocks/>
          </p:cNvCxnSpPr>
          <p:nvPr/>
        </p:nvCxnSpPr>
        <p:spPr>
          <a:xfrm>
            <a:off x="684710" y="5720394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E10CF6CA-B2C7-CFDC-2CC9-8FE6BD64C0C3}"/>
              </a:ext>
            </a:extLst>
          </p:cNvPr>
          <p:cNvSpPr/>
          <p:nvPr/>
        </p:nvSpPr>
        <p:spPr>
          <a:xfrm>
            <a:off x="513800" y="562133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484C3C04-DB6E-0242-E106-5208ABE76AFF}"/>
              </a:ext>
            </a:extLst>
          </p:cNvPr>
          <p:cNvSpPr/>
          <p:nvPr/>
        </p:nvSpPr>
        <p:spPr>
          <a:xfrm>
            <a:off x="10892279" y="5610772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157C7B39-4073-743B-BAF1-5E74BCCBD2B2}"/>
              </a:ext>
            </a:extLst>
          </p:cNvPr>
          <p:cNvCxnSpPr>
            <a:cxnSpLocks/>
          </p:cNvCxnSpPr>
          <p:nvPr/>
        </p:nvCxnSpPr>
        <p:spPr>
          <a:xfrm flipH="1">
            <a:off x="5459178" y="6059034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AD8C2016-2230-2E28-C797-B75F17E9B54B}"/>
              </a:ext>
            </a:extLst>
          </p:cNvPr>
          <p:cNvSpPr txBox="1"/>
          <p:nvPr/>
        </p:nvSpPr>
        <p:spPr>
          <a:xfrm>
            <a:off x="5582249" y="5793591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303C53-932F-2081-AE7B-F034A1FFD92F}"/>
              </a:ext>
            </a:extLst>
          </p:cNvPr>
          <p:cNvSpPr/>
          <p:nvPr/>
        </p:nvSpPr>
        <p:spPr>
          <a:xfrm>
            <a:off x="9654030" y="1008972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EBABAD-C418-06FD-04ED-7E778F06564A}"/>
              </a:ext>
            </a:extLst>
          </p:cNvPr>
          <p:cNvSpPr/>
          <p:nvPr/>
        </p:nvSpPr>
        <p:spPr>
          <a:xfrm rot="19569502">
            <a:off x="542199" y="4960391"/>
            <a:ext cx="940029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Miromesnil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E6F435-ED50-3FE7-92DB-A5BCC9422799}"/>
              </a:ext>
            </a:extLst>
          </p:cNvPr>
          <p:cNvSpPr/>
          <p:nvPr/>
        </p:nvSpPr>
        <p:spPr>
          <a:xfrm>
            <a:off x="9692359" y="5000029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1B3A423C-8EC5-0A4E-0A3D-5AECFE2CA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604" y="4928129"/>
            <a:ext cx="622510" cy="4760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892A4E9-A194-264A-1E05-2F744FEAADA2}"/>
              </a:ext>
            </a:extLst>
          </p:cNvPr>
          <p:cNvSpPr/>
          <p:nvPr/>
        </p:nvSpPr>
        <p:spPr>
          <a:xfrm rot="19569502">
            <a:off x="10610547" y="733481"/>
            <a:ext cx="1243949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Havre-Caumartin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9FB258E-47CF-92D2-57D0-FC533CF57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200" y="848693"/>
            <a:ext cx="450281" cy="655361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D0298DF-BD6E-948D-FA5C-3D11FF43E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194958" y="842110"/>
            <a:ext cx="615892" cy="52301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69B836F-D9D0-AAEB-E521-D48D38AF29B5}"/>
              </a:ext>
            </a:extLst>
          </p:cNvPr>
          <p:cNvSpPr/>
          <p:nvPr/>
        </p:nvSpPr>
        <p:spPr>
          <a:xfrm rot="19569502">
            <a:off x="10882649" y="4987293"/>
            <a:ext cx="1120465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Saint-Augustin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D1209820-5414-3C47-3975-9E267F0EB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9560" y="4634094"/>
            <a:ext cx="480411" cy="8477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E29EDD-35CB-17A2-66FC-F03205A71B27}"/>
              </a:ext>
            </a:extLst>
          </p:cNvPr>
          <p:cNvSpPr/>
          <p:nvPr/>
        </p:nvSpPr>
        <p:spPr>
          <a:xfrm>
            <a:off x="0" y="4267355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072A92-0F5D-37C0-98CC-BBCF5EAC35C3}"/>
              </a:ext>
            </a:extLst>
          </p:cNvPr>
          <p:cNvSpPr/>
          <p:nvPr/>
        </p:nvSpPr>
        <p:spPr>
          <a:xfrm>
            <a:off x="0" y="252240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500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33D4-B384-EDF2-296E-AD6F7DA3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412CE1-43F7-2D4E-0CC2-6ED98EAEE9FC}"/>
              </a:ext>
            </a:extLst>
          </p:cNvPr>
          <p:cNvSpPr/>
          <p:nvPr/>
        </p:nvSpPr>
        <p:spPr>
          <a:xfrm rot="19569502">
            <a:off x="641746" y="738960"/>
            <a:ext cx="1730721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Saint-Philippe-du-Roule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A4EAEF0-D6F2-5C29-BD4D-AFEF6E895203}"/>
              </a:ext>
            </a:extLst>
          </p:cNvPr>
          <p:cNvCxnSpPr>
            <a:cxnSpLocks/>
          </p:cNvCxnSpPr>
          <p:nvPr/>
        </p:nvCxnSpPr>
        <p:spPr>
          <a:xfrm>
            <a:off x="838619" y="171450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824A8DBD-2C96-EE70-C408-C8BD8A68D04F}"/>
              </a:ext>
            </a:extLst>
          </p:cNvPr>
          <p:cNvSpPr/>
          <p:nvPr/>
        </p:nvSpPr>
        <p:spPr>
          <a:xfrm>
            <a:off x="667709" y="161544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46A78C0F-7925-D7E8-77D5-44DAA1C58F88}"/>
              </a:ext>
            </a:extLst>
          </p:cNvPr>
          <p:cNvSpPr/>
          <p:nvPr/>
        </p:nvSpPr>
        <p:spPr>
          <a:xfrm>
            <a:off x="11046188" y="16048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7B9B80B8-E206-7F0A-141B-9580EEB4EBAF}"/>
              </a:ext>
            </a:extLst>
          </p:cNvPr>
          <p:cNvCxnSpPr>
            <a:cxnSpLocks/>
          </p:cNvCxnSpPr>
          <p:nvPr/>
        </p:nvCxnSpPr>
        <p:spPr>
          <a:xfrm flipH="1">
            <a:off x="5613087" y="205314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C9A0A415-C179-1C02-48E7-FC8B5FBD0ABC}"/>
              </a:ext>
            </a:extLst>
          </p:cNvPr>
          <p:cNvSpPr txBox="1"/>
          <p:nvPr/>
        </p:nvSpPr>
        <p:spPr>
          <a:xfrm>
            <a:off x="5736158" y="178769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CF83AE-C545-D73A-F339-2B4246EADAF6}"/>
              </a:ext>
            </a:extLst>
          </p:cNvPr>
          <p:cNvSpPr/>
          <p:nvPr/>
        </p:nvSpPr>
        <p:spPr>
          <a:xfrm rot="19569502">
            <a:off x="11038790" y="970664"/>
            <a:ext cx="943120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Miromesnil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F68CF5F-59E5-C3DB-C6C9-1040BE8945B1}"/>
              </a:ext>
            </a:extLst>
          </p:cNvPr>
          <p:cNvCxnSpPr>
            <a:cxnSpLocks/>
          </p:cNvCxnSpPr>
          <p:nvPr/>
        </p:nvCxnSpPr>
        <p:spPr>
          <a:xfrm>
            <a:off x="500328" y="5750069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F36C08BB-5A10-7036-06E2-D7EFBD6CD3EF}"/>
              </a:ext>
            </a:extLst>
          </p:cNvPr>
          <p:cNvSpPr/>
          <p:nvPr/>
        </p:nvSpPr>
        <p:spPr>
          <a:xfrm>
            <a:off x="329418" y="5651009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14ACC7DC-011B-2EBF-25CF-E74CEC7815E8}"/>
              </a:ext>
            </a:extLst>
          </p:cNvPr>
          <p:cNvSpPr/>
          <p:nvPr/>
        </p:nvSpPr>
        <p:spPr>
          <a:xfrm>
            <a:off x="10707897" y="5640447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FE76AC5-3C49-2928-4559-47AB18893FC3}"/>
              </a:ext>
            </a:extLst>
          </p:cNvPr>
          <p:cNvCxnSpPr>
            <a:cxnSpLocks/>
          </p:cNvCxnSpPr>
          <p:nvPr/>
        </p:nvCxnSpPr>
        <p:spPr>
          <a:xfrm flipH="1">
            <a:off x="5274796" y="6088709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A60FFF93-367F-EA67-E6E2-73E9BA99108C}"/>
              </a:ext>
            </a:extLst>
          </p:cNvPr>
          <p:cNvSpPr txBox="1"/>
          <p:nvPr/>
        </p:nvSpPr>
        <p:spPr>
          <a:xfrm>
            <a:off x="5397867" y="5823266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CB4066-CE64-5F84-3421-91E651CFFC74}"/>
              </a:ext>
            </a:extLst>
          </p:cNvPr>
          <p:cNvSpPr/>
          <p:nvPr/>
        </p:nvSpPr>
        <p:spPr>
          <a:xfrm rot="19569502">
            <a:off x="302481" y="4808176"/>
            <a:ext cx="1593255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Franklin D. Roosevelt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10D413FA-0487-B212-E787-D08DB1E52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562" y="875813"/>
            <a:ext cx="450281" cy="6553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3FDC45-2F19-A106-63EF-057CF1596CBE}"/>
              </a:ext>
            </a:extLst>
          </p:cNvPr>
          <p:cNvSpPr/>
          <p:nvPr/>
        </p:nvSpPr>
        <p:spPr>
          <a:xfrm>
            <a:off x="7017017" y="994135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32FB68-A3AD-FC31-410A-94089D803348}"/>
              </a:ext>
            </a:extLst>
          </p:cNvPr>
          <p:cNvSpPr/>
          <p:nvPr/>
        </p:nvSpPr>
        <p:spPr>
          <a:xfrm rot="19569502">
            <a:off x="10625914" y="4794516"/>
            <a:ext cx="1529600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Saint-Philippe-du-Roule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F976BB-813C-195A-2D00-9E62AA4B9E67}"/>
              </a:ext>
            </a:extLst>
          </p:cNvPr>
          <p:cNvSpPr/>
          <p:nvPr/>
        </p:nvSpPr>
        <p:spPr>
          <a:xfrm>
            <a:off x="9609155" y="5009600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9EF2AF01-7A06-85EE-D013-675C95C77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356" y="4643665"/>
            <a:ext cx="480411" cy="847784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C9529120-2CBA-CA42-2C7E-14E27CF2E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039" y="4986541"/>
            <a:ext cx="361747" cy="280499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692A0BE-DE1E-2BF5-B467-167C11443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166" y="4973923"/>
            <a:ext cx="622510" cy="4760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D422C9-BBFD-E9FE-628B-BB3984F111E8}"/>
              </a:ext>
            </a:extLst>
          </p:cNvPr>
          <p:cNvSpPr/>
          <p:nvPr/>
        </p:nvSpPr>
        <p:spPr>
          <a:xfrm>
            <a:off x="0" y="252240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FB8AFD-9350-3AE0-F4FE-252B3B966406}"/>
              </a:ext>
            </a:extLst>
          </p:cNvPr>
          <p:cNvSpPr/>
          <p:nvPr/>
        </p:nvSpPr>
        <p:spPr>
          <a:xfrm>
            <a:off x="0" y="4279251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9345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9D307-50BF-315F-108B-CD050B5A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3F91188-60F4-C3B2-FC8F-111641E54733}"/>
              </a:ext>
            </a:extLst>
          </p:cNvPr>
          <p:cNvSpPr/>
          <p:nvPr/>
        </p:nvSpPr>
        <p:spPr>
          <a:xfrm rot="19569502">
            <a:off x="10792080" y="883016"/>
            <a:ext cx="1169161" cy="34306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Franklin D. Roosevelt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C32D97-7852-2951-F30A-8C98CAF58F20}"/>
              </a:ext>
            </a:extLst>
          </p:cNvPr>
          <p:cNvSpPr/>
          <p:nvPr/>
        </p:nvSpPr>
        <p:spPr>
          <a:xfrm rot="19569502">
            <a:off x="510999" y="958399"/>
            <a:ext cx="114095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Alma-Marceau</a:t>
            </a:r>
          </a:p>
        </p:txBody>
      </p: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2028C78A-E1F1-50DD-8136-9160B6423D33}"/>
              </a:ext>
            </a:extLst>
          </p:cNvPr>
          <p:cNvCxnSpPr>
            <a:cxnSpLocks/>
          </p:cNvCxnSpPr>
          <p:nvPr/>
        </p:nvCxnSpPr>
        <p:spPr>
          <a:xfrm>
            <a:off x="621335" y="1786928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rganigramme : Connecteur 97">
            <a:extLst>
              <a:ext uri="{FF2B5EF4-FFF2-40B4-BE49-F238E27FC236}">
                <a16:creationId xmlns:a16="http://schemas.microsoft.com/office/drawing/2014/main" id="{8CC6335D-1641-F846-4901-871C714A4E78}"/>
              </a:ext>
            </a:extLst>
          </p:cNvPr>
          <p:cNvSpPr/>
          <p:nvPr/>
        </p:nvSpPr>
        <p:spPr>
          <a:xfrm>
            <a:off x="450425" y="168786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Organigramme : Connecteur 98">
            <a:extLst>
              <a:ext uri="{FF2B5EF4-FFF2-40B4-BE49-F238E27FC236}">
                <a16:creationId xmlns:a16="http://schemas.microsoft.com/office/drawing/2014/main" id="{A4CDBFF0-860C-80E2-49C7-C98558444077}"/>
              </a:ext>
            </a:extLst>
          </p:cNvPr>
          <p:cNvSpPr/>
          <p:nvPr/>
        </p:nvSpPr>
        <p:spPr>
          <a:xfrm>
            <a:off x="10828904" y="1677306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1" name="Image 100">
            <a:extLst>
              <a:ext uri="{FF2B5EF4-FFF2-40B4-BE49-F238E27FC236}">
                <a16:creationId xmlns:a16="http://schemas.microsoft.com/office/drawing/2014/main" id="{291209F5-0BF2-3CCA-08EF-C5DB83AD9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821" y="910978"/>
            <a:ext cx="462634" cy="673339"/>
          </a:xfrm>
          <a:prstGeom prst="rect">
            <a:avLst/>
          </a:prstGeom>
        </p:spPr>
      </p:pic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CD81E451-891A-1452-EDAE-7E9EEA585AE1}"/>
              </a:ext>
            </a:extLst>
          </p:cNvPr>
          <p:cNvCxnSpPr>
            <a:cxnSpLocks/>
          </p:cNvCxnSpPr>
          <p:nvPr/>
        </p:nvCxnSpPr>
        <p:spPr>
          <a:xfrm flipH="1">
            <a:off x="7118931" y="586778"/>
            <a:ext cx="2214547" cy="120062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ZoneTexte 127">
            <a:extLst>
              <a:ext uri="{FF2B5EF4-FFF2-40B4-BE49-F238E27FC236}">
                <a16:creationId xmlns:a16="http://schemas.microsoft.com/office/drawing/2014/main" id="{A6FF1344-2808-1444-7581-C6114C376909}"/>
              </a:ext>
            </a:extLst>
          </p:cNvPr>
          <p:cNvSpPr txBox="1"/>
          <p:nvPr/>
        </p:nvSpPr>
        <p:spPr>
          <a:xfrm rot="19841407">
            <a:off x="7501932" y="825856"/>
            <a:ext cx="1471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Voie d’évitement</a:t>
            </a:r>
          </a:p>
        </p:txBody>
      </p: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D0B98004-1129-8BE2-4E36-0BA6ED4648BB}"/>
              </a:ext>
            </a:extLst>
          </p:cNvPr>
          <p:cNvCxnSpPr>
            <a:cxnSpLocks/>
          </p:cNvCxnSpPr>
          <p:nvPr/>
        </p:nvCxnSpPr>
        <p:spPr>
          <a:xfrm flipH="1">
            <a:off x="5395803" y="2125568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ZoneTexte 131">
            <a:extLst>
              <a:ext uri="{FF2B5EF4-FFF2-40B4-BE49-F238E27FC236}">
                <a16:creationId xmlns:a16="http://schemas.microsoft.com/office/drawing/2014/main" id="{60BF871C-E9D9-53E4-A454-1E1EA49CD66F}"/>
              </a:ext>
            </a:extLst>
          </p:cNvPr>
          <p:cNvSpPr txBox="1"/>
          <p:nvPr/>
        </p:nvSpPr>
        <p:spPr>
          <a:xfrm>
            <a:off x="5518874" y="1860125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978C707-4E89-AAD0-4901-78F57BC65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631" y="1180998"/>
            <a:ext cx="745916" cy="428902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661B71FF-500E-21FC-6EDE-0F4A73D0ECD0}"/>
              </a:ext>
            </a:extLst>
          </p:cNvPr>
          <p:cNvSpPr/>
          <p:nvPr/>
        </p:nvSpPr>
        <p:spPr>
          <a:xfrm>
            <a:off x="5049864" y="1215428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45</a:t>
            </a:r>
          </a:p>
        </p:txBody>
      </p:sp>
      <p:pic>
        <p:nvPicPr>
          <p:cNvPr id="106" name="Image 105">
            <a:extLst>
              <a:ext uri="{FF2B5EF4-FFF2-40B4-BE49-F238E27FC236}">
                <a16:creationId xmlns:a16="http://schemas.microsoft.com/office/drawing/2014/main" id="{CE5ACF4C-2BE6-D87C-0DA2-5637BC290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974" y="1180997"/>
            <a:ext cx="361747" cy="280499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CA771735-B694-0675-ABB5-1F95EBA9668A}"/>
              </a:ext>
            </a:extLst>
          </p:cNvPr>
          <p:cNvSpPr/>
          <p:nvPr/>
        </p:nvSpPr>
        <p:spPr>
          <a:xfrm>
            <a:off x="6327442" y="1228411"/>
            <a:ext cx="462635" cy="2769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PLM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29CE379-421A-AC17-CA4B-7A6BA35F6D90}"/>
              </a:ext>
            </a:extLst>
          </p:cNvPr>
          <p:cNvSpPr/>
          <p:nvPr/>
        </p:nvSpPr>
        <p:spPr>
          <a:xfrm>
            <a:off x="8531325" y="1237119"/>
            <a:ext cx="462635" cy="2769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PLM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95F7F8-B4A1-3FE0-BB8E-25EEF21CB79B}"/>
              </a:ext>
            </a:extLst>
          </p:cNvPr>
          <p:cNvSpPr/>
          <p:nvPr/>
        </p:nvSpPr>
        <p:spPr>
          <a:xfrm rot="19569502">
            <a:off x="540844" y="4517588"/>
            <a:ext cx="673406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Iéna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6965BB5-B827-104D-A5FC-DA53E4FF30C0}"/>
              </a:ext>
            </a:extLst>
          </p:cNvPr>
          <p:cNvCxnSpPr>
            <a:cxnSpLocks/>
          </p:cNvCxnSpPr>
          <p:nvPr/>
        </p:nvCxnSpPr>
        <p:spPr>
          <a:xfrm>
            <a:off x="611574" y="5215929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rganigramme : Connecteur 22">
            <a:extLst>
              <a:ext uri="{FF2B5EF4-FFF2-40B4-BE49-F238E27FC236}">
                <a16:creationId xmlns:a16="http://schemas.microsoft.com/office/drawing/2014/main" id="{816394A5-07C1-2120-C733-FB9A919EDEC7}"/>
              </a:ext>
            </a:extLst>
          </p:cNvPr>
          <p:cNvSpPr/>
          <p:nvPr/>
        </p:nvSpPr>
        <p:spPr>
          <a:xfrm>
            <a:off x="440664" y="5116869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Organigramme : Connecteur 33">
            <a:extLst>
              <a:ext uri="{FF2B5EF4-FFF2-40B4-BE49-F238E27FC236}">
                <a16:creationId xmlns:a16="http://schemas.microsoft.com/office/drawing/2014/main" id="{0776FE1E-F125-2A6B-B18E-F3A0BD08C01E}"/>
              </a:ext>
            </a:extLst>
          </p:cNvPr>
          <p:cNvSpPr/>
          <p:nvPr/>
        </p:nvSpPr>
        <p:spPr>
          <a:xfrm>
            <a:off x="10819143" y="5106307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6" name="Image 95">
            <a:extLst>
              <a:ext uri="{FF2B5EF4-FFF2-40B4-BE49-F238E27FC236}">
                <a16:creationId xmlns:a16="http://schemas.microsoft.com/office/drawing/2014/main" id="{6B8C67B7-EAC4-C9B7-FF4F-7FE6BE295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589" y="4365090"/>
            <a:ext cx="462635" cy="673340"/>
          </a:xfrm>
          <a:prstGeom prst="rect">
            <a:avLst/>
          </a:prstGeom>
        </p:spPr>
      </p:pic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C4A81A3B-F0DB-1CE4-5375-3F289E66098B}"/>
              </a:ext>
            </a:extLst>
          </p:cNvPr>
          <p:cNvCxnSpPr>
            <a:cxnSpLocks/>
          </p:cNvCxnSpPr>
          <p:nvPr/>
        </p:nvCxnSpPr>
        <p:spPr>
          <a:xfrm flipH="1">
            <a:off x="5386042" y="5554569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ZoneTexte 117">
            <a:extLst>
              <a:ext uri="{FF2B5EF4-FFF2-40B4-BE49-F238E27FC236}">
                <a16:creationId xmlns:a16="http://schemas.microsoft.com/office/drawing/2014/main" id="{F2CC27B9-E378-EEE6-1B96-6B4C37FB78B5}"/>
              </a:ext>
            </a:extLst>
          </p:cNvPr>
          <p:cNvSpPr txBox="1"/>
          <p:nvPr/>
        </p:nvSpPr>
        <p:spPr>
          <a:xfrm>
            <a:off x="5509113" y="5289126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58BB7-E9E9-6553-E83B-675BC468AB85}"/>
              </a:ext>
            </a:extLst>
          </p:cNvPr>
          <p:cNvSpPr/>
          <p:nvPr/>
        </p:nvSpPr>
        <p:spPr>
          <a:xfrm rot="19569502">
            <a:off x="10794986" y="4387129"/>
            <a:ext cx="114095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Alma-Marceau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001400-ADC4-A763-B138-2C93DAA69F74}"/>
              </a:ext>
            </a:extLst>
          </p:cNvPr>
          <p:cNvSpPr/>
          <p:nvPr/>
        </p:nvSpPr>
        <p:spPr>
          <a:xfrm>
            <a:off x="9845266" y="4571513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05C67-9308-2CC2-3F79-D1EC02D03EC8}"/>
              </a:ext>
            </a:extLst>
          </p:cNvPr>
          <p:cNvSpPr/>
          <p:nvPr/>
        </p:nvSpPr>
        <p:spPr>
          <a:xfrm>
            <a:off x="5538425" y="4542857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65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3F08D-CDA4-9434-B222-BE5A7A6ED5FF}"/>
              </a:ext>
            </a:extLst>
          </p:cNvPr>
          <p:cNvSpPr/>
          <p:nvPr/>
        </p:nvSpPr>
        <p:spPr>
          <a:xfrm>
            <a:off x="0" y="3723972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F980C5-9837-A8F6-B60F-95E3826C223A}"/>
              </a:ext>
            </a:extLst>
          </p:cNvPr>
          <p:cNvSpPr/>
          <p:nvPr/>
        </p:nvSpPr>
        <p:spPr>
          <a:xfrm>
            <a:off x="0" y="308216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3208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9AF6-648E-B2B3-4817-D3FADF7BA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0CE2273-EB97-A964-3C18-95117A529283}"/>
              </a:ext>
            </a:extLst>
          </p:cNvPr>
          <p:cNvSpPr/>
          <p:nvPr/>
        </p:nvSpPr>
        <p:spPr>
          <a:xfrm rot="19569502">
            <a:off x="11079151" y="1039984"/>
            <a:ext cx="608144" cy="26311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Iéna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A7EBD9-283E-97ED-366D-4ED62A6DA41C}"/>
              </a:ext>
            </a:extLst>
          </p:cNvPr>
          <p:cNvSpPr/>
          <p:nvPr/>
        </p:nvSpPr>
        <p:spPr>
          <a:xfrm rot="19569502">
            <a:off x="741359" y="928954"/>
            <a:ext cx="986589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Trocadéro</a:t>
            </a:r>
          </a:p>
        </p:txBody>
      </p: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9D998224-00CF-FA9D-460E-98880F10739B}"/>
              </a:ext>
            </a:extLst>
          </p:cNvPr>
          <p:cNvCxnSpPr>
            <a:cxnSpLocks/>
          </p:cNvCxnSpPr>
          <p:nvPr/>
        </p:nvCxnSpPr>
        <p:spPr>
          <a:xfrm>
            <a:off x="838619" y="171450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rganigramme : Connecteur 97">
            <a:extLst>
              <a:ext uri="{FF2B5EF4-FFF2-40B4-BE49-F238E27FC236}">
                <a16:creationId xmlns:a16="http://schemas.microsoft.com/office/drawing/2014/main" id="{4C64D171-7F15-5A02-5081-C2085910AC1B}"/>
              </a:ext>
            </a:extLst>
          </p:cNvPr>
          <p:cNvSpPr/>
          <p:nvPr/>
        </p:nvSpPr>
        <p:spPr>
          <a:xfrm>
            <a:off x="667709" y="161544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Organigramme : Connecteur 98">
            <a:extLst>
              <a:ext uri="{FF2B5EF4-FFF2-40B4-BE49-F238E27FC236}">
                <a16:creationId xmlns:a16="http://schemas.microsoft.com/office/drawing/2014/main" id="{9F9DFA0D-A960-0B37-FFEC-F6CC56554639}"/>
              </a:ext>
            </a:extLst>
          </p:cNvPr>
          <p:cNvSpPr/>
          <p:nvPr/>
        </p:nvSpPr>
        <p:spPr>
          <a:xfrm>
            <a:off x="11046188" y="16048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E4B58486-1643-4FA2-3C5F-CB0BBB32C211}"/>
              </a:ext>
            </a:extLst>
          </p:cNvPr>
          <p:cNvCxnSpPr>
            <a:cxnSpLocks/>
          </p:cNvCxnSpPr>
          <p:nvPr/>
        </p:nvCxnSpPr>
        <p:spPr>
          <a:xfrm flipH="1">
            <a:off x="2631223" y="515471"/>
            <a:ext cx="2214547" cy="120062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ZoneTexte 127">
            <a:extLst>
              <a:ext uri="{FF2B5EF4-FFF2-40B4-BE49-F238E27FC236}">
                <a16:creationId xmlns:a16="http://schemas.microsoft.com/office/drawing/2014/main" id="{F5094131-8C55-4B3B-99E4-65C2F5DFF06E}"/>
              </a:ext>
            </a:extLst>
          </p:cNvPr>
          <p:cNvSpPr txBox="1"/>
          <p:nvPr/>
        </p:nvSpPr>
        <p:spPr>
          <a:xfrm rot="19841407">
            <a:off x="3014224" y="754549"/>
            <a:ext cx="1471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Raccord ligne 6</a:t>
            </a:r>
          </a:p>
        </p:txBody>
      </p: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1C45244F-54C8-1AE6-74A2-C3F98721ED3A}"/>
              </a:ext>
            </a:extLst>
          </p:cNvPr>
          <p:cNvCxnSpPr>
            <a:cxnSpLocks/>
          </p:cNvCxnSpPr>
          <p:nvPr/>
        </p:nvCxnSpPr>
        <p:spPr>
          <a:xfrm flipH="1">
            <a:off x="5613087" y="205314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ZoneTexte 131">
            <a:extLst>
              <a:ext uri="{FF2B5EF4-FFF2-40B4-BE49-F238E27FC236}">
                <a16:creationId xmlns:a16="http://schemas.microsoft.com/office/drawing/2014/main" id="{14D20794-98F1-9753-2F22-8C587F5C056E}"/>
              </a:ext>
            </a:extLst>
          </p:cNvPr>
          <p:cNvSpPr txBox="1"/>
          <p:nvPr/>
        </p:nvSpPr>
        <p:spPr>
          <a:xfrm>
            <a:off x="5736158" y="178769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30309B-78E7-275A-9358-F3C3CC4895B6}"/>
              </a:ext>
            </a:extLst>
          </p:cNvPr>
          <p:cNvSpPr/>
          <p:nvPr/>
        </p:nvSpPr>
        <p:spPr>
          <a:xfrm rot="19569502">
            <a:off x="702569" y="4262533"/>
            <a:ext cx="1329277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Rue de la Pompe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58B5714-553D-B938-C895-5C0F14CF39B4}"/>
              </a:ext>
            </a:extLst>
          </p:cNvPr>
          <p:cNvCxnSpPr>
            <a:cxnSpLocks/>
          </p:cNvCxnSpPr>
          <p:nvPr/>
        </p:nvCxnSpPr>
        <p:spPr>
          <a:xfrm>
            <a:off x="828858" y="5143501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rganigramme : Connecteur 22">
            <a:extLst>
              <a:ext uri="{FF2B5EF4-FFF2-40B4-BE49-F238E27FC236}">
                <a16:creationId xmlns:a16="http://schemas.microsoft.com/office/drawing/2014/main" id="{D76B527E-BAD7-D940-5C1E-D5572DF0BDAC}"/>
              </a:ext>
            </a:extLst>
          </p:cNvPr>
          <p:cNvSpPr/>
          <p:nvPr/>
        </p:nvSpPr>
        <p:spPr>
          <a:xfrm>
            <a:off x="657948" y="5044441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Organigramme : Connecteur 33">
            <a:extLst>
              <a:ext uri="{FF2B5EF4-FFF2-40B4-BE49-F238E27FC236}">
                <a16:creationId xmlns:a16="http://schemas.microsoft.com/office/drawing/2014/main" id="{1C6E7E60-1972-5BF2-3A6E-F24DBA6D6304}"/>
              </a:ext>
            </a:extLst>
          </p:cNvPr>
          <p:cNvSpPr/>
          <p:nvPr/>
        </p:nvSpPr>
        <p:spPr>
          <a:xfrm>
            <a:off x="11036427" y="5033879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080F060A-B13C-9EEA-117B-63DD148837DE}"/>
              </a:ext>
            </a:extLst>
          </p:cNvPr>
          <p:cNvCxnSpPr>
            <a:cxnSpLocks/>
          </p:cNvCxnSpPr>
          <p:nvPr/>
        </p:nvCxnSpPr>
        <p:spPr>
          <a:xfrm flipH="1">
            <a:off x="5603326" y="5482141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ZoneTexte 117">
            <a:extLst>
              <a:ext uri="{FF2B5EF4-FFF2-40B4-BE49-F238E27FC236}">
                <a16:creationId xmlns:a16="http://schemas.microsoft.com/office/drawing/2014/main" id="{21E10C04-FDDA-3BA1-D236-6207C90F8CBE}"/>
              </a:ext>
            </a:extLst>
          </p:cNvPr>
          <p:cNvSpPr txBox="1"/>
          <p:nvPr/>
        </p:nvSpPr>
        <p:spPr>
          <a:xfrm>
            <a:off x="5726397" y="5216698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C24851-C396-B8E8-70A3-814835B84044}"/>
              </a:ext>
            </a:extLst>
          </p:cNvPr>
          <p:cNvSpPr/>
          <p:nvPr/>
        </p:nvSpPr>
        <p:spPr>
          <a:xfrm rot="19569502">
            <a:off x="11026223" y="4360567"/>
            <a:ext cx="976235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Trocadéro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39EAE2C-AB2E-961E-F6C8-767050544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9853" y="661700"/>
            <a:ext cx="480411" cy="84778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CAFFFFB-FE1A-D10D-BD6D-A7CB11CFD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657" y="1041087"/>
            <a:ext cx="622510" cy="4760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55E68D-D347-4249-C57C-3D12D7CA7240}"/>
              </a:ext>
            </a:extLst>
          </p:cNvPr>
          <p:cNvSpPr/>
          <p:nvPr/>
        </p:nvSpPr>
        <p:spPr>
          <a:xfrm>
            <a:off x="5399416" y="1114625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0F91898-668A-E893-6D8C-1FC8ABF87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9853" y="4479524"/>
            <a:ext cx="622510" cy="4760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21F91F6-BB0C-5522-88D3-AAFD0F0EB276}"/>
              </a:ext>
            </a:extLst>
          </p:cNvPr>
          <p:cNvSpPr/>
          <p:nvPr/>
        </p:nvSpPr>
        <p:spPr>
          <a:xfrm>
            <a:off x="9880612" y="4553062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E8D72C-9DD2-BC99-E077-4B627AC9DCD6}"/>
              </a:ext>
            </a:extLst>
          </p:cNvPr>
          <p:cNvSpPr/>
          <p:nvPr/>
        </p:nvSpPr>
        <p:spPr>
          <a:xfrm>
            <a:off x="5399416" y="4510447"/>
            <a:ext cx="462635" cy="2769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PLM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26737A-2481-8639-EFB2-9207F0C2ED6A}"/>
              </a:ext>
            </a:extLst>
          </p:cNvPr>
          <p:cNvSpPr/>
          <p:nvPr/>
        </p:nvSpPr>
        <p:spPr>
          <a:xfrm>
            <a:off x="0" y="3723972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92B64-C948-1CAD-1C43-BC00A9701B86}"/>
              </a:ext>
            </a:extLst>
          </p:cNvPr>
          <p:cNvSpPr/>
          <p:nvPr/>
        </p:nvSpPr>
        <p:spPr>
          <a:xfrm>
            <a:off x="0" y="290662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8460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18CC9-2808-DBF0-0B1E-8C913FFD6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B6E74A-EB81-4CB9-E6B2-F9CF19B61F5C}"/>
              </a:ext>
            </a:extLst>
          </p:cNvPr>
          <p:cNvSpPr/>
          <p:nvPr/>
        </p:nvSpPr>
        <p:spPr>
          <a:xfrm rot="19569502">
            <a:off x="416582" y="954516"/>
            <a:ext cx="857497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La Muette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49C1C81-1F6A-2E72-18B1-2B486A337D92}"/>
              </a:ext>
            </a:extLst>
          </p:cNvPr>
          <p:cNvCxnSpPr>
            <a:cxnSpLocks/>
          </p:cNvCxnSpPr>
          <p:nvPr/>
        </p:nvCxnSpPr>
        <p:spPr>
          <a:xfrm>
            <a:off x="502906" y="1704116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A4D0389B-94CF-613A-28FF-0E7D0D4CFA5A}"/>
              </a:ext>
            </a:extLst>
          </p:cNvPr>
          <p:cNvSpPr/>
          <p:nvPr/>
        </p:nvSpPr>
        <p:spPr>
          <a:xfrm>
            <a:off x="331996" y="1605056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560932EB-75E1-BB50-D070-6AED358F4763}"/>
              </a:ext>
            </a:extLst>
          </p:cNvPr>
          <p:cNvSpPr/>
          <p:nvPr/>
        </p:nvSpPr>
        <p:spPr>
          <a:xfrm>
            <a:off x="10710475" y="159449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B59087D-34C3-8F91-9119-20AABF74554A}"/>
              </a:ext>
            </a:extLst>
          </p:cNvPr>
          <p:cNvCxnSpPr>
            <a:cxnSpLocks/>
          </p:cNvCxnSpPr>
          <p:nvPr/>
        </p:nvCxnSpPr>
        <p:spPr>
          <a:xfrm flipH="1">
            <a:off x="5277374" y="2042756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FD8FE1A5-F295-65FE-2C94-60AE113A216B}"/>
              </a:ext>
            </a:extLst>
          </p:cNvPr>
          <p:cNvSpPr txBox="1"/>
          <p:nvPr/>
        </p:nvSpPr>
        <p:spPr>
          <a:xfrm>
            <a:off x="5400445" y="1777313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E3C62C1-B66E-D5E9-466A-E3B963FD929A}"/>
              </a:ext>
            </a:extLst>
          </p:cNvPr>
          <p:cNvCxnSpPr>
            <a:cxnSpLocks/>
          </p:cNvCxnSpPr>
          <p:nvPr/>
        </p:nvCxnSpPr>
        <p:spPr>
          <a:xfrm>
            <a:off x="838619" y="5737638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511AEF05-3A63-8377-DB3B-0D70B46638A6}"/>
              </a:ext>
            </a:extLst>
          </p:cNvPr>
          <p:cNvSpPr/>
          <p:nvPr/>
        </p:nvSpPr>
        <p:spPr>
          <a:xfrm>
            <a:off x="667709" y="56385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B3C5BB0B-DE1C-977B-395A-417A0AA35601}"/>
              </a:ext>
            </a:extLst>
          </p:cNvPr>
          <p:cNvSpPr/>
          <p:nvPr/>
        </p:nvSpPr>
        <p:spPr>
          <a:xfrm>
            <a:off x="11046188" y="5628016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7CE81F25-BEB5-3927-6EF7-709F63155C69}"/>
              </a:ext>
            </a:extLst>
          </p:cNvPr>
          <p:cNvCxnSpPr>
            <a:cxnSpLocks/>
          </p:cNvCxnSpPr>
          <p:nvPr/>
        </p:nvCxnSpPr>
        <p:spPr>
          <a:xfrm flipH="1">
            <a:off x="5613087" y="6076278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14A26B24-C4BC-30E3-B6F9-C4DBCF9CF460}"/>
              </a:ext>
            </a:extLst>
          </p:cNvPr>
          <p:cNvSpPr txBox="1"/>
          <p:nvPr/>
        </p:nvSpPr>
        <p:spPr>
          <a:xfrm>
            <a:off x="5736158" y="5810835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7998CD-DCB6-413E-FB8A-C6AD948EA6D4}"/>
              </a:ext>
            </a:extLst>
          </p:cNvPr>
          <p:cNvSpPr/>
          <p:nvPr/>
        </p:nvSpPr>
        <p:spPr>
          <a:xfrm rot="19569502">
            <a:off x="696108" y="4977635"/>
            <a:ext cx="940029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Ranelagh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7B6741-7CC0-D4E4-DE0D-7942BC4BEFA0}"/>
              </a:ext>
            </a:extLst>
          </p:cNvPr>
          <p:cNvSpPr/>
          <p:nvPr/>
        </p:nvSpPr>
        <p:spPr>
          <a:xfrm>
            <a:off x="9762863" y="984980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07C5FB-E816-4BB4-888C-39CDCD752185}"/>
              </a:ext>
            </a:extLst>
          </p:cNvPr>
          <p:cNvSpPr/>
          <p:nvPr/>
        </p:nvSpPr>
        <p:spPr>
          <a:xfrm rot="19569502">
            <a:off x="10755533" y="721390"/>
            <a:ext cx="1349300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Rue de La Pompe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B70150-1540-44D8-2C48-92B5C688D047}"/>
              </a:ext>
            </a:extLst>
          </p:cNvPr>
          <p:cNvSpPr/>
          <p:nvPr/>
        </p:nvSpPr>
        <p:spPr>
          <a:xfrm rot="19569502">
            <a:off x="11055925" y="5068197"/>
            <a:ext cx="891843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La Muette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114E04F6-9987-ADC0-B6A9-77333D402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064" y="619045"/>
            <a:ext cx="480411" cy="8477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F9DC65-CECE-C6D0-3927-94E5163A2897}"/>
              </a:ext>
            </a:extLst>
          </p:cNvPr>
          <p:cNvSpPr/>
          <p:nvPr/>
        </p:nvSpPr>
        <p:spPr>
          <a:xfrm>
            <a:off x="8546437" y="994135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CE5F7F-781B-2018-62A5-4DE7EF99AFBA}"/>
              </a:ext>
            </a:extLst>
          </p:cNvPr>
          <p:cNvSpPr/>
          <p:nvPr/>
        </p:nvSpPr>
        <p:spPr>
          <a:xfrm>
            <a:off x="7236951" y="984979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65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60EDF20-DDF7-4B08-A53D-3BE13464B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04" y="699886"/>
            <a:ext cx="462634" cy="67333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8795CEA-E8A5-48B2-8B94-E703A31C9D3B}"/>
              </a:ext>
            </a:extLst>
          </p:cNvPr>
          <p:cNvSpPr/>
          <p:nvPr/>
        </p:nvSpPr>
        <p:spPr>
          <a:xfrm>
            <a:off x="4824813" y="984979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5CABFB-17C7-B021-37B5-E97AD6B349F8}"/>
              </a:ext>
            </a:extLst>
          </p:cNvPr>
          <p:cNvSpPr/>
          <p:nvPr/>
        </p:nvSpPr>
        <p:spPr>
          <a:xfrm>
            <a:off x="3556957" y="994134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0D87DA68-1F75-E257-45F9-D772FF2F1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9059" y="4841917"/>
            <a:ext cx="462634" cy="67333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31B575EC-8766-1C24-E791-F88D002F18B2}"/>
              </a:ext>
            </a:extLst>
          </p:cNvPr>
          <p:cNvSpPr/>
          <p:nvPr/>
        </p:nvSpPr>
        <p:spPr>
          <a:xfrm>
            <a:off x="9914794" y="5061394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F01D83-084E-0B89-897C-B7F15FF09425}"/>
              </a:ext>
            </a:extLst>
          </p:cNvPr>
          <p:cNvSpPr/>
          <p:nvPr/>
        </p:nvSpPr>
        <p:spPr>
          <a:xfrm>
            <a:off x="5503706" y="5022929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FE0F59-4B85-73C5-C39F-4BCF1D5FABAB}"/>
              </a:ext>
            </a:extLst>
          </p:cNvPr>
          <p:cNvSpPr/>
          <p:nvPr/>
        </p:nvSpPr>
        <p:spPr>
          <a:xfrm>
            <a:off x="0" y="290662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6CEDEC-A073-E580-195A-F4B7C9544AA2}"/>
              </a:ext>
            </a:extLst>
          </p:cNvPr>
          <p:cNvSpPr/>
          <p:nvPr/>
        </p:nvSpPr>
        <p:spPr>
          <a:xfrm>
            <a:off x="0" y="4292580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0932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ABB77-8EDC-B3C0-3EAD-22539AE5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2C6177-A207-F7F8-EA55-18B2231C0651}"/>
              </a:ext>
            </a:extLst>
          </p:cNvPr>
          <p:cNvSpPr/>
          <p:nvPr/>
        </p:nvSpPr>
        <p:spPr>
          <a:xfrm rot="19569502">
            <a:off x="758042" y="983788"/>
            <a:ext cx="789663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Jasmin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46C6A24-E64F-9ECE-E530-5D439D1F16E0}"/>
              </a:ext>
            </a:extLst>
          </p:cNvPr>
          <p:cNvCxnSpPr>
            <a:cxnSpLocks/>
          </p:cNvCxnSpPr>
          <p:nvPr/>
        </p:nvCxnSpPr>
        <p:spPr>
          <a:xfrm>
            <a:off x="838619" y="171450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562361B1-B450-B6A7-35B0-A16B12562D14}"/>
              </a:ext>
            </a:extLst>
          </p:cNvPr>
          <p:cNvSpPr/>
          <p:nvPr/>
        </p:nvSpPr>
        <p:spPr>
          <a:xfrm>
            <a:off x="667709" y="161544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CAD060AA-A561-C251-877D-B8100BD016DC}"/>
              </a:ext>
            </a:extLst>
          </p:cNvPr>
          <p:cNvSpPr/>
          <p:nvPr/>
        </p:nvSpPr>
        <p:spPr>
          <a:xfrm>
            <a:off x="11046188" y="16048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7AE1627A-9A3D-D432-83FB-0D3F48E9E30C}"/>
              </a:ext>
            </a:extLst>
          </p:cNvPr>
          <p:cNvCxnSpPr>
            <a:cxnSpLocks/>
          </p:cNvCxnSpPr>
          <p:nvPr/>
        </p:nvCxnSpPr>
        <p:spPr>
          <a:xfrm flipH="1">
            <a:off x="5613087" y="205314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5F3F934E-8D7B-D549-3933-ADF5EB5BC4A5}"/>
              </a:ext>
            </a:extLst>
          </p:cNvPr>
          <p:cNvSpPr txBox="1"/>
          <p:nvPr/>
        </p:nvSpPr>
        <p:spPr>
          <a:xfrm>
            <a:off x="5736158" y="178769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0AB7294-DAE5-56F2-C868-FB26192B5801}"/>
              </a:ext>
            </a:extLst>
          </p:cNvPr>
          <p:cNvCxnSpPr>
            <a:cxnSpLocks/>
          </p:cNvCxnSpPr>
          <p:nvPr/>
        </p:nvCxnSpPr>
        <p:spPr>
          <a:xfrm>
            <a:off x="625977" y="5682544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7D0CB115-CD72-A5EB-3FA9-793F83B81180}"/>
              </a:ext>
            </a:extLst>
          </p:cNvPr>
          <p:cNvSpPr/>
          <p:nvPr/>
        </p:nvSpPr>
        <p:spPr>
          <a:xfrm>
            <a:off x="455067" y="5583484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55259576-968B-0230-F314-5971B74EC4BE}"/>
              </a:ext>
            </a:extLst>
          </p:cNvPr>
          <p:cNvSpPr/>
          <p:nvPr/>
        </p:nvSpPr>
        <p:spPr>
          <a:xfrm>
            <a:off x="10833546" y="5572922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1EF826A-2CCE-1227-305A-59750C357E39}"/>
              </a:ext>
            </a:extLst>
          </p:cNvPr>
          <p:cNvCxnSpPr>
            <a:cxnSpLocks/>
          </p:cNvCxnSpPr>
          <p:nvPr/>
        </p:nvCxnSpPr>
        <p:spPr>
          <a:xfrm flipH="1">
            <a:off x="5400445" y="6021184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2E61496F-6158-C55E-CE66-B562D7766885}"/>
              </a:ext>
            </a:extLst>
          </p:cNvPr>
          <p:cNvSpPr txBox="1"/>
          <p:nvPr/>
        </p:nvSpPr>
        <p:spPr>
          <a:xfrm>
            <a:off x="5523516" y="5755741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3B0C32-DE97-88B3-01F3-C0B92C67D419}"/>
              </a:ext>
            </a:extLst>
          </p:cNvPr>
          <p:cNvSpPr/>
          <p:nvPr/>
        </p:nvSpPr>
        <p:spPr>
          <a:xfrm rot="19569502">
            <a:off x="335936" y="4790012"/>
            <a:ext cx="1487328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Michel-Ange-Auteuil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551B2A-9EE9-1F0E-DAF7-E99575F3553F}"/>
              </a:ext>
            </a:extLst>
          </p:cNvPr>
          <p:cNvSpPr/>
          <p:nvPr/>
        </p:nvSpPr>
        <p:spPr>
          <a:xfrm rot="19569502">
            <a:off x="10961287" y="882988"/>
            <a:ext cx="876258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Ranelagh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96027B7-29B9-00E3-2620-D493CA05A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49" y="845968"/>
            <a:ext cx="450281" cy="65536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8DB7CE1-B03E-5BE4-5F9F-FCFD7944FDB1}"/>
              </a:ext>
            </a:extLst>
          </p:cNvPr>
          <p:cNvSpPr/>
          <p:nvPr/>
        </p:nvSpPr>
        <p:spPr>
          <a:xfrm rot="19569502">
            <a:off x="10803252" y="4979543"/>
            <a:ext cx="745151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Jasmin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426F1C-A027-0572-2343-EA8DD4BD60D8}"/>
              </a:ext>
            </a:extLst>
          </p:cNvPr>
          <p:cNvSpPr/>
          <p:nvPr/>
        </p:nvSpPr>
        <p:spPr>
          <a:xfrm>
            <a:off x="9984963" y="1060228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07C953-F6B0-B72E-6A15-F213453B50B5}"/>
              </a:ext>
            </a:extLst>
          </p:cNvPr>
          <p:cNvSpPr/>
          <p:nvPr/>
        </p:nvSpPr>
        <p:spPr>
          <a:xfrm>
            <a:off x="7170789" y="1060228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55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153C420-026D-D694-7823-C5FB6C7C0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473" y="4998311"/>
            <a:ext cx="745916" cy="42890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D9150F3-0F70-562A-12D2-2075B14C8237}"/>
              </a:ext>
            </a:extLst>
          </p:cNvPr>
          <p:cNvSpPr/>
          <p:nvPr/>
        </p:nvSpPr>
        <p:spPr>
          <a:xfrm>
            <a:off x="9500025" y="5019732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79B29B43-7151-7642-C1E6-EA9CC4FED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260755" y="4933965"/>
            <a:ext cx="304213" cy="33116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B9935E4-A3D5-E024-3533-DC1908356831}"/>
              </a:ext>
            </a:extLst>
          </p:cNvPr>
          <p:cNvSpPr/>
          <p:nvPr/>
        </p:nvSpPr>
        <p:spPr>
          <a:xfrm>
            <a:off x="5853111" y="4977233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D4A9502C-D853-193E-E798-9988DE7408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532" y="4947443"/>
            <a:ext cx="361747" cy="280499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51F5D405-FB64-6660-DF79-7801CD1B8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195" y="4884914"/>
            <a:ext cx="745916" cy="428902"/>
          </a:xfrm>
          <a:prstGeom prst="rect">
            <a:avLst/>
          </a:prstGeom>
        </p:spPr>
      </p:pic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BC064188-696B-08E6-C376-295888613BE1}"/>
              </a:ext>
            </a:extLst>
          </p:cNvPr>
          <p:cNvCxnSpPr>
            <a:cxnSpLocks/>
          </p:cNvCxnSpPr>
          <p:nvPr/>
        </p:nvCxnSpPr>
        <p:spPr>
          <a:xfrm>
            <a:off x="1713049" y="4290686"/>
            <a:ext cx="1260523" cy="139185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462DC1C2-65CC-0965-DDD3-E6682C63C3AD}"/>
              </a:ext>
            </a:extLst>
          </p:cNvPr>
          <p:cNvSpPr txBox="1"/>
          <p:nvPr/>
        </p:nvSpPr>
        <p:spPr>
          <a:xfrm rot="2965321">
            <a:off x="1916846" y="4920313"/>
            <a:ext cx="1471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i="1" dirty="0"/>
              <a:t>Raccord ligne 10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7AD78B-69BF-665B-4AF3-C38B7830A597}"/>
              </a:ext>
            </a:extLst>
          </p:cNvPr>
          <p:cNvSpPr/>
          <p:nvPr/>
        </p:nvSpPr>
        <p:spPr>
          <a:xfrm>
            <a:off x="0" y="4246884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3B11FE-1D56-1C01-D1D3-D1122077DE35}"/>
              </a:ext>
            </a:extLst>
          </p:cNvPr>
          <p:cNvSpPr/>
          <p:nvPr/>
        </p:nvSpPr>
        <p:spPr>
          <a:xfrm>
            <a:off x="0" y="303827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1283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CC50-7A02-8055-AD8C-73D68D804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82E1EBBE-B89C-5A29-1A3C-81359AF33AB7}"/>
              </a:ext>
            </a:extLst>
          </p:cNvPr>
          <p:cNvCxnSpPr>
            <a:cxnSpLocks/>
          </p:cNvCxnSpPr>
          <p:nvPr/>
        </p:nvCxnSpPr>
        <p:spPr>
          <a:xfrm>
            <a:off x="430478" y="1758498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2496705C-F457-E563-AE10-9C063355FC1D}"/>
              </a:ext>
            </a:extLst>
          </p:cNvPr>
          <p:cNvSpPr/>
          <p:nvPr/>
        </p:nvSpPr>
        <p:spPr>
          <a:xfrm>
            <a:off x="259568" y="165943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2A23D319-0F75-C768-6C38-12DB6EC26AE6}"/>
              </a:ext>
            </a:extLst>
          </p:cNvPr>
          <p:cNvSpPr/>
          <p:nvPr/>
        </p:nvSpPr>
        <p:spPr>
          <a:xfrm>
            <a:off x="10638047" y="1648876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352E2E4-F986-D63B-4A4E-5803A27D8465}"/>
              </a:ext>
            </a:extLst>
          </p:cNvPr>
          <p:cNvCxnSpPr>
            <a:cxnSpLocks/>
          </p:cNvCxnSpPr>
          <p:nvPr/>
        </p:nvCxnSpPr>
        <p:spPr>
          <a:xfrm flipH="1">
            <a:off x="5204946" y="2097138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EA3FA67E-C27F-142B-3138-B1A54C165F60}"/>
              </a:ext>
            </a:extLst>
          </p:cNvPr>
          <p:cNvSpPr txBox="1"/>
          <p:nvPr/>
        </p:nvSpPr>
        <p:spPr>
          <a:xfrm>
            <a:off x="5328017" y="1831695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CFA483C-BDEE-DD5F-A462-08342EA9E3CD}"/>
              </a:ext>
            </a:extLst>
          </p:cNvPr>
          <p:cNvCxnSpPr>
            <a:cxnSpLocks/>
          </p:cNvCxnSpPr>
          <p:nvPr/>
        </p:nvCxnSpPr>
        <p:spPr>
          <a:xfrm>
            <a:off x="475129" y="578347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A6B5159B-3BD0-EDA9-6096-3747B8FCFC27}"/>
              </a:ext>
            </a:extLst>
          </p:cNvPr>
          <p:cNvSpPr/>
          <p:nvPr/>
        </p:nvSpPr>
        <p:spPr>
          <a:xfrm>
            <a:off x="304219" y="568441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67FB8B4D-D615-0B7E-9823-F6964D9C13C5}"/>
              </a:ext>
            </a:extLst>
          </p:cNvPr>
          <p:cNvSpPr/>
          <p:nvPr/>
        </p:nvSpPr>
        <p:spPr>
          <a:xfrm>
            <a:off x="10682698" y="567384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B6323AF-A8B7-DB3F-212D-C384372DD639}"/>
              </a:ext>
            </a:extLst>
          </p:cNvPr>
          <p:cNvCxnSpPr>
            <a:cxnSpLocks/>
          </p:cNvCxnSpPr>
          <p:nvPr/>
        </p:nvCxnSpPr>
        <p:spPr>
          <a:xfrm flipH="1">
            <a:off x="5249597" y="612211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1089E571-3BEF-D165-461C-B75BE2453105}"/>
              </a:ext>
            </a:extLst>
          </p:cNvPr>
          <p:cNvSpPr txBox="1"/>
          <p:nvPr/>
        </p:nvSpPr>
        <p:spPr>
          <a:xfrm>
            <a:off x="5372668" y="585666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286623-F318-B1EA-5CA6-3A028AEA8457}"/>
              </a:ext>
            </a:extLst>
          </p:cNvPr>
          <p:cNvSpPr/>
          <p:nvPr/>
        </p:nvSpPr>
        <p:spPr>
          <a:xfrm rot="19569502">
            <a:off x="332618" y="5023467"/>
            <a:ext cx="940029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Exelmans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254A1-333C-AE68-C43E-581A05F6103B}"/>
              </a:ext>
            </a:extLst>
          </p:cNvPr>
          <p:cNvSpPr/>
          <p:nvPr/>
        </p:nvSpPr>
        <p:spPr>
          <a:xfrm rot="19569502">
            <a:off x="10671540" y="737756"/>
            <a:ext cx="1485828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Michel-Ange-Auteuil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38FE55C2-0452-74AD-BEDB-1952302F0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636" y="673427"/>
            <a:ext cx="480411" cy="84778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0A67E15-447C-F80E-C708-73D21F6268A5}"/>
              </a:ext>
            </a:extLst>
          </p:cNvPr>
          <p:cNvSpPr/>
          <p:nvPr/>
        </p:nvSpPr>
        <p:spPr>
          <a:xfrm>
            <a:off x="4752385" y="1039361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40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66C30A5-FF64-1ED9-74CA-F147092C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946" y="944717"/>
            <a:ext cx="700341" cy="53555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29C2A59-4904-CAE0-F165-61000DEF2152}"/>
              </a:ext>
            </a:extLst>
          </p:cNvPr>
          <p:cNvSpPr/>
          <p:nvPr/>
        </p:nvSpPr>
        <p:spPr>
          <a:xfrm rot="19569502">
            <a:off x="293060" y="846519"/>
            <a:ext cx="1485828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Michel-Ange-Molitor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2FBAB5-D4A8-1B78-E668-47D7082153A4}"/>
              </a:ext>
            </a:extLst>
          </p:cNvPr>
          <p:cNvSpPr/>
          <p:nvPr/>
        </p:nvSpPr>
        <p:spPr>
          <a:xfrm rot="19569502">
            <a:off x="10598876" y="4790060"/>
            <a:ext cx="1485828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Michel-Ange-Molitor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4C9BCD65-3677-0432-51E2-8F4A97509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895" y="5032384"/>
            <a:ext cx="700341" cy="53555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BFFB4EF-F118-79B6-5BE1-5560C2E4BAB7}"/>
              </a:ext>
            </a:extLst>
          </p:cNvPr>
          <p:cNvSpPr/>
          <p:nvPr/>
        </p:nvSpPr>
        <p:spPr>
          <a:xfrm>
            <a:off x="5309340" y="5105581"/>
            <a:ext cx="462635" cy="27699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bg1"/>
                </a:solidFill>
              </a:rPr>
              <a:t>PLM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4316EB-9635-FD71-35F6-644931DD3952}"/>
              </a:ext>
            </a:extLst>
          </p:cNvPr>
          <p:cNvSpPr/>
          <p:nvPr/>
        </p:nvSpPr>
        <p:spPr>
          <a:xfrm>
            <a:off x="0" y="4335429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1844E2-6D6D-EC8C-6D2C-488D323E359C}"/>
              </a:ext>
            </a:extLst>
          </p:cNvPr>
          <p:cNvSpPr/>
          <p:nvPr/>
        </p:nvSpPr>
        <p:spPr>
          <a:xfrm>
            <a:off x="0" y="300275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3311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F3110-734A-C648-E405-777091ADE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EB8B30-C646-03D0-92DF-919EE35846DA}"/>
              </a:ext>
            </a:extLst>
          </p:cNvPr>
          <p:cNvSpPr/>
          <p:nvPr/>
        </p:nvSpPr>
        <p:spPr>
          <a:xfrm rot="19569502">
            <a:off x="665361" y="816582"/>
            <a:ext cx="145195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Porte de Saint Cloud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D517428-6E41-5735-63D0-C95E089A2770}"/>
              </a:ext>
            </a:extLst>
          </p:cNvPr>
          <p:cNvCxnSpPr>
            <a:cxnSpLocks/>
          </p:cNvCxnSpPr>
          <p:nvPr/>
        </p:nvCxnSpPr>
        <p:spPr>
          <a:xfrm>
            <a:off x="838619" y="1714500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7D3A4DF7-1BD8-6702-629B-0CD4C0C0520D}"/>
              </a:ext>
            </a:extLst>
          </p:cNvPr>
          <p:cNvSpPr/>
          <p:nvPr/>
        </p:nvSpPr>
        <p:spPr>
          <a:xfrm>
            <a:off x="667709" y="1615440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A12AB03B-317B-0AA3-7B65-1F361D28735D}"/>
              </a:ext>
            </a:extLst>
          </p:cNvPr>
          <p:cNvSpPr/>
          <p:nvPr/>
        </p:nvSpPr>
        <p:spPr>
          <a:xfrm>
            <a:off x="11046188" y="1604878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1EE1345-0EAB-B08A-F044-816801D3F4C2}"/>
              </a:ext>
            </a:extLst>
          </p:cNvPr>
          <p:cNvCxnSpPr>
            <a:cxnSpLocks/>
          </p:cNvCxnSpPr>
          <p:nvPr/>
        </p:nvCxnSpPr>
        <p:spPr>
          <a:xfrm flipH="1">
            <a:off x="5613087" y="2053140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540DBC34-8D3A-9FF0-D614-493CFEB88642}"/>
              </a:ext>
            </a:extLst>
          </p:cNvPr>
          <p:cNvSpPr txBox="1"/>
          <p:nvPr/>
        </p:nvSpPr>
        <p:spPr>
          <a:xfrm>
            <a:off x="5736158" y="1787697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87B7D9-E3F8-726C-7C1D-2E932DE9EB60}"/>
              </a:ext>
            </a:extLst>
          </p:cNvPr>
          <p:cNvSpPr/>
          <p:nvPr/>
        </p:nvSpPr>
        <p:spPr>
          <a:xfrm rot="19569502">
            <a:off x="11038790" y="970664"/>
            <a:ext cx="943120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Exelmans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85469B8-D8CA-8B40-0C49-A7DC3CE1FE55}"/>
              </a:ext>
            </a:extLst>
          </p:cNvPr>
          <p:cNvCxnSpPr>
            <a:cxnSpLocks/>
          </p:cNvCxnSpPr>
          <p:nvPr/>
        </p:nvCxnSpPr>
        <p:spPr>
          <a:xfrm>
            <a:off x="319455" y="5750069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01881748-B371-0CCA-58BA-8B1F666EB90A}"/>
              </a:ext>
            </a:extLst>
          </p:cNvPr>
          <p:cNvSpPr/>
          <p:nvPr/>
        </p:nvSpPr>
        <p:spPr>
          <a:xfrm>
            <a:off x="148545" y="5651009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9AFE3530-4611-E17B-FFD6-ECED354F0C75}"/>
              </a:ext>
            </a:extLst>
          </p:cNvPr>
          <p:cNvSpPr/>
          <p:nvPr/>
        </p:nvSpPr>
        <p:spPr>
          <a:xfrm>
            <a:off x="10527024" y="5640447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F9D4B88-6224-97E7-1D92-0DFBDF9AFBC5}"/>
              </a:ext>
            </a:extLst>
          </p:cNvPr>
          <p:cNvCxnSpPr>
            <a:cxnSpLocks/>
          </p:cNvCxnSpPr>
          <p:nvPr/>
        </p:nvCxnSpPr>
        <p:spPr>
          <a:xfrm flipH="1">
            <a:off x="5093923" y="6088709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D991F900-CCB1-974B-5627-E575A749EA84}"/>
              </a:ext>
            </a:extLst>
          </p:cNvPr>
          <p:cNvSpPr txBox="1"/>
          <p:nvPr/>
        </p:nvSpPr>
        <p:spPr>
          <a:xfrm>
            <a:off x="5216994" y="5823266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251F13-94A9-6CC5-1834-A3E847A394AE}"/>
              </a:ext>
            </a:extLst>
          </p:cNvPr>
          <p:cNvSpPr/>
          <p:nvPr/>
        </p:nvSpPr>
        <p:spPr>
          <a:xfrm rot="19569502">
            <a:off x="148636" y="4897016"/>
            <a:ext cx="1274202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Marcel Sembat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10C0C07B-999A-BA36-0D97-96E9B4217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562" y="875813"/>
            <a:ext cx="450281" cy="6553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6AA595-3126-C425-D2B8-035525F32CDE}"/>
              </a:ext>
            </a:extLst>
          </p:cNvPr>
          <p:cNvSpPr/>
          <p:nvPr/>
        </p:nvSpPr>
        <p:spPr>
          <a:xfrm>
            <a:off x="4993664" y="1111326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FC858C-E80D-75B0-42FF-1219B526D775}"/>
              </a:ext>
            </a:extLst>
          </p:cNvPr>
          <p:cNvSpPr/>
          <p:nvPr/>
        </p:nvSpPr>
        <p:spPr>
          <a:xfrm>
            <a:off x="7524996" y="4987193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BD94C5-C23B-D0E0-5B17-F37AC8EA28A2}"/>
              </a:ext>
            </a:extLst>
          </p:cNvPr>
          <p:cNvSpPr/>
          <p:nvPr/>
        </p:nvSpPr>
        <p:spPr>
          <a:xfrm>
            <a:off x="3619064" y="1111325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35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A331C-4ECB-BEE9-B174-C978EF8B31E5}"/>
              </a:ext>
            </a:extLst>
          </p:cNvPr>
          <p:cNvSpPr/>
          <p:nvPr/>
        </p:nvSpPr>
        <p:spPr>
          <a:xfrm rot="19569502">
            <a:off x="10557971" y="4810705"/>
            <a:ext cx="1451954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Porte de Saint Cloud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2897C6C-744A-5FAA-832B-E3A2E06FF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544" y="4859611"/>
            <a:ext cx="790179" cy="45435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F4E6610-4F77-C701-DD71-F6C4F12113BB}"/>
              </a:ext>
            </a:extLst>
          </p:cNvPr>
          <p:cNvSpPr/>
          <p:nvPr/>
        </p:nvSpPr>
        <p:spPr>
          <a:xfrm>
            <a:off x="9854707" y="5332646"/>
            <a:ext cx="461855" cy="2346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chemeClr val="bg1"/>
                </a:solidFill>
              </a:rPr>
              <a:t>S au J</a:t>
            </a:r>
          </a:p>
          <a:p>
            <a:pPr algn="ctr"/>
            <a:r>
              <a:rPr lang="fr-FR" sz="800" b="1" dirty="0">
                <a:solidFill>
                  <a:schemeClr val="bg1"/>
                </a:solidFill>
              </a:rPr>
              <a:t>20</a:t>
            </a:r>
            <a:endParaRPr lang="fr-FR" sz="12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6576B7-071A-111F-FE22-9F5C1A31FCBA}"/>
              </a:ext>
            </a:extLst>
          </p:cNvPr>
          <p:cNvSpPr/>
          <p:nvPr/>
        </p:nvSpPr>
        <p:spPr>
          <a:xfrm>
            <a:off x="9883531" y="4592365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4F9E4C-AD35-5F29-FA96-3324DA41DD51}"/>
              </a:ext>
            </a:extLst>
          </p:cNvPr>
          <p:cNvSpPr/>
          <p:nvPr/>
        </p:nvSpPr>
        <p:spPr>
          <a:xfrm>
            <a:off x="6199466" y="4987192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C0A3E0-958B-46C2-5F2E-74EABCE35561}"/>
              </a:ext>
            </a:extLst>
          </p:cNvPr>
          <p:cNvSpPr/>
          <p:nvPr/>
        </p:nvSpPr>
        <p:spPr>
          <a:xfrm>
            <a:off x="5065867" y="4999124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45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64155BBA-693D-500A-A8F7-FE3FC9915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760" y="4839378"/>
            <a:ext cx="450281" cy="65536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D5588B2-392B-2DBF-0407-D76DF87BC2EA}"/>
              </a:ext>
            </a:extLst>
          </p:cNvPr>
          <p:cNvSpPr/>
          <p:nvPr/>
        </p:nvSpPr>
        <p:spPr>
          <a:xfrm>
            <a:off x="4217760" y="4592364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568E2B-D8DC-6A9A-1B15-9C3F358CBF3D}"/>
              </a:ext>
            </a:extLst>
          </p:cNvPr>
          <p:cNvSpPr/>
          <p:nvPr/>
        </p:nvSpPr>
        <p:spPr>
          <a:xfrm>
            <a:off x="3134986" y="4932675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50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1237BE-A54B-4EB0-06A0-CB64118DDFAF}"/>
              </a:ext>
            </a:extLst>
          </p:cNvPr>
          <p:cNvSpPr/>
          <p:nvPr/>
        </p:nvSpPr>
        <p:spPr>
          <a:xfrm>
            <a:off x="0" y="4312862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0DAA3-F8D8-0C9D-8D3B-4746B4FF8B01}"/>
              </a:ext>
            </a:extLst>
          </p:cNvPr>
          <p:cNvSpPr/>
          <p:nvPr/>
        </p:nvSpPr>
        <p:spPr>
          <a:xfrm>
            <a:off x="0" y="281936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8514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AF918-7041-48D9-3046-4B60FF503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E82DDA-E732-7C43-50FB-9E171B35E03A}"/>
              </a:ext>
            </a:extLst>
          </p:cNvPr>
          <p:cNvSpPr/>
          <p:nvPr/>
        </p:nvSpPr>
        <p:spPr>
          <a:xfrm rot="19569502">
            <a:off x="435568" y="978194"/>
            <a:ext cx="958382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Billancourt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AC4798A-EE92-FCCE-93D5-48AD76D79862}"/>
              </a:ext>
            </a:extLst>
          </p:cNvPr>
          <p:cNvCxnSpPr>
            <a:cxnSpLocks/>
          </p:cNvCxnSpPr>
          <p:nvPr/>
        </p:nvCxnSpPr>
        <p:spPr>
          <a:xfrm>
            <a:off x="567015" y="1738677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rganigramme : Connecteur 7">
            <a:extLst>
              <a:ext uri="{FF2B5EF4-FFF2-40B4-BE49-F238E27FC236}">
                <a16:creationId xmlns:a16="http://schemas.microsoft.com/office/drawing/2014/main" id="{89A083B6-242F-B862-9E1F-CB6E9D06ACBB}"/>
              </a:ext>
            </a:extLst>
          </p:cNvPr>
          <p:cNvSpPr/>
          <p:nvPr/>
        </p:nvSpPr>
        <p:spPr>
          <a:xfrm>
            <a:off x="396105" y="1639617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A5411F8E-063F-9016-CCF1-F81125B4874C}"/>
              </a:ext>
            </a:extLst>
          </p:cNvPr>
          <p:cNvSpPr/>
          <p:nvPr/>
        </p:nvSpPr>
        <p:spPr>
          <a:xfrm>
            <a:off x="10774584" y="1629055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DBCD470-5C4D-4A1F-79BD-1E10FB010E0C}"/>
              </a:ext>
            </a:extLst>
          </p:cNvPr>
          <p:cNvCxnSpPr>
            <a:cxnSpLocks/>
          </p:cNvCxnSpPr>
          <p:nvPr/>
        </p:nvCxnSpPr>
        <p:spPr>
          <a:xfrm flipH="1">
            <a:off x="5341483" y="2077317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97C61E1B-7BC2-990D-7DAA-477E803A62B1}"/>
              </a:ext>
            </a:extLst>
          </p:cNvPr>
          <p:cNvSpPr txBox="1"/>
          <p:nvPr/>
        </p:nvSpPr>
        <p:spPr>
          <a:xfrm>
            <a:off x="5464554" y="1811874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D56F45-B865-94BB-312F-5AC9269194C6}"/>
              </a:ext>
            </a:extLst>
          </p:cNvPr>
          <p:cNvSpPr/>
          <p:nvPr/>
        </p:nvSpPr>
        <p:spPr>
          <a:xfrm rot="19569502">
            <a:off x="10748615" y="933796"/>
            <a:ext cx="1162352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Marcel Sembat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620545E-C8D7-D013-88FD-F9AC948E579C}"/>
              </a:ext>
            </a:extLst>
          </p:cNvPr>
          <p:cNvCxnSpPr>
            <a:cxnSpLocks/>
          </p:cNvCxnSpPr>
          <p:nvPr/>
        </p:nvCxnSpPr>
        <p:spPr>
          <a:xfrm>
            <a:off x="319455" y="5750069"/>
            <a:ext cx="10220361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389FC271-79C4-FCAA-0B68-923CF224A200}"/>
              </a:ext>
            </a:extLst>
          </p:cNvPr>
          <p:cNvSpPr/>
          <p:nvPr/>
        </p:nvSpPr>
        <p:spPr>
          <a:xfrm>
            <a:off x="148545" y="5651009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Organigramme : Connecteur 17">
            <a:extLst>
              <a:ext uri="{FF2B5EF4-FFF2-40B4-BE49-F238E27FC236}">
                <a16:creationId xmlns:a16="http://schemas.microsoft.com/office/drawing/2014/main" id="{DE1801E5-47B2-26AC-EC29-3E4EDD5C24C4}"/>
              </a:ext>
            </a:extLst>
          </p:cNvPr>
          <p:cNvSpPr/>
          <p:nvPr/>
        </p:nvSpPr>
        <p:spPr>
          <a:xfrm>
            <a:off x="10527024" y="5640447"/>
            <a:ext cx="170910" cy="18034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0EBEF13-BDC2-EC42-8F77-40B57EA35682}"/>
              </a:ext>
            </a:extLst>
          </p:cNvPr>
          <p:cNvCxnSpPr>
            <a:cxnSpLocks/>
          </p:cNvCxnSpPr>
          <p:nvPr/>
        </p:nvCxnSpPr>
        <p:spPr>
          <a:xfrm flipH="1">
            <a:off x="5093923" y="6088709"/>
            <a:ext cx="856869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7A31ED79-0E47-9E2A-A565-1241B668DBB5}"/>
              </a:ext>
            </a:extLst>
          </p:cNvPr>
          <p:cNvSpPr txBox="1"/>
          <p:nvPr/>
        </p:nvSpPr>
        <p:spPr>
          <a:xfrm>
            <a:off x="5216994" y="5823266"/>
            <a:ext cx="659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060"/>
                </a:solidFill>
              </a:rPr>
              <a:t>Voie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5440F6-D8C3-AB81-CE4D-C70CDE0D56C7}"/>
              </a:ext>
            </a:extLst>
          </p:cNvPr>
          <p:cNvSpPr/>
          <p:nvPr/>
        </p:nvSpPr>
        <p:spPr>
          <a:xfrm rot="19569502">
            <a:off x="156244" y="4922026"/>
            <a:ext cx="1184383" cy="265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Pont de Sèvres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7C160793-A3CE-369F-36E6-27A544C8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958" y="899990"/>
            <a:ext cx="450281" cy="65536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A7FDC6-C094-353A-8DC7-B76698F3FE50}"/>
              </a:ext>
            </a:extLst>
          </p:cNvPr>
          <p:cNvSpPr/>
          <p:nvPr/>
        </p:nvSpPr>
        <p:spPr>
          <a:xfrm>
            <a:off x="3744054" y="1135503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9D82D-8BA0-020B-7AB3-3EFCCE719257}"/>
              </a:ext>
            </a:extLst>
          </p:cNvPr>
          <p:cNvSpPr/>
          <p:nvPr/>
        </p:nvSpPr>
        <p:spPr>
          <a:xfrm rot="19569502">
            <a:off x="10597035" y="4939111"/>
            <a:ext cx="990808" cy="26034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Billancourt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D625E88-606B-3FCE-75D4-57220D23B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878" y="4646954"/>
            <a:ext cx="480411" cy="84778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F3C03F0-AC27-DB8F-BDCE-3B7258F9E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6492" y="4745631"/>
            <a:ext cx="790179" cy="45435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0A3A49D-68FB-30A8-9749-2DAB8E0F9F8D}"/>
              </a:ext>
            </a:extLst>
          </p:cNvPr>
          <p:cNvSpPr/>
          <p:nvPr/>
        </p:nvSpPr>
        <p:spPr>
          <a:xfrm>
            <a:off x="3580655" y="5218666"/>
            <a:ext cx="461855" cy="2346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>
                <a:solidFill>
                  <a:schemeClr val="bg1"/>
                </a:solidFill>
              </a:rPr>
              <a:t>S au J</a:t>
            </a:r>
          </a:p>
          <a:p>
            <a:pPr algn="ctr"/>
            <a:r>
              <a:rPr lang="fr-FR" sz="800" b="1" dirty="0">
                <a:solidFill>
                  <a:schemeClr val="bg1"/>
                </a:solidFill>
              </a:rPr>
              <a:t>20</a:t>
            </a:r>
            <a:endParaRPr lang="fr-FR" sz="1200" b="1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274846-30AC-A4ED-CB89-EC9B1CD64C42}"/>
              </a:ext>
            </a:extLst>
          </p:cNvPr>
          <p:cNvSpPr/>
          <p:nvPr/>
        </p:nvSpPr>
        <p:spPr>
          <a:xfrm>
            <a:off x="2972885" y="4795334"/>
            <a:ext cx="404203" cy="2343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30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9863A3EC-DC49-5CA3-5A75-3E1063DBC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587602" y="4746940"/>
            <a:ext cx="304213" cy="3311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38C3F6-3E44-69C2-9F4D-F7403286517C}"/>
              </a:ext>
            </a:extLst>
          </p:cNvPr>
          <p:cNvSpPr/>
          <p:nvPr/>
        </p:nvSpPr>
        <p:spPr>
          <a:xfrm>
            <a:off x="0" y="281936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FA13AF-2573-E637-9C12-B9ED17440A43}"/>
              </a:ext>
            </a:extLst>
          </p:cNvPr>
          <p:cNvSpPr/>
          <p:nvPr/>
        </p:nvSpPr>
        <p:spPr>
          <a:xfrm>
            <a:off x="0" y="4268776"/>
            <a:ext cx="12192000" cy="1929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098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284</Words>
  <Application>Microsoft Office PowerPoint</Application>
  <PresentationFormat>Personnalisé</PresentationFormat>
  <Paragraphs>185</Paragraphs>
  <Slides>19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Jérémy REDING</dc:creator>
  <cp:lastModifiedBy>Jérémy REDING</cp:lastModifiedBy>
  <cp:revision>1</cp:revision>
  <dcterms:created xsi:type="dcterms:W3CDTF">2025-07-24T12:19:08Z</dcterms:created>
  <dcterms:modified xsi:type="dcterms:W3CDTF">2025-08-28T13:36:45Z</dcterms:modified>
</cp:coreProperties>
</file>