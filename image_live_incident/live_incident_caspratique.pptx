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9" r:id="rId2"/>
    <p:sldId id="260" r:id="rId3"/>
    <p:sldId id="261" r:id="rId4"/>
    <p:sldId id="262" r:id="rId5"/>
    <p:sldId id="263" r:id="rId6"/>
    <p:sldId id="258" r:id="rId7"/>
  </p:sldIdLst>
  <p:sldSz cx="121920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728"/>
    <a:srgbClr val="9B7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89" autoAdjust="0"/>
  </p:normalViewPr>
  <p:slideViewPr>
    <p:cSldViewPr snapToGrid="0">
      <p:cViewPr varScale="1">
        <p:scale>
          <a:sx n="106" d="100"/>
          <a:sy n="106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érémy REDING" userId="170a12f5445ece79" providerId="LiveId" clId="{26A1881F-DC6E-47B8-B072-A9D86EBF75FF}"/>
    <pc:docChg chg="undo redo custSel addSld delSld modSld modMainMaster modNotesMaster">
      <pc:chgData name="Jérémy REDING" userId="170a12f5445ece79" providerId="LiveId" clId="{26A1881F-DC6E-47B8-B072-A9D86EBF75FF}" dt="2025-08-28T14:52:22.796" v="4366" actId="1076"/>
      <pc:docMkLst>
        <pc:docMk/>
      </pc:docMkLst>
      <pc:sldChg chg="addSp delSp modSp del mod">
        <pc:chgData name="Jérémy REDING" userId="170a12f5445ece79" providerId="LiveId" clId="{26A1881F-DC6E-47B8-B072-A9D86EBF75FF}" dt="2025-08-27T09:47:42.097" v="2348" actId="47"/>
        <pc:sldMkLst>
          <pc:docMk/>
          <pc:sldMk cId="3054786671" sldId="256"/>
        </pc:sldMkLst>
      </pc:sldChg>
      <pc:sldChg chg="addSp delSp modSp add del mod">
        <pc:chgData name="Jérémy REDING" userId="170a12f5445ece79" providerId="LiveId" clId="{26A1881F-DC6E-47B8-B072-A9D86EBF75FF}" dt="2025-08-27T11:41:49.325" v="3030" actId="47"/>
        <pc:sldMkLst>
          <pc:docMk/>
          <pc:sldMk cId="2461171805" sldId="257"/>
        </pc:sldMkLst>
        <pc:spChg chg="add mod">
          <ac:chgData name="Jérémy REDING" userId="170a12f5445ece79" providerId="LiveId" clId="{26A1881F-DC6E-47B8-B072-A9D86EBF75FF}" dt="2025-08-27T11:41:45.721" v="3029" actId="1076"/>
          <ac:spMkLst>
            <pc:docMk/>
            <pc:sldMk cId="2461171805" sldId="257"/>
            <ac:spMk id="12" creationId="{964CEEC3-EEAD-F51E-7EEF-D347F15F6F14}"/>
          </ac:spMkLst>
        </pc:spChg>
      </pc:sldChg>
      <pc:sldChg chg="addSp delSp modSp add mod">
        <pc:chgData name="Jérémy REDING" userId="170a12f5445ece79" providerId="LiveId" clId="{26A1881F-DC6E-47B8-B072-A9D86EBF75FF}" dt="2025-08-27T11:47:59.170" v="3111" actId="20577"/>
        <pc:sldMkLst>
          <pc:docMk/>
          <pc:sldMk cId="3607875327" sldId="258"/>
        </pc:sldMkLst>
        <pc:spChg chg="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2" creationId="{4A4DD33B-0900-5FCD-8525-8C0C4D154CA5}"/>
          </ac:spMkLst>
        </pc:spChg>
        <pc:spChg chg="mod">
          <ac:chgData name="Jérémy REDING" userId="170a12f5445ece79" providerId="LiveId" clId="{26A1881F-DC6E-47B8-B072-A9D86EBF75FF}" dt="2025-08-27T11:47:59.170" v="3111" actId="20577"/>
          <ac:spMkLst>
            <pc:docMk/>
            <pc:sldMk cId="3607875327" sldId="258"/>
            <ac:spMk id="3" creationId="{45C65798-CE00-056E-1189-F1E31911A4FC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4" creationId="{B951782B-CABC-C219-5619-A79A2BCFF77E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5" creationId="{41792CB9-86E2-1D20-E855-415120EC6661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6" creationId="{43F7ADE1-12C5-D454-4E05-565D6A2F81BE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11" creationId="{BF107986-7B8A-878E-81F5-133E9F138538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13" creationId="{38005F76-CD6F-5B65-35C6-B14A821519FE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15" creationId="{4D161FDA-CE61-9306-FBCD-04E95C2FD2EE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3607875327" sldId="258"/>
            <ac:spMk id="19" creationId="{B915EE80-108C-8515-A848-F61548000B95}"/>
          </ac:spMkLst>
        </pc:spChg>
        <pc:picChg chg="add mod">
          <ac:chgData name="Jérémy REDING" userId="170a12f5445ece79" providerId="LiveId" clId="{26A1881F-DC6E-47B8-B072-A9D86EBF75FF}" dt="2025-07-29T13:52:58.897" v="1173" actId="1076"/>
          <ac:picMkLst>
            <pc:docMk/>
            <pc:sldMk cId="3607875327" sldId="258"/>
            <ac:picMk id="7" creationId="{7D8FC433-421E-06DA-17EC-B28CE460EFED}"/>
          </ac:picMkLst>
        </pc:picChg>
        <pc:picChg chg="mod">
          <ac:chgData name="Jérémy REDING" userId="170a12f5445ece79" providerId="LiveId" clId="{26A1881F-DC6E-47B8-B072-A9D86EBF75FF}" dt="2025-07-29T13:11:36.269" v="1055" actId="1076"/>
          <ac:picMkLst>
            <pc:docMk/>
            <pc:sldMk cId="3607875327" sldId="258"/>
            <ac:picMk id="8" creationId="{3579FA99-8F70-0294-44FD-48898183B2D1}"/>
          </ac:picMkLst>
        </pc:picChg>
        <pc:picChg chg="add mod">
          <ac:chgData name="Jérémy REDING" userId="170a12f5445ece79" providerId="LiveId" clId="{26A1881F-DC6E-47B8-B072-A9D86EBF75FF}" dt="2025-08-12T14:07:29.545" v="1937"/>
          <ac:picMkLst>
            <pc:docMk/>
            <pc:sldMk cId="3607875327" sldId="258"/>
            <ac:picMk id="10" creationId="{B752BB2B-C508-F262-8531-20B1BB665A53}"/>
          </ac:picMkLst>
        </pc:picChg>
        <pc:picChg chg="add mod">
          <ac:chgData name="Jérémy REDING" userId="170a12f5445ece79" providerId="LiveId" clId="{26A1881F-DC6E-47B8-B072-A9D86EBF75FF}" dt="2025-07-29T13:52:58.897" v="1173" actId="1076"/>
          <ac:picMkLst>
            <pc:docMk/>
            <pc:sldMk cId="3607875327" sldId="258"/>
            <ac:picMk id="12" creationId="{07659AD5-1BEE-D244-2758-B6BDDE887A4E}"/>
          </ac:picMkLst>
        </pc:picChg>
        <pc:picChg chg="add mod">
          <ac:chgData name="Jérémy REDING" userId="170a12f5445ece79" providerId="LiveId" clId="{26A1881F-DC6E-47B8-B072-A9D86EBF75FF}" dt="2025-07-29T13:52:58.897" v="1173" actId="1076"/>
          <ac:picMkLst>
            <pc:docMk/>
            <pc:sldMk cId="3607875327" sldId="258"/>
            <ac:picMk id="14" creationId="{C3FA8BE0-28D0-FCD7-48EC-DCD02643654D}"/>
          </ac:picMkLst>
        </pc:picChg>
        <pc:picChg chg="add mod">
          <ac:chgData name="Jérémy REDING" userId="170a12f5445ece79" providerId="LiveId" clId="{26A1881F-DC6E-47B8-B072-A9D86EBF75FF}" dt="2025-07-29T13:12:11.741" v="1062" actId="1076"/>
          <ac:picMkLst>
            <pc:docMk/>
            <pc:sldMk cId="3607875327" sldId="258"/>
            <ac:picMk id="16" creationId="{FE65FB4F-0868-35DE-FEEB-9CDAFAE4CA2C}"/>
          </ac:picMkLst>
        </pc:picChg>
        <pc:picChg chg="add mod">
          <ac:chgData name="Jérémy REDING" userId="170a12f5445ece79" providerId="LiveId" clId="{26A1881F-DC6E-47B8-B072-A9D86EBF75FF}" dt="2025-07-29T13:52:58.897" v="1173" actId="1076"/>
          <ac:picMkLst>
            <pc:docMk/>
            <pc:sldMk cId="3607875327" sldId="258"/>
            <ac:picMk id="18" creationId="{831F827C-2952-F339-B2D2-DD453A9DE5D3}"/>
          </ac:picMkLst>
        </pc:picChg>
      </pc:sldChg>
      <pc:sldChg chg="addSp delSp modSp add mod modNotes">
        <pc:chgData name="Jérémy REDING" userId="170a12f5445ece79" providerId="LiveId" clId="{26A1881F-DC6E-47B8-B072-A9D86EBF75FF}" dt="2025-08-27T12:11:18.877" v="3723" actId="1076"/>
        <pc:sldMkLst>
          <pc:docMk/>
          <pc:sldMk cId="2918660417" sldId="259"/>
        </pc:sldMkLst>
        <pc:spChg chg="mod ord">
          <ac:chgData name="Jérémy REDING" userId="170a12f5445ece79" providerId="LiveId" clId="{26A1881F-DC6E-47B8-B072-A9D86EBF75FF}" dt="2025-08-25T15:54:37.868" v="2139" actId="14100"/>
          <ac:spMkLst>
            <pc:docMk/>
            <pc:sldMk cId="2918660417" sldId="259"/>
            <ac:spMk id="2" creationId="{7C94DD64-EB0E-E36F-7A0A-7C4299699637}"/>
          </ac:spMkLst>
        </pc:spChg>
        <pc:spChg chg="mod">
          <ac:chgData name="Jérémy REDING" userId="170a12f5445ece79" providerId="LiveId" clId="{26A1881F-DC6E-47B8-B072-A9D86EBF75FF}" dt="2025-08-27T12:10:52.973" v="3720" actId="1076"/>
          <ac:spMkLst>
            <pc:docMk/>
            <pc:sldMk cId="2918660417" sldId="259"/>
            <ac:spMk id="15" creationId="{BDF2783E-1427-BCFC-B2BB-59077669B013}"/>
          </ac:spMkLst>
        </pc:spChg>
        <pc:spChg chg="add del mod">
          <ac:chgData name="Jérémy REDING" userId="170a12f5445ece79" providerId="LiveId" clId="{26A1881F-DC6E-47B8-B072-A9D86EBF75FF}" dt="2025-08-27T09:47:50.572" v="2351" actId="478"/>
          <ac:spMkLst>
            <pc:docMk/>
            <pc:sldMk cId="2918660417" sldId="259"/>
            <ac:spMk id="17" creationId="{07F32328-6698-A59C-E3DF-08CC14FCDFA8}"/>
          </ac:spMkLst>
        </pc:spChg>
        <pc:spChg chg="mod">
          <ac:chgData name="Jérémy REDING" userId="170a12f5445ece79" providerId="LiveId" clId="{26A1881F-DC6E-47B8-B072-A9D86EBF75FF}" dt="2025-08-25T15:22:12.217" v="1968" actId="1076"/>
          <ac:spMkLst>
            <pc:docMk/>
            <pc:sldMk cId="2918660417" sldId="259"/>
            <ac:spMk id="18" creationId="{44BDEE61-FE7B-3FBB-5ADF-DF73F4F6DAB9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19" creationId="{859580CF-5347-FD0A-18B1-72662DC1BAA8}"/>
          </ac:spMkLst>
        </pc:spChg>
        <pc:spChg chg="add mod">
          <ac:chgData name="Jérémy REDING" userId="170a12f5445ece79" providerId="LiveId" clId="{26A1881F-DC6E-47B8-B072-A9D86EBF75FF}" dt="2025-08-25T15:22:16.809" v="1969" actId="1076"/>
          <ac:spMkLst>
            <pc:docMk/>
            <pc:sldMk cId="2918660417" sldId="259"/>
            <ac:spMk id="21" creationId="{26836970-A726-4CD9-3B55-6736D09AAC49}"/>
          </ac:spMkLst>
        </pc:spChg>
        <pc:spChg chg="add mod ord">
          <ac:chgData name="Jérémy REDING" userId="170a12f5445ece79" providerId="LiveId" clId="{26A1881F-DC6E-47B8-B072-A9D86EBF75FF}" dt="2025-08-25T15:54:57.400" v="2142" actId="14100"/>
          <ac:spMkLst>
            <pc:docMk/>
            <pc:sldMk cId="2918660417" sldId="259"/>
            <ac:spMk id="22" creationId="{62F455B8-4921-9D7A-F3ED-8321C8BB5107}"/>
          </ac:spMkLst>
        </pc:spChg>
        <pc:spChg chg="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24" creationId="{6C6ED69D-0EA1-DD51-A962-26E7C86ED427}"/>
          </ac:spMkLst>
        </pc:spChg>
        <pc:spChg chg="add mod ord">
          <ac:chgData name="Jérémy REDING" userId="170a12f5445ece79" providerId="LiveId" clId="{26A1881F-DC6E-47B8-B072-A9D86EBF75FF}" dt="2025-08-11T13:15:00.599" v="1627" actId="166"/>
          <ac:spMkLst>
            <pc:docMk/>
            <pc:sldMk cId="2918660417" sldId="259"/>
            <ac:spMk id="25" creationId="{79EF592F-6DD5-D672-8F87-1057CCB3ABEF}"/>
          </ac:spMkLst>
        </pc:spChg>
        <pc:spChg chg="mod">
          <ac:chgData name="Jérémy REDING" userId="170a12f5445ece79" providerId="LiveId" clId="{26A1881F-DC6E-47B8-B072-A9D86EBF75FF}" dt="2025-08-25T15:25:12.769" v="1988" actId="1076"/>
          <ac:spMkLst>
            <pc:docMk/>
            <pc:sldMk cId="2918660417" sldId="259"/>
            <ac:spMk id="26" creationId="{F469C608-F581-37DD-0343-200F04A1CC95}"/>
          </ac:spMkLst>
        </pc:spChg>
        <pc:spChg chg="add mod">
          <ac:chgData name="Jérémy REDING" userId="170a12f5445ece79" providerId="LiveId" clId="{26A1881F-DC6E-47B8-B072-A9D86EBF75FF}" dt="2025-08-11T12:53:11.663" v="1478" actId="207"/>
          <ac:spMkLst>
            <pc:docMk/>
            <pc:sldMk cId="2918660417" sldId="259"/>
            <ac:spMk id="27" creationId="{6C3CFA0F-4067-990B-D322-3B61A5C12E6B}"/>
          </ac:spMkLst>
        </pc:spChg>
        <pc:spChg chg="add mod">
          <ac:chgData name="Jérémy REDING" userId="170a12f5445ece79" providerId="LiveId" clId="{26A1881F-DC6E-47B8-B072-A9D86EBF75FF}" dt="2025-08-11T12:47:22.120" v="1411" actId="1076"/>
          <ac:spMkLst>
            <pc:docMk/>
            <pc:sldMk cId="2918660417" sldId="259"/>
            <ac:spMk id="28" creationId="{DEC4784A-F69D-538C-6B19-9E4A25F79D91}"/>
          </ac:spMkLst>
        </pc:spChg>
        <pc:spChg chg="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29" creationId="{9DC5BBF1-8046-7800-8108-DC44F4C0EC5A}"/>
          </ac:spMkLst>
        </pc:spChg>
        <pc:spChg chg="mod">
          <ac:chgData name="Jérémy REDING" userId="170a12f5445ece79" providerId="LiveId" clId="{26A1881F-DC6E-47B8-B072-A9D86EBF75FF}" dt="2025-08-25T15:25:12.769" v="1988" actId="1076"/>
          <ac:spMkLst>
            <pc:docMk/>
            <pc:sldMk cId="2918660417" sldId="259"/>
            <ac:spMk id="30" creationId="{B4F632C5-5347-0DD5-7E1D-AD05AF0B4C06}"/>
          </ac:spMkLst>
        </pc:spChg>
        <pc:spChg chg="mod">
          <ac:chgData name="Jérémy REDING" userId="170a12f5445ece79" providerId="LiveId" clId="{26A1881F-DC6E-47B8-B072-A9D86EBF75FF}" dt="2025-08-25T15:25:12.769" v="1988" actId="1076"/>
          <ac:spMkLst>
            <pc:docMk/>
            <pc:sldMk cId="2918660417" sldId="259"/>
            <ac:spMk id="31" creationId="{C5B4F058-600C-2BC0-9660-3B7C49DFEF47}"/>
          </ac:spMkLst>
        </pc:spChg>
        <pc:spChg chg="mod">
          <ac:chgData name="Jérémy REDING" userId="170a12f5445ece79" providerId="LiveId" clId="{26A1881F-DC6E-47B8-B072-A9D86EBF75FF}" dt="2025-08-25T15:22:30.960" v="1972" actId="1076"/>
          <ac:spMkLst>
            <pc:docMk/>
            <pc:sldMk cId="2918660417" sldId="259"/>
            <ac:spMk id="32" creationId="{8C29EEEB-436D-482A-0588-144D1C61306E}"/>
          </ac:spMkLst>
        </pc:spChg>
        <pc:spChg chg="add mod">
          <ac:chgData name="Jérémy REDING" userId="170a12f5445ece79" providerId="LiveId" clId="{26A1881F-DC6E-47B8-B072-A9D86EBF75FF}" dt="2025-08-11T12:47:43.070" v="1416" actId="1076"/>
          <ac:spMkLst>
            <pc:docMk/>
            <pc:sldMk cId="2918660417" sldId="259"/>
            <ac:spMk id="33" creationId="{42605A3B-CE1C-B038-F7AF-87F3BD13EC3D}"/>
          </ac:spMkLst>
        </pc:spChg>
        <pc:spChg chg="add mod">
          <ac:chgData name="Jérémy REDING" userId="170a12f5445ece79" providerId="LiveId" clId="{26A1881F-DC6E-47B8-B072-A9D86EBF75FF}" dt="2025-08-25T15:23:30.549" v="1976" actId="1076"/>
          <ac:spMkLst>
            <pc:docMk/>
            <pc:sldMk cId="2918660417" sldId="259"/>
            <ac:spMk id="35" creationId="{D076AA94-12DD-4B9D-CB3F-843DD24F8A2B}"/>
          </ac:spMkLst>
        </pc:spChg>
        <pc:spChg chg="add mod">
          <ac:chgData name="Jérémy REDING" userId="170a12f5445ece79" providerId="LiveId" clId="{26A1881F-DC6E-47B8-B072-A9D86EBF75FF}" dt="2025-08-11T12:48:01.824" v="1423" actId="14100"/>
          <ac:spMkLst>
            <pc:docMk/>
            <pc:sldMk cId="2918660417" sldId="259"/>
            <ac:spMk id="36" creationId="{99F3220F-85AA-93CB-09F0-9CD1658463C4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37" creationId="{79C01832-EFB1-3515-E94C-2C98BB0BB2A6}"/>
          </ac:spMkLst>
        </pc:spChg>
        <pc:spChg chg="add mod">
          <ac:chgData name="Jérémy REDING" userId="170a12f5445ece79" providerId="LiveId" clId="{26A1881F-DC6E-47B8-B072-A9D86EBF75FF}" dt="2025-08-11T12:53:11.663" v="1478" actId="207"/>
          <ac:spMkLst>
            <pc:docMk/>
            <pc:sldMk cId="2918660417" sldId="259"/>
            <ac:spMk id="38" creationId="{950E457B-BAAE-999A-71EC-FB749B626298}"/>
          </ac:spMkLst>
        </pc:spChg>
        <pc:spChg chg="add mod">
          <ac:chgData name="Jérémy REDING" userId="170a12f5445ece79" providerId="LiveId" clId="{26A1881F-DC6E-47B8-B072-A9D86EBF75FF}" dt="2025-08-25T15:23:30.549" v="1976" actId="1076"/>
          <ac:spMkLst>
            <pc:docMk/>
            <pc:sldMk cId="2918660417" sldId="259"/>
            <ac:spMk id="39" creationId="{E9788CD7-04A9-BB68-B014-9C51DDA05AA6}"/>
          </ac:spMkLst>
        </pc:spChg>
        <pc:spChg chg="add mod">
          <ac:chgData name="Jérémy REDING" userId="170a12f5445ece79" providerId="LiveId" clId="{26A1881F-DC6E-47B8-B072-A9D86EBF75FF}" dt="2025-08-11T12:53:11.663" v="1478" actId="207"/>
          <ac:spMkLst>
            <pc:docMk/>
            <pc:sldMk cId="2918660417" sldId="259"/>
            <ac:spMk id="40" creationId="{6CCF6995-0812-03AC-F989-1C57CB1F750A}"/>
          </ac:spMkLst>
        </pc:spChg>
        <pc:spChg chg="add mod">
          <ac:chgData name="Jérémy REDING" userId="170a12f5445ece79" providerId="LiveId" clId="{26A1881F-DC6E-47B8-B072-A9D86EBF75FF}" dt="2025-08-11T12:48:35.963" v="1427" actId="1076"/>
          <ac:spMkLst>
            <pc:docMk/>
            <pc:sldMk cId="2918660417" sldId="259"/>
            <ac:spMk id="41" creationId="{522C40F3-24E4-1E13-8B32-9421610C85F7}"/>
          </ac:spMkLst>
        </pc:spChg>
        <pc:spChg chg="add mod">
          <ac:chgData name="Jérémy REDING" userId="170a12f5445ece79" providerId="LiveId" clId="{26A1881F-DC6E-47B8-B072-A9D86EBF75FF}" dt="2025-08-12T14:07:09.158" v="1924"/>
          <ac:spMkLst>
            <pc:docMk/>
            <pc:sldMk cId="2918660417" sldId="259"/>
            <ac:spMk id="42" creationId="{09DD24F7-11D6-48D2-39ED-8E3D9C5A9188}"/>
          </ac:spMkLst>
        </pc:spChg>
        <pc:spChg chg="add mod">
          <ac:chgData name="Jérémy REDING" userId="170a12f5445ece79" providerId="LiveId" clId="{26A1881F-DC6E-47B8-B072-A9D86EBF75FF}" dt="2025-08-11T12:48:35.963" v="1427" actId="1076"/>
          <ac:spMkLst>
            <pc:docMk/>
            <pc:sldMk cId="2918660417" sldId="259"/>
            <ac:spMk id="43" creationId="{D73A18D6-C86C-BF28-11AD-61480669609D}"/>
          </ac:spMkLst>
        </pc:spChg>
        <pc:spChg chg="add mod">
          <ac:chgData name="Jérémy REDING" userId="170a12f5445ece79" providerId="LiveId" clId="{26A1881F-DC6E-47B8-B072-A9D86EBF75FF}" dt="2025-08-11T12:48:35.963" v="1427" actId="1076"/>
          <ac:spMkLst>
            <pc:docMk/>
            <pc:sldMk cId="2918660417" sldId="259"/>
            <ac:spMk id="44" creationId="{187785DE-8445-F049-BB0A-6E19848EA9D5}"/>
          </ac:spMkLst>
        </pc:spChg>
        <pc:spChg chg="add mod">
          <ac:chgData name="Jérémy REDING" userId="170a12f5445ece79" providerId="LiveId" clId="{26A1881F-DC6E-47B8-B072-A9D86EBF75FF}" dt="2025-08-11T12:53:11.663" v="1478" actId="207"/>
          <ac:spMkLst>
            <pc:docMk/>
            <pc:sldMk cId="2918660417" sldId="259"/>
            <ac:spMk id="45" creationId="{8946DFA3-1170-D79B-28C1-9CA6A57D0E0F}"/>
          </ac:spMkLst>
        </pc:spChg>
        <pc:spChg chg="add mod">
          <ac:chgData name="Jérémy REDING" userId="170a12f5445ece79" providerId="LiveId" clId="{26A1881F-DC6E-47B8-B072-A9D86EBF75FF}" dt="2025-08-12T14:07:09.158" v="1924"/>
          <ac:spMkLst>
            <pc:docMk/>
            <pc:sldMk cId="2918660417" sldId="259"/>
            <ac:spMk id="46" creationId="{62165BBA-AEC4-B7E3-F0F9-437C947DB15E}"/>
          </ac:spMkLst>
        </pc:spChg>
        <pc:spChg chg="add mod">
          <ac:chgData name="Jérémy REDING" userId="170a12f5445ece79" providerId="LiveId" clId="{26A1881F-DC6E-47B8-B072-A9D86EBF75FF}" dt="2025-08-11T12:48:35.963" v="1427" actId="1076"/>
          <ac:spMkLst>
            <pc:docMk/>
            <pc:sldMk cId="2918660417" sldId="259"/>
            <ac:spMk id="47" creationId="{AF2A3A98-F69A-934A-385E-5EF7AC80BEA1}"/>
          </ac:spMkLst>
        </pc:spChg>
        <pc:spChg chg="add mod">
          <ac:chgData name="Jérémy REDING" userId="170a12f5445ece79" providerId="LiveId" clId="{26A1881F-DC6E-47B8-B072-A9D86EBF75FF}" dt="2025-08-11T12:48:35.963" v="1427" actId="1076"/>
          <ac:spMkLst>
            <pc:docMk/>
            <pc:sldMk cId="2918660417" sldId="259"/>
            <ac:spMk id="48" creationId="{A5F4061C-E5C2-EEB1-BA06-1C53AAAF6563}"/>
          </ac:spMkLst>
        </pc:spChg>
        <pc:spChg chg="add 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49" creationId="{56E7CB04-657D-92E6-4DE0-DFD5E3D3ED86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50" creationId="{CFF4C005-7EFC-BB7F-8A2C-B3576F44033E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51" creationId="{DC3F5B95-F652-5843-E2AC-82C3F7A1F56B}"/>
          </ac:spMkLst>
        </pc:spChg>
        <pc:spChg chg="add 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52" creationId="{A9634541-6C53-4B57-CDA0-0195446A0D78}"/>
          </ac:spMkLst>
        </pc:spChg>
        <pc:spChg chg="add mod">
          <ac:chgData name="Jérémy REDING" userId="170a12f5445ece79" providerId="LiveId" clId="{26A1881F-DC6E-47B8-B072-A9D86EBF75FF}" dt="2025-08-11T12:48:44.180" v="1429" actId="1076"/>
          <ac:spMkLst>
            <pc:docMk/>
            <pc:sldMk cId="2918660417" sldId="259"/>
            <ac:spMk id="53" creationId="{AE67EDBF-407B-0625-7D39-5305561AA58B}"/>
          </ac:spMkLst>
        </pc:spChg>
        <pc:spChg chg="add mod">
          <ac:chgData name="Jérémy REDING" userId="170a12f5445ece79" providerId="LiveId" clId="{26A1881F-DC6E-47B8-B072-A9D86EBF75FF}" dt="2025-08-11T12:53:11.663" v="1478" actId="207"/>
          <ac:spMkLst>
            <pc:docMk/>
            <pc:sldMk cId="2918660417" sldId="259"/>
            <ac:spMk id="54" creationId="{CEC3A854-BD4A-F67B-965F-10E27BBB8886}"/>
          </ac:spMkLst>
        </pc:spChg>
        <pc:spChg chg="add mod">
          <ac:chgData name="Jérémy REDING" userId="170a12f5445ece79" providerId="LiveId" clId="{26A1881F-DC6E-47B8-B072-A9D86EBF75FF}" dt="2025-08-12T14:07:09.158" v="1924"/>
          <ac:spMkLst>
            <pc:docMk/>
            <pc:sldMk cId="2918660417" sldId="259"/>
            <ac:spMk id="55" creationId="{8DA8F400-D698-AA23-8B22-8FF3DCB5F0D4}"/>
          </ac:spMkLst>
        </pc:spChg>
        <pc:spChg chg="add mod">
          <ac:chgData name="Jérémy REDING" userId="170a12f5445ece79" providerId="LiveId" clId="{26A1881F-DC6E-47B8-B072-A9D86EBF75FF}" dt="2025-08-11T12:48:44.180" v="1429" actId="1076"/>
          <ac:spMkLst>
            <pc:docMk/>
            <pc:sldMk cId="2918660417" sldId="259"/>
            <ac:spMk id="56" creationId="{5FC3E8EA-6E88-FAC3-D51B-40A30FEC55DC}"/>
          </ac:spMkLst>
        </pc:spChg>
        <pc:spChg chg="add 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57" creationId="{7C1C6BE4-6A90-2973-EAC5-DEF343407740}"/>
          </ac:spMkLst>
        </pc:spChg>
        <pc:spChg chg="add mod">
          <ac:chgData name="Jérémy REDING" userId="170a12f5445ece79" providerId="LiveId" clId="{26A1881F-DC6E-47B8-B072-A9D86EBF75FF}" dt="2025-08-25T15:23:30.549" v="1976" actId="1076"/>
          <ac:spMkLst>
            <pc:docMk/>
            <pc:sldMk cId="2918660417" sldId="259"/>
            <ac:spMk id="58" creationId="{49837377-D7F7-69F8-EAC1-7F84B43A4FB8}"/>
          </ac:spMkLst>
        </pc:spChg>
        <pc:spChg chg="add mod">
          <ac:chgData name="Jérémy REDING" userId="170a12f5445ece79" providerId="LiveId" clId="{26A1881F-DC6E-47B8-B072-A9D86EBF75FF}" dt="2025-08-11T12:51:07.614" v="1471" actId="1076"/>
          <ac:spMkLst>
            <pc:docMk/>
            <pc:sldMk cId="2918660417" sldId="259"/>
            <ac:spMk id="59" creationId="{CEF48AE8-5DAF-8B3E-8BA9-AA908FFD360B}"/>
          </ac:spMkLst>
        </pc:spChg>
        <pc:spChg chg="add mod">
          <ac:chgData name="Jérémy REDING" userId="170a12f5445ece79" providerId="LiveId" clId="{26A1881F-DC6E-47B8-B072-A9D86EBF75FF}" dt="2025-08-11T12:48:53.190" v="1431" actId="1076"/>
          <ac:spMkLst>
            <pc:docMk/>
            <pc:sldMk cId="2918660417" sldId="259"/>
            <ac:spMk id="60" creationId="{ECA4A904-772A-5482-E896-466A1FEBB15A}"/>
          </ac:spMkLst>
        </pc:spChg>
        <pc:spChg chg="add mod">
          <ac:chgData name="Jérémy REDING" userId="170a12f5445ece79" providerId="LiveId" clId="{26A1881F-DC6E-47B8-B072-A9D86EBF75FF}" dt="2025-08-11T12:48:53.190" v="1431" actId="1076"/>
          <ac:spMkLst>
            <pc:docMk/>
            <pc:sldMk cId="2918660417" sldId="259"/>
            <ac:spMk id="61" creationId="{E9B42C97-55C0-F80D-CB50-6F0E81AE697C}"/>
          </ac:spMkLst>
        </pc:spChg>
        <pc:spChg chg="add mod">
          <ac:chgData name="Jérémy REDING" userId="170a12f5445ece79" providerId="LiveId" clId="{26A1881F-DC6E-47B8-B072-A9D86EBF75FF}" dt="2025-08-12T14:07:09.158" v="1924"/>
          <ac:spMkLst>
            <pc:docMk/>
            <pc:sldMk cId="2918660417" sldId="259"/>
            <ac:spMk id="62" creationId="{6D3937C4-9832-F102-2D11-F4CE6EE48072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63" creationId="{737D3B5A-5E44-B7AF-2B5D-F1321F918D14}"/>
          </ac:spMkLst>
        </pc:spChg>
        <pc:spChg chg="add mod">
          <ac:chgData name="Jérémy REDING" userId="170a12f5445ece79" providerId="LiveId" clId="{26A1881F-DC6E-47B8-B072-A9D86EBF75FF}" dt="2025-08-11T12:50:47.990" v="1462" actId="1076"/>
          <ac:spMkLst>
            <pc:docMk/>
            <pc:sldMk cId="2918660417" sldId="259"/>
            <ac:spMk id="64" creationId="{02EDF43E-C409-BCDB-A9BD-CC93A5EA2E9F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65" creationId="{87E14C40-3381-D2CB-EBEA-E566299A456A}"/>
          </ac:spMkLst>
        </pc:spChg>
        <pc:spChg chg="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66" creationId="{4E0B79B0-15D3-2D5F-DB07-3AAA9F079CC3}"/>
          </ac:spMkLst>
        </pc:spChg>
        <pc:spChg chg="mod">
          <ac:chgData name="Jérémy REDING" userId="170a12f5445ece79" providerId="LiveId" clId="{26A1881F-DC6E-47B8-B072-A9D86EBF75FF}" dt="2025-08-11T12:50:55.967" v="1466" actId="1076"/>
          <ac:spMkLst>
            <pc:docMk/>
            <pc:sldMk cId="2918660417" sldId="259"/>
            <ac:spMk id="67" creationId="{E62CE688-0411-2247-DBC0-91E5359F586D}"/>
          </ac:spMkLst>
        </pc:spChg>
        <pc:spChg chg="add mod">
          <ac:chgData name="Jérémy REDING" userId="170a12f5445ece79" providerId="LiveId" clId="{26A1881F-DC6E-47B8-B072-A9D86EBF75FF}" dt="2025-08-11T12:50:57.224" v="1467" actId="1076"/>
          <ac:spMkLst>
            <pc:docMk/>
            <pc:sldMk cId="2918660417" sldId="259"/>
            <ac:spMk id="68" creationId="{CBF2A836-F1E7-B977-3CA5-5236D8862115}"/>
          </ac:spMkLst>
        </pc:spChg>
        <pc:spChg chg="mod">
          <ac:chgData name="Jérémy REDING" userId="170a12f5445ece79" providerId="LiveId" clId="{26A1881F-DC6E-47B8-B072-A9D86EBF75FF}" dt="2025-08-11T12:50:50.370" v="1463" actId="1076"/>
          <ac:spMkLst>
            <pc:docMk/>
            <pc:sldMk cId="2918660417" sldId="259"/>
            <ac:spMk id="69" creationId="{36533727-0BD0-DC35-626D-4110A4F02881}"/>
          </ac:spMkLst>
        </pc:spChg>
        <pc:spChg chg="mod">
          <ac:chgData name="Jérémy REDING" userId="170a12f5445ece79" providerId="LiveId" clId="{26A1881F-DC6E-47B8-B072-A9D86EBF75FF}" dt="2025-08-11T12:50:58.831" v="1468" actId="1076"/>
          <ac:spMkLst>
            <pc:docMk/>
            <pc:sldMk cId="2918660417" sldId="259"/>
            <ac:spMk id="70" creationId="{6756399D-C227-9BCE-E91C-1F7EB0B168AE}"/>
          </ac:spMkLst>
        </pc:spChg>
        <pc:spChg chg="mod">
          <ac:chgData name="Jérémy REDING" userId="170a12f5445ece79" providerId="LiveId" clId="{26A1881F-DC6E-47B8-B072-A9D86EBF75FF}" dt="2025-08-11T12:51:04.650" v="1470" actId="1076"/>
          <ac:spMkLst>
            <pc:docMk/>
            <pc:sldMk cId="2918660417" sldId="259"/>
            <ac:spMk id="71" creationId="{44218077-1661-8C3B-2CF5-F3BCD874E286}"/>
          </ac:spMkLst>
        </pc:spChg>
        <pc:spChg chg="add mod">
          <ac:chgData name="Jérémy REDING" userId="170a12f5445ece79" providerId="LiveId" clId="{26A1881F-DC6E-47B8-B072-A9D86EBF75FF}" dt="2025-08-11T12:50:36.560" v="1457" actId="1076"/>
          <ac:spMkLst>
            <pc:docMk/>
            <pc:sldMk cId="2918660417" sldId="259"/>
            <ac:spMk id="72" creationId="{ADFD8ABB-451C-9D25-1FF4-9A9A7A36177A}"/>
          </ac:spMkLst>
        </pc:spChg>
        <pc:spChg chg="add mod">
          <ac:chgData name="Jérémy REDING" userId="170a12f5445ece79" providerId="LiveId" clId="{26A1881F-DC6E-47B8-B072-A9D86EBF75FF}" dt="2025-08-11T12:50:38.619" v="1458" actId="1076"/>
          <ac:spMkLst>
            <pc:docMk/>
            <pc:sldMk cId="2918660417" sldId="259"/>
            <ac:spMk id="73" creationId="{82FB447A-0D45-CDB9-C63E-F8BEB3955944}"/>
          </ac:spMkLst>
        </pc:spChg>
        <pc:spChg chg="add mod">
          <ac:chgData name="Jérémy REDING" userId="170a12f5445ece79" providerId="LiveId" clId="{26A1881F-DC6E-47B8-B072-A9D86EBF75FF}" dt="2025-08-11T12:50:40.455" v="1459" actId="1076"/>
          <ac:spMkLst>
            <pc:docMk/>
            <pc:sldMk cId="2918660417" sldId="259"/>
            <ac:spMk id="74" creationId="{EB635939-801E-0E77-17CB-198ACAB90D25}"/>
          </ac:spMkLst>
        </pc:spChg>
        <pc:spChg chg="add mod">
          <ac:chgData name="Jérémy REDING" userId="170a12f5445ece79" providerId="LiveId" clId="{26A1881F-DC6E-47B8-B072-A9D86EBF75FF}" dt="2025-08-11T12:49:37.690" v="1433" actId="1076"/>
          <ac:spMkLst>
            <pc:docMk/>
            <pc:sldMk cId="2918660417" sldId="259"/>
            <ac:spMk id="75" creationId="{9F6BA32C-70B0-C718-68B0-945B852C4D63}"/>
          </ac:spMkLst>
        </pc:spChg>
        <pc:spChg chg="mod">
          <ac:chgData name="Jérémy REDING" userId="170a12f5445ece79" providerId="LiveId" clId="{26A1881F-DC6E-47B8-B072-A9D86EBF75FF}" dt="2025-08-11T12:50:27.046" v="1455" actId="1076"/>
          <ac:spMkLst>
            <pc:docMk/>
            <pc:sldMk cId="2918660417" sldId="259"/>
            <ac:spMk id="76" creationId="{9D1801E6-FE0D-10E8-DA60-414EBB04B04E}"/>
          </ac:spMkLst>
        </pc:spChg>
        <pc:spChg chg="mod">
          <ac:chgData name="Jérémy REDING" userId="170a12f5445ece79" providerId="LiveId" clId="{26A1881F-DC6E-47B8-B072-A9D86EBF75FF}" dt="2025-08-11T12:53:11.663" v="1478" actId="207"/>
          <ac:spMkLst>
            <pc:docMk/>
            <pc:sldMk cId="2918660417" sldId="259"/>
            <ac:spMk id="77" creationId="{463F69E3-6A6E-5732-9A13-E1354921612A}"/>
          </ac:spMkLst>
        </pc:spChg>
        <pc:spChg chg="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78" creationId="{C47FEE9F-FF50-694F-5296-A6AB687338A8}"/>
          </ac:spMkLst>
        </pc:spChg>
        <pc:spChg chg="mod">
          <ac:chgData name="Jérémy REDING" userId="170a12f5445ece79" providerId="LiveId" clId="{26A1881F-DC6E-47B8-B072-A9D86EBF75FF}" dt="2025-08-11T12:50:20.654" v="1452" actId="1076"/>
          <ac:spMkLst>
            <pc:docMk/>
            <pc:sldMk cId="2918660417" sldId="259"/>
            <ac:spMk id="79" creationId="{3B5409E4-9F65-E20D-9190-C1A25B7ABD62}"/>
          </ac:spMkLst>
        </pc:spChg>
        <pc:spChg chg="mod">
          <ac:chgData name="Jérémy REDING" userId="170a12f5445ece79" providerId="LiveId" clId="{26A1881F-DC6E-47B8-B072-A9D86EBF75FF}" dt="2025-08-11T12:50:18.538" v="1451" actId="1076"/>
          <ac:spMkLst>
            <pc:docMk/>
            <pc:sldMk cId="2918660417" sldId="259"/>
            <ac:spMk id="80" creationId="{3072DC6A-408E-70FE-550C-818D901C1E01}"/>
          </ac:spMkLst>
        </pc:spChg>
        <pc:spChg chg="mod">
          <ac:chgData name="Jérémy REDING" userId="170a12f5445ece79" providerId="LiveId" clId="{26A1881F-DC6E-47B8-B072-A9D86EBF75FF}" dt="2025-08-11T12:50:16.095" v="1450" actId="1076"/>
          <ac:spMkLst>
            <pc:docMk/>
            <pc:sldMk cId="2918660417" sldId="259"/>
            <ac:spMk id="81" creationId="{2662A89A-53D5-1490-D3A5-C520A0B9CD7A}"/>
          </ac:spMkLst>
        </pc:spChg>
        <pc:spChg chg="add mod">
          <ac:chgData name="Jérémy REDING" userId="170a12f5445ece79" providerId="LiveId" clId="{26A1881F-DC6E-47B8-B072-A9D86EBF75FF}" dt="2025-08-25T15:23:30.549" v="1976" actId="1076"/>
          <ac:spMkLst>
            <pc:docMk/>
            <pc:sldMk cId="2918660417" sldId="259"/>
            <ac:spMk id="82" creationId="{DDCB8905-5A00-DDD2-5DDF-AB704549D246}"/>
          </ac:spMkLst>
        </pc:spChg>
        <pc:spChg chg="add 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83" creationId="{7BE11E8C-FF23-B97B-C91A-674662ECCF64}"/>
          </ac:spMkLst>
        </pc:spChg>
        <pc:spChg chg="mod">
          <ac:chgData name="Jérémy REDING" userId="170a12f5445ece79" providerId="LiveId" clId="{26A1881F-DC6E-47B8-B072-A9D86EBF75FF}" dt="2025-08-25T15:23:30.549" v="1976" actId="1076"/>
          <ac:spMkLst>
            <pc:docMk/>
            <pc:sldMk cId="2918660417" sldId="259"/>
            <ac:spMk id="84" creationId="{7AF363A8-C690-1E66-E4F2-6B4E5BBDCA52}"/>
          </ac:spMkLst>
        </pc:spChg>
        <pc:spChg chg="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85" creationId="{3C16906E-F183-3CF7-617B-8D63C003F81E}"/>
          </ac:spMkLst>
        </pc:spChg>
        <pc:spChg chg="mod">
          <ac:chgData name="Jérémy REDING" userId="170a12f5445ece79" providerId="LiveId" clId="{26A1881F-DC6E-47B8-B072-A9D86EBF75FF}" dt="2025-08-11T12:50:03.586" v="1443" actId="1076"/>
          <ac:spMkLst>
            <pc:docMk/>
            <pc:sldMk cId="2918660417" sldId="259"/>
            <ac:spMk id="86" creationId="{C5206CF0-2022-A302-704D-09DBB82A330A}"/>
          </ac:spMkLst>
        </pc:spChg>
        <pc:spChg chg="mod">
          <ac:chgData name="Jérémy REDING" userId="170a12f5445ece79" providerId="LiveId" clId="{26A1881F-DC6E-47B8-B072-A9D86EBF75FF}" dt="2025-08-11T12:49:55.097" v="1437" actId="1076"/>
          <ac:spMkLst>
            <pc:docMk/>
            <pc:sldMk cId="2918660417" sldId="259"/>
            <ac:spMk id="87" creationId="{15CD26E5-877A-E9CF-E8C8-B22C81BBFC53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88" creationId="{C85659CF-C0CF-B017-E463-8350C742FAE2}"/>
          </ac:spMkLst>
        </pc:spChg>
        <pc:spChg chg="mod">
          <ac:chgData name="Jérémy REDING" userId="170a12f5445ece79" providerId="LiveId" clId="{26A1881F-DC6E-47B8-B072-A9D86EBF75FF}" dt="2025-08-12T14:07:29.308" v="1936" actId="1076"/>
          <ac:spMkLst>
            <pc:docMk/>
            <pc:sldMk cId="2918660417" sldId="259"/>
            <ac:spMk id="89" creationId="{54BF56A8-7BCE-7A37-8247-8F7226EB516C}"/>
          </ac:spMkLst>
        </pc:spChg>
        <pc:spChg chg="add mod">
          <ac:chgData name="Jérémy REDING" userId="170a12f5445ece79" providerId="LiveId" clId="{26A1881F-DC6E-47B8-B072-A9D86EBF75FF}" dt="2025-08-12T14:07:29.545" v="1937"/>
          <ac:spMkLst>
            <pc:docMk/>
            <pc:sldMk cId="2918660417" sldId="259"/>
            <ac:spMk id="90" creationId="{944ECD8C-C6B5-E30A-D53C-184E38ADF654}"/>
          </ac:spMkLst>
        </pc:spChg>
        <pc:spChg chg="mod">
          <ac:chgData name="Jérémy REDING" userId="170a12f5445ece79" providerId="LiveId" clId="{26A1881F-DC6E-47B8-B072-A9D86EBF75FF}" dt="2025-08-11T12:50:00.086" v="1441" actId="1076"/>
          <ac:spMkLst>
            <pc:docMk/>
            <pc:sldMk cId="2918660417" sldId="259"/>
            <ac:spMk id="91" creationId="{99E3DE6F-49C7-C08B-80C1-A13D6E9B0E7F}"/>
          </ac:spMkLst>
        </pc:spChg>
        <pc:spChg chg="mod">
          <ac:chgData name="Jérémy REDING" userId="170a12f5445ece79" providerId="LiveId" clId="{26A1881F-DC6E-47B8-B072-A9D86EBF75FF}" dt="2025-08-12T14:07:09.158" v="1924"/>
          <ac:spMkLst>
            <pc:docMk/>
            <pc:sldMk cId="2918660417" sldId="259"/>
            <ac:spMk id="92" creationId="{D17D7FCF-D8FB-2FE0-10B0-3FE8330DFF95}"/>
          </ac:spMkLst>
        </pc:spChg>
        <pc:spChg chg="add mod">
          <ac:chgData name="Jérémy REDING" userId="170a12f5445ece79" providerId="LiveId" clId="{26A1881F-DC6E-47B8-B072-A9D86EBF75FF}" dt="2025-08-25T15:55:11.367" v="2145" actId="1076"/>
          <ac:spMkLst>
            <pc:docMk/>
            <pc:sldMk cId="2918660417" sldId="259"/>
            <ac:spMk id="93" creationId="{609CCF0E-20B5-5452-F7B3-FA0F0234B679}"/>
          </ac:spMkLst>
        </pc:spChg>
        <pc:spChg chg="mod">
          <ac:chgData name="Jérémy REDING" userId="170a12f5445ece79" providerId="LiveId" clId="{26A1881F-DC6E-47B8-B072-A9D86EBF75FF}" dt="2025-08-25T15:55:07.571" v="2144" actId="1076"/>
          <ac:spMkLst>
            <pc:docMk/>
            <pc:sldMk cId="2918660417" sldId="259"/>
            <ac:spMk id="94" creationId="{C8CDFE33-D55F-4DEC-9102-73942E0D44D5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98" creationId="{DD43D6DF-1A17-9631-B2C7-BE2C5A84BD87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99" creationId="{4C37465F-EBDD-C7FD-42B8-0EAA2EAAA01C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100" creationId="{FC7A14B6-715C-67D0-9137-694E31FC6001}"/>
          </ac:spMkLst>
        </pc:spChg>
        <pc:spChg chg="add mod ord">
          <ac:chgData name="Jérémy REDING" userId="170a12f5445ece79" providerId="LiveId" clId="{26A1881F-DC6E-47B8-B072-A9D86EBF75FF}" dt="2025-08-25T15:54:46.258" v="2140" actId="14100"/>
          <ac:spMkLst>
            <pc:docMk/>
            <pc:sldMk cId="2918660417" sldId="259"/>
            <ac:spMk id="102" creationId="{2A171552-4289-1153-60D9-856B13F99042}"/>
          </ac:spMkLst>
        </pc:spChg>
        <pc:spChg chg="add mod">
          <ac:chgData name="Jérémy REDING" userId="170a12f5445ece79" providerId="LiveId" clId="{26A1881F-DC6E-47B8-B072-A9D86EBF75FF}" dt="2025-08-25T15:23:30.549" v="1976" actId="1076"/>
          <ac:spMkLst>
            <pc:docMk/>
            <pc:sldMk cId="2918660417" sldId="259"/>
            <ac:spMk id="109" creationId="{E765A71F-C2B7-86C6-0F06-CD230E2A5C58}"/>
          </ac:spMkLst>
        </pc:spChg>
        <pc:spChg chg="add mod">
          <ac:chgData name="Jérémy REDING" userId="170a12f5445ece79" providerId="LiveId" clId="{26A1881F-DC6E-47B8-B072-A9D86EBF75FF}" dt="2025-08-25T15:22:42.364" v="1975" actId="1076"/>
          <ac:spMkLst>
            <pc:docMk/>
            <pc:sldMk cId="2918660417" sldId="259"/>
            <ac:spMk id="110" creationId="{93F5D6EA-08B8-7D9F-F0D0-E98AFD7ED0C3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111" creationId="{C88C57B1-43FD-FED9-AFC2-40F0783B982D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115" creationId="{EA9F2083-4C65-1705-A2CF-3A94947334CA}"/>
          </ac:spMkLst>
        </pc:spChg>
        <pc:spChg chg="add mod">
          <ac:chgData name="Jérémy REDING" userId="170a12f5445ece79" providerId="LiveId" clId="{26A1881F-DC6E-47B8-B072-A9D86EBF75FF}" dt="2025-08-25T15:25:12.769" v="1988" actId="1076"/>
          <ac:spMkLst>
            <pc:docMk/>
            <pc:sldMk cId="2918660417" sldId="259"/>
            <ac:spMk id="119" creationId="{EA85014D-010C-1AA0-8683-7CF445049915}"/>
          </ac:spMkLst>
        </pc:spChg>
        <pc:spChg chg="add mod">
          <ac:chgData name="Jérémy REDING" userId="170a12f5445ece79" providerId="LiveId" clId="{26A1881F-DC6E-47B8-B072-A9D86EBF75FF}" dt="2025-08-27T12:11:18.877" v="3723" actId="1076"/>
          <ac:spMkLst>
            <pc:docMk/>
            <pc:sldMk cId="2918660417" sldId="259"/>
            <ac:spMk id="122" creationId="{57F3D097-F706-AA50-AC6C-06BE56BA46D0}"/>
          </ac:spMkLst>
        </pc:spChg>
        <pc:spChg chg="add mod">
          <ac:chgData name="Jérémy REDING" userId="170a12f5445ece79" providerId="LiveId" clId="{26A1881F-DC6E-47B8-B072-A9D86EBF75FF}" dt="2025-08-25T15:24:59.132" v="1987" actId="1076"/>
          <ac:spMkLst>
            <pc:docMk/>
            <pc:sldMk cId="2918660417" sldId="259"/>
            <ac:spMk id="123" creationId="{2207876C-E4FD-952C-C477-78D3BCAD45B5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128" creationId="{E5A481B9-AC25-8EB6-A75C-C6EAFD3F8B4D}"/>
          </ac:spMkLst>
        </pc:spChg>
        <pc:spChg chg="add del mod">
          <ac:chgData name="Jérémy REDING" userId="170a12f5445ece79" providerId="LiveId" clId="{26A1881F-DC6E-47B8-B072-A9D86EBF75FF}" dt="2025-08-27T09:47:49.197" v="2349" actId="478"/>
          <ac:spMkLst>
            <pc:docMk/>
            <pc:sldMk cId="2918660417" sldId="259"/>
            <ac:spMk id="132" creationId="{2FE90065-3C33-3905-2BD5-AF2E67493D2C}"/>
          </ac:spMkLst>
        </pc:spChg>
        <pc:picChg chg="add mod">
          <ac:chgData name="Jérémy REDING" userId="170a12f5445ece79" providerId="LiveId" clId="{26A1881F-DC6E-47B8-B072-A9D86EBF75FF}" dt="2025-08-26T15:50:34.949" v="2256" actId="1076"/>
          <ac:picMkLst>
            <pc:docMk/>
            <pc:sldMk cId="2918660417" sldId="259"/>
            <ac:picMk id="6" creationId="{4B627252-945A-D4F5-CD05-A1DC99370892}"/>
          </ac:picMkLst>
        </pc:picChg>
        <pc:picChg chg="add del mod">
          <ac:chgData name="Jérémy REDING" userId="170a12f5445ece79" providerId="LiveId" clId="{26A1881F-DC6E-47B8-B072-A9D86EBF75FF}" dt="2025-08-11T13:39:25.158" v="1775" actId="1076"/>
          <ac:picMkLst>
            <pc:docMk/>
            <pc:sldMk cId="2918660417" sldId="259"/>
            <ac:picMk id="7" creationId="{C3908A87-0F71-9AEF-0AE8-93523BD3B990}"/>
          </ac:picMkLst>
        </pc:picChg>
        <pc:picChg chg="add mod">
          <ac:chgData name="Jérémy REDING" userId="170a12f5445ece79" providerId="LiveId" clId="{26A1881F-DC6E-47B8-B072-A9D86EBF75FF}" dt="2025-08-12T13:46:29.817" v="1893" actId="1076"/>
          <ac:picMkLst>
            <pc:docMk/>
            <pc:sldMk cId="2918660417" sldId="259"/>
            <ac:picMk id="10" creationId="{0B400E8B-4846-97DC-4759-461F43BDADEB}"/>
          </ac:picMkLst>
        </pc:picChg>
        <pc:picChg chg="mod">
          <ac:chgData name="Jérémy REDING" userId="170a12f5445ece79" providerId="LiveId" clId="{26A1881F-DC6E-47B8-B072-A9D86EBF75FF}" dt="2025-08-27T12:10:43.578" v="3718" actId="14100"/>
          <ac:picMkLst>
            <pc:docMk/>
            <pc:sldMk cId="2918660417" sldId="259"/>
            <ac:picMk id="13" creationId="{080BEB00-BE53-FE77-22A3-668D0903A60B}"/>
          </ac:picMkLst>
        </pc:picChg>
        <pc:picChg chg="add mod">
          <ac:chgData name="Jérémy REDING" userId="170a12f5445ece79" providerId="LiveId" clId="{26A1881F-DC6E-47B8-B072-A9D86EBF75FF}" dt="2025-08-11T13:39:20.622" v="1774" actId="1076"/>
          <ac:picMkLst>
            <pc:docMk/>
            <pc:sldMk cId="2918660417" sldId="259"/>
            <ac:picMk id="20" creationId="{C3908A87-0F71-9AEF-0AE8-93523BD3B990}"/>
          </ac:picMkLst>
        </pc:picChg>
        <pc:picChg chg="add del mod">
          <ac:chgData name="Jérémy REDING" userId="170a12f5445ece79" providerId="LiveId" clId="{26A1881F-DC6E-47B8-B072-A9D86EBF75FF}" dt="2025-08-27T09:47:49.197" v="2349" actId="478"/>
          <ac:picMkLst>
            <pc:docMk/>
            <pc:sldMk cId="2918660417" sldId="259"/>
            <ac:picMk id="101" creationId="{55A85EBA-9D2F-10BC-1764-BB843E3F14C0}"/>
          </ac:picMkLst>
        </pc:picChg>
        <pc:picChg chg="add mod">
          <ac:chgData name="Jérémy REDING" userId="170a12f5445ece79" providerId="LiveId" clId="{26A1881F-DC6E-47B8-B072-A9D86EBF75FF}" dt="2025-08-11T13:14:13.467" v="1620" actId="1076"/>
          <ac:picMkLst>
            <pc:docMk/>
            <pc:sldMk cId="2918660417" sldId="259"/>
            <ac:picMk id="105" creationId="{8E642AD9-69A8-0E0A-C334-4BC7F7B91F77}"/>
          </ac:picMkLst>
        </pc:picChg>
        <pc:picChg chg="add del mod">
          <ac:chgData name="Jérémy REDING" userId="170a12f5445ece79" providerId="LiveId" clId="{26A1881F-DC6E-47B8-B072-A9D86EBF75FF}" dt="2025-08-27T09:47:49.197" v="2349" actId="478"/>
          <ac:picMkLst>
            <pc:docMk/>
            <pc:sldMk cId="2918660417" sldId="259"/>
            <ac:picMk id="106" creationId="{4018DE81-2C02-A398-270C-47772F2CF02E}"/>
          </ac:picMkLst>
        </pc:picChg>
        <pc:picChg chg="add mod">
          <ac:chgData name="Jérémy REDING" userId="170a12f5445ece79" providerId="LiveId" clId="{26A1881F-DC6E-47B8-B072-A9D86EBF75FF}" dt="2025-08-11T13:38:59.599" v="1772" actId="1076"/>
          <ac:picMkLst>
            <pc:docMk/>
            <pc:sldMk cId="2918660417" sldId="259"/>
            <ac:picMk id="107" creationId="{8624F6BD-9980-C5E5-14ED-9439CEA4D47C}"/>
          </ac:picMkLst>
        </pc:picChg>
        <pc:picChg chg="add mod">
          <ac:chgData name="Jérémy REDING" userId="170a12f5445ece79" providerId="LiveId" clId="{26A1881F-DC6E-47B8-B072-A9D86EBF75FF}" dt="2025-08-11T13:38:59.599" v="1772" actId="1076"/>
          <ac:picMkLst>
            <pc:docMk/>
            <pc:sldMk cId="2918660417" sldId="259"/>
            <ac:picMk id="108" creationId="{A9E1DC7B-0631-7BEE-ECC9-37A3C1AC3E3D}"/>
          </ac:picMkLst>
        </pc:picChg>
        <pc:picChg chg="add mod">
          <ac:chgData name="Jérémy REDING" userId="170a12f5445ece79" providerId="LiveId" clId="{26A1881F-DC6E-47B8-B072-A9D86EBF75FF}" dt="2025-08-11T13:38:43.390" v="1770" actId="1076"/>
          <ac:picMkLst>
            <pc:docMk/>
            <pc:sldMk cId="2918660417" sldId="259"/>
            <ac:picMk id="116" creationId="{54D5389B-DD0B-A584-909B-71F7102697C4}"/>
          </ac:picMkLst>
        </pc:picChg>
        <pc:picChg chg="add mod">
          <ac:chgData name="Jérémy REDING" userId="170a12f5445ece79" providerId="LiveId" clId="{26A1881F-DC6E-47B8-B072-A9D86EBF75FF}" dt="2025-08-11T13:29:36.690" v="1763" actId="1076"/>
          <ac:picMkLst>
            <pc:docMk/>
            <pc:sldMk cId="2918660417" sldId="259"/>
            <ac:picMk id="126" creationId="{CD39D67C-E9AD-1969-8879-49A17E522D69}"/>
          </ac:picMkLst>
        </pc:picChg>
        <pc:cxnChg chg="mod">
          <ac:chgData name="Jérémy REDING" userId="170a12f5445ece79" providerId="LiveId" clId="{26A1881F-DC6E-47B8-B072-A9D86EBF75FF}" dt="2025-08-11T13:39:25.158" v="1775" actId="1076"/>
          <ac:cxnSpMkLst>
            <pc:docMk/>
            <pc:sldMk cId="2918660417" sldId="259"/>
            <ac:cxnSpMk id="11" creationId="{76D3F284-339B-D7B6-6839-0CB514CB3CF4}"/>
          </ac:cxnSpMkLst>
        </pc:cxnChg>
        <pc:cxnChg chg="mod">
          <ac:chgData name="Jérémy REDING" userId="170a12f5445ece79" providerId="LiveId" clId="{26A1881F-DC6E-47B8-B072-A9D86EBF75FF}" dt="2025-08-11T13:39:25.158" v="1775" actId="1076"/>
          <ac:cxnSpMkLst>
            <pc:docMk/>
            <pc:sldMk cId="2918660417" sldId="259"/>
            <ac:cxnSpMk id="12" creationId="{7071B0DB-9CB5-BA24-5658-3D0A73F820E1}"/>
          </ac:cxnSpMkLst>
        </pc:cxnChg>
        <pc:cxnChg chg="mod">
          <ac:chgData name="Jérémy REDING" userId="170a12f5445ece79" providerId="LiveId" clId="{26A1881F-DC6E-47B8-B072-A9D86EBF75FF}" dt="2025-08-11T13:39:25.158" v="1775" actId="1076"/>
          <ac:cxnSpMkLst>
            <pc:docMk/>
            <pc:sldMk cId="2918660417" sldId="259"/>
            <ac:cxnSpMk id="14" creationId="{0601D7C0-A3D4-14FF-09B0-085EDA33EBE3}"/>
          </ac:cxnSpMkLst>
        </pc:cxnChg>
        <pc:cxnChg chg="add mod">
          <ac:chgData name="Jérémy REDING" userId="170a12f5445ece79" providerId="LiveId" clId="{26A1881F-DC6E-47B8-B072-A9D86EBF75FF}" dt="2025-08-25T15:22:40.031" v="1974" actId="14100"/>
          <ac:cxnSpMkLst>
            <pc:docMk/>
            <pc:sldMk cId="2918660417" sldId="259"/>
            <ac:cxnSpMk id="112" creationId="{DBE56EC4-234B-462D-B349-DEED19012DE9}"/>
          </ac:cxnSpMkLst>
        </pc:cxnChg>
        <pc:cxnChg chg="add mod">
          <ac:chgData name="Jérémy REDING" userId="170a12f5445ece79" providerId="LiveId" clId="{26A1881F-DC6E-47B8-B072-A9D86EBF75FF}" dt="2025-08-25T15:22:36.769" v="1973" actId="14100"/>
          <ac:cxnSpMkLst>
            <pc:docMk/>
            <pc:sldMk cId="2918660417" sldId="259"/>
            <ac:cxnSpMk id="113" creationId="{AEE8953F-C2C4-059C-06CE-965D0124F44C}"/>
          </ac:cxnSpMkLst>
        </pc:cxnChg>
        <pc:cxnChg chg="add mod">
          <ac:chgData name="Jérémy REDING" userId="170a12f5445ece79" providerId="LiveId" clId="{26A1881F-DC6E-47B8-B072-A9D86EBF75FF}" dt="2025-08-25T15:22:23.608" v="1970" actId="14100"/>
          <ac:cxnSpMkLst>
            <pc:docMk/>
            <pc:sldMk cId="2918660417" sldId="259"/>
            <ac:cxnSpMk id="117" creationId="{BAE78ECB-969A-D54F-8EF5-9DCE0F57D1B8}"/>
          </ac:cxnSpMkLst>
        </pc:cxnChg>
        <pc:cxnChg chg="add mod">
          <ac:chgData name="Jérémy REDING" userId="170a12f5445ece79" providerId="LiveId" clId="{26A1881F-DC6E-47B8-B072-A9D86EBF75FF}" dt="2025-08-11T13:52:04.266" v="1786" actId="1582"/>
          <ac:cxnSpMkLst>
            <pc:docMk/>
            <pc:sldMk cId="2918660417" sldId="259"/>
            <ac:cxnSpMk id="121" creationId="{48FE1632-5322-C388-8B7F-CB6374D5A52F}"/>
          </ac:cxnSpMkLst>
        </pc:cxnChg>
      </pc:sldChg>
      <pc:sldChg chg="addSp delSp modSp add mod">
        <pc:chgData name="Jérémy REDING" userId="170a12f5445ece79" providerId="LiveId" clId="{26A1881F-DC6E-47B8-B072-A9D86EBF75FF}" dt="2025-08-27T12:08:21.816" v="3716" actId="1076"/>
        <pc:sldMkLst>
          <pc:docMk/>
          <pc:sldMk cId="1916830019" sldId="260"/>
        </pc:sldMkLst>
        <pc:spChg chg="add mod">
          <ac:chgData name="Jérémy REDING" userId="170a12f5445ece79" providerId="LiveId" clId="{26A1881F-DC6E-47B8-B072-A9D86EBF75FF}" dt="2025-08-27T11:17:32.547" v="2655" actId="1076"/>
          <ac:spMkLst>
            <pc:docMk/>
            <pc:sldMk cId="1916830019" sldId="260"/>
            <ac:spMk id="3" creationId="{B077747B-1E05-31D4-CFF2-D80AFDCA4031}"/>
          </ac:spMkLst>
        </pc:spChg>
        <pc:spChg chg="add del mod">
          <ac:chgData name="Jérémy REDING" userId="170a12f5445ece79" providerId="LiveId" clId="{26A1881F-DC6E-47B8-B072-A9D86EBF75FF}" dt="2025-08-27T10:56:16.458" v="2473" actId="478"/>
          <ac:spMkLst>
            <pc:docMk/>
            <pc:sldMk cId="1916830019" sldId="260"/>
            <ac:spMk id="4" creationId="{CFEF2103-08DD-75D3-4CAC-11B757B12208}"/>
          </ac:spMkLst>
        </pc:spChg>
        <pc:spChg chg="add mod">
          <ac:chgData name="Jérémy REDING" userId="170a12f5445ece79" providerId="LiveId" clId="{26A1881F-DC6E-47B8-B072-A9D86EBF75FF}" dt="2025-08-27T11:16:02.922" v="2590" actId="1076"/>
          <ac:spMkLst>
            <pc:docMk/>
            <pc:sldMk cId="1916830019" sldId="260"/>
            <ac:spMk id="5" creationId="{15C8F578-0C09-D99A-F704-EC2B3A9FA269}"/>
          </ac:spMkLst>
        </pc:spChg>
        <pc:spChg chg="add del">
          <ac:chgData name="Jérémy REDING" userId="170a12f5445ece79" providerId="LiveId" clId="{26A1881F-DC6E-47B8-B072-A9D86EBF75FF}" dt="2025-08-27T11:19:50.546" v="2768" actId="478"/>
          <ac:spMkLst>
            <pc:docMk/>
            <pc:sldMk cId="1916830019" sldId="260"/>
            <ac:spMk id="15" creationId="{B0E741DC-8551-9DCB-8B55-FFB0994CCC6B}"/>
          </ac:spMkLst>
        </pc:spChg>
        <pc:spChg chg="del">
          <ac:chgData name="Jérémy REDING" userId="170a12f5445ece79" providerId="LiveId" clId="{26A1881F-DC6E-47B8-B072-A9D86EBF75FF}" dt="2025-08-27T10:51:27.922" v="2368" actId="478"/>
          <ac:spMkLst>
            <pc:docMk/>
            <pc:sldMk cId="1916830019" sldId="260"/>
            <ac:spMk id="18" creationId="{DAFFFED9-E741-2902-9DC9-691538B5D3E2}"/>
          </ac:spMkLst>
        </pc:spChg>
        <pc:spChg chg="add del mod">
          <ac:chgData name="Jérémy REDING" userId="170a12f5445ece79" providerId="LiveId" clId="{26A1881F-DC6E-47B8-B072-A9D86EBF75FF}" dt="2025-08-27T11:15:48.282" v="2583" actId="478"/>
          <ac:spMkLst>
            <pc:docMk/>
            <pc:sldMk cId="1916830019" sldId="260"/>
            <ac:spMk id="19" creationId="{F3216D4B-687E-2FE5-EB15-D5D5BF52BBEE}"/>
          </ac:spMkLst>
        </pc:spChg>
        <pc:spChg chg="del">
          <ac:chgData name="Jérémy REDING" userId="170a12f5445ece79" providerId="LiveId" clId="{26A1881F-DC6E-47B8-B072-A9D86EBF75FF}" dt="2025-08-27T10:51:37.354" v="2380" actId="478"/>
          <ac:spMkLst>
            <pc:docMk/>
            <pc:sldMk cId="1916830019" sldId="260"/>
            <ac:spMk id="21" creationId="{7456F68A-B068-1439-FA17-FB05EDAE3AA6}"/>
          </ac:spMkLst>
        </pc:spChg>
        <pc:spChg chg="add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23" creationId="{06737B6F-6C70-33D6-D099-B40A3BBE1D46}"/>
          </ac:spMkLst>
        </pc:spChg>
        <pc:spChg chg="mod">
          <ac:chgData name="Jérémy REDING" userId="170a12f5445ece79" providerId="LiveId" clId="{26A1881F-DC6E-47B8-B072-A9D86EBF75FF}" dt="2025-08-27T12:07:38.905" v="3713" actId="1076"/>
          <ac:spMkLst>
            <pc:docMk/>
            <pc:sldMk cId="1916830019" sldId="260"/>
            <ac:spMk id="24" creationId="{FBCF039A-29CF-3F36-2B7E-9C9CF4999E93}"/>
          </ac:spMkLst>
        </pc:spChg>
        <pc:spChg chg="mod">
          <ac:chgData name="Jérémy REDING" userId="170a12f5445ece79" providerId="LiveId" clId="{26A1881F-DC6E-47B8-B072-A9D86EBF75FF}" dt="2025-08-27T12:07:38.905" v="3713" actId="1076"/>
          <ac:spMkLst>
            <pc:docMk/>
            <pc:sldMk cId="1916830019" sldId="260"/>
            <ac:spMk id="29" creationId="{DF493230-14F3-F8D1-DB86-3F0F591C97B3}"/>
          </ac:spMkLst>
        </pc:spChg>
        <pc:spChg chg="del mod">
          <ac:chgData name="Jérémy REDING" userId="170a12f5445ece79" providerId="LiveId" clId="{26A1881F-DC6E-47B8-B072-A9D86EBF75FF}" dt="2025-08-27T10:51:25.862" v="2366" actId="478"/>
          <ac:spMkLst>
            <pc:docMk/>
            <pc:sldMk cId="1916830019" sldId="260"/>
            <ac:spMk id="32" creationId="{2F7160E9-92DE-698E-A79A-8520F04ADDE2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33" creationId="{757F1F4C-086B-6F2D-23B3-D8C350153817}"/>
          </ac:spMkLst>
        </pc:spChg>
        <pc:spChg chg="add del mod">
          <ac:chgData name="Jérémy REDING" userId="170a12f5445ece79" providerId="LiveId" clId="{26A1881F-DC6E-47B8-B072-A9D86EBF75FF}" dt="2025-08-27T12:06:13.790" v="3704" actId="478"/>
          <ac:spMkLst>
            <pc:docMk/>
            <pc:sldMk cId="1916830019" sldId="260"/>
            <ac:spMk id="34" creationId="{5985AFBD-5277-F744-7ABB-96C3F611F4AA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37" creationId="{C499A588-5B5B-13ED-9E00-92F7EA6D03F1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42" creationId="{7098D566-147A-9085-CAFD-06375206506D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45" creationId="{4454E8BF-1728-C546-F46D-77615C7CFE42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46" creationId="{8AA6368E-F001-FD31-145D-EA4595E8A57B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65" creationId="{35794ADE-2AA4-0279-8FD2-E45ECEA290F5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75" creationId="{A4000B40-EBA9-FE7F-78DB-C1BC52EF3A00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82" creationId="{8E7D41F6-AD05-5856-4767-80E67BB2E985}"/>
          </ac:spMkLst>
        </pc:spChg>
        <pc:spChg chg="add del mod">
          <ac:chgData name="Jérémy REDING" userId="170a12f5445ece79" providerId="LiveId" clId="{26A1881F-DC6E-47B8-B072-A9D86EBF75FF}" dt="2025-08-27T12:08:21.816" v="3716" actId="1076"/>
          <ac:spMkLst>
            <pc:docMk/>
            <pc:sldMk cId="1916830019" sldId="260"/>
            <ac:spMk id="86" creationId="{EF82F66E-694B-4B71-16CC-60B5003A57DD}"/>
          </ac:spMkLst>
        </pc:spChg>
        <pc:spChg chg="add mod">
          <ac:chgData name="Jérémy REDING" userId="170a12f5445ece79" providerId="LiveId" clId="{26A1881F-DC6E-47B8-B072-A9D86EBF75FF}" dt="2025-08-27T12:06:24.217" v="3706"/>
          <ac:spMkLst>
            <pc:docMk/>
            <pc:sldMk cId="1916830019" sldId="260"/>
            <ac:spMk id="98" creationId="{B14142A6-DB39-8324-828D-DF29FF50FFAD}"/>
          </ac:spMkLst>
        </pc:spChg>
        <pc:spChg chg="del">
          <ac:chgData name="Jérémy REDING" userId="170a12f5445ece79" providerId="LiveId" clId="{26A1881F-DC6E-47B8-B072-A9D86EBF75FF}" dt="2025-08-27T10:51:31.230" v="2371" actId="478"/>
          <ac:spMkLst>
            <pc:docMk/>
            <pc:sldMk cId="1916830019" sldId="260"/>
            <ac:spMk id="109" creationId="{8686FE27-4B88-42AC-4A18-C9823FDC725C}"/>
          </ac:spMkLst>
        </pc:spChg>
        <pc:spChg chg="del">
          <ac:chgData name="Jérémy REDING" userId="170a12f5445ece79" providerId="LiveId" clId="{26A1881F-DC6E-47B8-B072-A9D86EBF75FF}" dt="2025-08-27T10:51:40.345" v="2384" actId="478"/>
          <ac:spMkLst>
            <pc:docMk/>
            <pc:sldMk cId="1916830019" sldId="260"/>
            <ac:spMk id="110" creationId="{73618078-5A4D-5258-1B5C-478249BD58B4}"/>
          </ac:spMkLst>
        </pc:spChg>
        <pc:spChg chg="mod">
          <ac:chgData name="Jérémy REDING" userId="170a12f5445ece79" providerId="LiveId" clId="{26A1881F-DC6E-47B8-B072-A9D86EBF75FF}" dt="2025-08-27T11:19:33.253" v="2767" actId="1076"/>
          <ac:spMkLst>
            <pc:docMk/>
            <pc:sldMk cId="1916830019" sldId="260"/>
            <ac:spMk id="119" creationId="{FBF7F4E4-49DD-350A-1E36-0E40398E13C7}"/>
          </ac:spMkLst>
        </pc:spChg>
        <pc:spChg chg="del">
          <ac:chgData name="Jérémy REDING" userId="170a12f5445ece79" providerId="LiveId" clId="{26A1881F-DC6E-47B8-B072-A9D86EBF75FF}" dt="2025-08-27T10:51:33.376" v="2374" actId="478"/>
          <ac:spMkLst>
            <pc:docMk/>
            <pc:sldMk cId="1916830019" sldId="260"/>
            <ac:spMk id="122" creationId="{63CC01BD-7B50-02DC-86BD-B4B4DC7846B4}"/>
          </ac:spMkLst>
        </pc:spChg>
        <pc:spChg chg="mod">
          <ac:chgData name="Jérémy REDING" userId="170a12f5445ece79" providerId="LiveId" clId="{26A1881F-DC6E-47B8-B072-A9D86EBF75FF}" dt="2025-08-27T10:56:35.907" v="2490" actId="1076"/>
          <ac:spMkLst>
            <pc:docMk/>
            <pc:sldMk cId="1916830019" sldId="260"/>
            <ac:spMk id="123" creationId="{41930D26-05FC-F699-96EA-C71E6AEEDCE4}"/>
          </ac:spMkLst>
        </pc:spChg>
        <pc:picChg chg="mod">
          <ac:chgData name="Jérémy REDING" userId="170a12f5445ece79" providerId="LiveId" clId="{26A1881F-DC6E-47B8-B072-A9D86EBF75FF}" dt="2025-08-27T11:17:29.899" v="2654" actId="1076"/>
          <ac:picMkLst>
            <pc:docMk/>
            <pc:sldMk cId="1916830019" sldId="260"/>
            <ac:picMk id="6" creationId="{3FE185F6-8DDC-30C5-876B-25208CCCCC1C}"/>
          </ac:picMkLst>
        </pc:picChg>
        <pc:picChg chg="del">
          <ac:chgData name="Jérémy REDING" userId="170a12f5445ece79" providerId="LiveId" clId="{26A1881F-DC6E-47B8-B072-A9D86EBF75FF}" dt="2025-08-27T10:51:30.300" v="2370" actId="478"/>
          <ac:picMkLst>
            <pc:docMk/>
            <pc:sldMk cId="1916830019" sldId="260"/>
            <ac:picMk id="7" creationId="{73DB009F-98FB-BA02-2E8B-90D8683F3FFD}"/>
          </ac:picMkLst>
        </pc:picChg>
        <pc:picChg chg="add del mod">
          <ac:chgData name="Jérémy REDING" userId="170a12f5445ece79" providerId="LiveId" clId="{26A1881F-DC6E-47B8-B072-A9D86EBF75FF}" dt="2025-08-27T11:29:15.821" v="2781" actId="478"/>
          <ac:picMkLst>
            <pc:docMk/>
            <pc:sldMk cId="1916830019" sldId="260"/>
            <ac:picMk id="9" creationId="{CEC4D953-963E-99EA-A714-4673B4EA2B4B}"/>
          </ac:picMkLst>
        </pc:picChg>
        <pc:picChg chg="del">
          <ac:chgData name="Jérémy REDING" userId="170a12f5445ece79" providerId="LiveId" clId="{26A1881F-DC6E-47B8-B072-A9D86EBF75FF}" dt="2025-08-27T11:19:50.546" v="2768" actId="478"/>
          <ac:picMkLst>
            <pc:docMk/>
            <pc:sldMk cId="1916830019" sldId="260"/>
            <ac:picMk id="13" creationId="{578DF8B6-7118-E320-2EA3-31E6933CDECC}"/>
          </ac:picMkLst>
        </pc:picChg>
        <pc:picChg chg="add del mod">
          <ac:chgData name="Jérémy REDING" userId="170a12f5445ece79" providerId="LiveId" clId="{26A1881F-DC6E-47B8-B072-A9D86EBF75FF}" dt="2025-08-27T11:29:16.185" v="2782" actId="478"/>
          <ac:picMkLst>
            <pc:docMk/>
            <pc:sldMk cId="1916830019" sldId="260"/>
            <ac:picMk id="17" creationId="{00DD5695-465E-D8A8-DD63-0CAD9C56479C}"/>
          </ac:picMkLst>
        </pc:picChg>
        <pc:picChg chg="del">
          <ac:chgData name="Jérémy REDING" userId="170a12f5445ece79" providerId="LiveId" clId="{26A1881F-DC6E-47B8-B072-A9D86EBF75FF}" dt="2025-08-27T10:51:31.671" v="2372" actId="478"/>
          <ac:picMkLst>
            <pc:docMk/>
            <pc:sldMk cId="1916830019" sldId="260"/>
            <ac:picMk id="20" creationId="{8A0704B1-CEE2-BE65-ED1B-E16112CF4648}"/>
          </ac:picMkLst>
        </pc:picChg>
        <pc:picChg chg="add del mod">
          <ac:chgData name="Jérémy REDING" userId="170a12f5445ece79" providerId="LiveId" clId="{26A1881F-DC6E-47B8-B072-A9D86EBF75FF}" dt="2025-08-27T12:06:14.248" v="3705" actId="478"/>
          <ac:picMkLst>
            <pc:docMk/>
            <pc:sldMk cId="1916830019" sldId="260"/>
            <ac:picMk id="95" creationId="{D1145C23-2758-6F98-EF47-2011B4CAFD5B}"/>
          </ac:picMkLst>
        </pc:picChg>
        <pc:picChg chg="add mod">
          <ac:chgData name="Jérémy REDING" userId="170a12f5445ece79" providerId="LiveId" clId="{26A1881F-DC6E-47B8-B072-A9D86EBF75FF}" dt="2025-08-27T12:06:47.257" v="3708" actId="14100"/>
          <ac:picMkLst>
            <pc:docMk/>
            <pc:sldMk cId="1916830019" sldId="260"/>
            <ac:picMk id="97" creationId="{80D98EF0-C3CB-34A5-EEA8-8AF4580D04D4}"/>
          </ac:picMkLst>
        </pc:picChg>
        <pc:picChg chg="add mod">
          <ac:chgData name="Jérémy REDING" userId="170a12f5445ece79" providerId="LiveId" clId="{26A1881F-DC6E-47B8-B072-A9D86EBF75FF}" dt="2025-08-27T12:06:24.217" v="3706"/>
          <ac:picMkLst>
            <pc:docMk/>
            <pc:sldMk cId="1916830019" sldId="260"/>
            <ac:picMk id="99" creationId="{79D61FA4-F0AF-3368-B326-8E04747CB6D1}"/>
          </ac:picMkLst>
        </pc:picChg>
        <pc:picChg chg="del">
          <ac:chgData name="Jérémy REDING" userId="170a12f5445ece79" providerId="LiveId" clId="{26A1881F-DC6E-47B8-B072-A9D86EBF75FF}" dt="2025-08-27T10:51:32.461" v="2373" actId="478"/>
          <ac:picMkLst>
            <pc:docMk/>
            <pc:sldMk cId="1916830019" sldId="260"/>
            <ac:picMk id="105" creationId="{A2C255E5-A103-C5E6-1F51-5DE6495DC03E}"/>
          </ac:picMkLst>
        </pc:picChg>
        <pc:picChg chg="del">
          <ac:chgData name="Jérémy REDING" userId="170a12f5445ece79" providerId="LiveId" clId="{26A1881F-DC6E-47B8-B072-A9D86EBF75FF}" dt="2025-08-27T10:51:38.191" v="2381" actId="478"/>
          <ac:picMkLst>
            <pc:docMk/>
            <pc:sldMk cId="1916830019" sldId="260"/>
            <ac:picMk id="107" creationId="{BE0E1F24-FC3F-CBF6-50F5-491FC8E460C1}"/>
          </ac:picMkLst>
        </pc:picChg>
        <pc:picChg chg="del">
          <ac:chgData name="Jérémy REDING" userId="170a12f5445ece79" providerId="LiveId" clId="{26A1881F-DC6E-47B8-B072-A9D86EBF75FF}" dt="2025-08-27T10:51:38.694" v="2382" actId="478"/>
          <ac:picMkLst>
            <pc:docMk/>
            <pc:sldMk cId="1916830019" sldId="260"/>
            <ac:picMk id="108" creationId="{9E092F5A-56B9-54E3-1C28-B32B713FA78E}"/>
          </ac:picMkLst>
        </pc:picChg>
        <pc:picChg chg="del">
          <ac:chgData name="Jérémy REDING" userId="170a12f5445ece79" providerId="LiveId" clId="{26A1881F-DC6E-47B8-B072-A9D86EBF75FF}" dt="2025-08-27T10:51:24.137" v="2364" actId="478"/>
          <ac:picMkLst>
            <pc:docMk/>
            <pc:sldMk cId="1916830019" sldId="260"/>
            <ac:picMk id="116" creationId="{7D099A52-3668-4315-B195-132832055991}"/>
          </ac:picMkLst>
        </pc:picChg>
        <pc:picChg chg="del">
          <ac:chgData name="Jérémy REDING" userId="170a12f5445ece79" providerId="LiveId" clId="{26A1881F-DC6E-47B8-B072-A9D86EBF75FF}" dt="2025-08-27T10:51:29.290" v="2369" actId="478"/>
          <ac:picMkLst>
            <pc:docMk/>
            <pc:sldMk cId="1916830019" sldId="260"/>
            <ac:picMk id="126" creationId="{52471A84-C62A-038A-FB6E-4DDE25EBFF09}"/>
          </ac:picMkLst>
        </pc:picChg>
        <pc:cxnChg chg="del">
          <ac:chgData name="Jérémy REDING" userId="170a12f5445ece79" providerId="LiveId" clId="{26A1881F-DC6E-47B8-B072-A9D86EBF75FF}" dt="2025-08-27T10:51:35.649" v="2378" actId="478"/>
          <ac:cxnSpMkLst>
            <pc:docMk/>
            <pc:sldMk cId="1916830019" sldId="260"/>
            <ac:cxnSpMk id="11" creationId="{6ADC4233-770F-910D-6104-558A8E2A72E6}"/>
          </ac:cxnSpMkLst>
        </pc:cxnChg>
        <pc:cxnChg chg="del">
          <ac:chgData name="Jérémy REDING" userId="170a12f5445ece79" providerId="LiveId" clId="{26A1881F-DC6E-47B8-B072-A9D86EBF75FF}" dt="2025-08-27T10:51:35.256" v="2377" actId="478"/>
          <ac:cxnSpMkLst>
            <pc:docMk/>
            <pc:sldMk cId="1916830019" sldId="260"/>
            <ac:cxnSpMk id="12" creationId="{246EC62B-D5A9-A680-E343-F546A634C209}"/>
          </ac:cxnSpMkLst>
        </pc:cxnChg>
        <pc:cxnChg chg="del">
          <ac:chgData name="Jérémy REDING" userId="170a12f5445ece79" providerId="LiveId" clId="{26A1881F-DC6E-47B8-B072-A9D86EBF75FF}" dt="2025-08-27T10:51:34.765" v="2376" actId="478"/>
          <ac:cxnSpMkLst>
            <pc:docMk/>
            <pc:sldMk cId="1916830019" sldId="260"/>
            <ac:cxnSpMk id="14" creationId="{DFEE26AB-F8FF-98D5-06A6-A3030F37E6F9}"/>
          </ac:cxnSpMkLst>
        </pc:cxnChg>
        <pc:cxnChg chg="del">
          <ac:chgData name="Jérémy REDING" userId="170a12f5445ece79" providerId="LiveId" clId="{26A1881F-DC6E-47B8-B072-A9D86EBF75FF}" dt="2025-08-27T10:51:39.307" v="2383" actId="478"/>
          <ac:cxnSpMkLst>
            <pc:docMk/>
            <pc:sldMk cId="1916830019" sldId="260"/>
            <ac:cxnSpMk id="112" creationId="{8B2FB6B3-A85B-09DF-7950-04D17E5DA8BB}"/>
          </ac:cxnSpMkLst>
        </pc:cxnChg>
        <pc:cxnChg chg="del">
          <ac:chgData name="Jérémy REDING" userId="170a12f5445ece79" providerId="LiveId" clId="{26A1881F-DC6E-47B8-B072-A9D86EBF75FF}" dt="2025-08-27T10:51:36.312" v="2379" actId="478"/>
          <ac:cxnSpMkLst>
            <pc:docMk/>
            <pc:sldMk cId="1916830019" sldId="260"/>
            <ac:cxnSpMk id="113" creationId="{D345433A-12E1-FA2D-66E1-1A4B2F09D5BE}"/>
          </ac:cxnSpMkLst>
        </pc:cxnChg>
        <pc:cxnChg chg="del">
          <ac:chgData name="Jérémy REDING" userId="170a12f5445ece79" providerId="LiveId" clId="{26A1881F-DC6E-47B8-B072-A9D86EBF75FF}" dt="2025-08-27T10:51:26.833" v="2367" actId="478"/>
          <ac:cxnSpMkLst>
            <pc:docMk/>
            <pc:sldMk cId="1916830019" sldId="260"/>
            <ac:cxnSpMk id="117" creationId="{ACD7B5E2-D7EE-3E70-7CD8-741FD751CDDD}"/>
          </ac:cxnSpMkLst>
        </pc:cxnChg>
        <pc:cxnChg chg="del">
          <ac:chgData name="Jérémy REDING" userId="170a12f5445ece79" providerId="LiveId" clId="{26A1881F-DC6E-47B8-B072-A9D86EBF75FF}" dt="2025-08-27T10:51:34.117" v="2375" actId="478"/>
          <ac:cxnSpMkLst>
            <pc:docMk/>
            <pc:sldMk cId="1916830019" sldId="260"/>
            <ac:cxnSpMk id="121" creationId="{8B884C26-6560-097D-6DA1-D312C01A9885}"/>
          </ac:cxnSpMkLst>
        </pc:cxnChg>
      </pc:sldChg>
      <pc:sldChg chg="addSp delSp modSp add mod">
        <pc:chgData name="Jérémy REDING" userId="170a12f5445ece79" providerId="LiveId" clId="{26A1881F-DC6E-47B8-B072-A9D86EBF75FF}" dt="2025-08-28T09:11:13.479" v="3845" actId="20577"/>
        <pc:sldMkLst>
          <pc:docMk/>
          <pc:sldMk cId="4005883428" sldId="261"/>
        </pc:sldMkLst>
        <pc:spChg chg="mod">
          <ac:chgData name="Jérémy REDING" userId="170a12f5445ece79" providerId="LiveId" clId="{26A1881F-DC6E-47B8-B072-A9D86EBF75FF}" dt="2025-08-28T09:10:49.238" v="3841" actId="20577"/>
          <ac:spMkLst>
            <pc:docMk/>
            <pc:sldMk cId="4005883428" sldId="261"/>
            <ac:spMk id="3" creationId="{21FBD1AA-609C-5850-AF4D-20C7658BB9D8}"/>
          </ac:spMkLst>
        </pc:spChg>
        <pc:spChg chg="mod">
          <ac:chgData name="Jérémy REDING" userId="170a12f5445ece79" providerId="LiveId" clId="{26A1881F-DC6E-47B8-B072-A9D86EBF75FF}" dt="2025-08-27T11:37:44.075" v="2977" actId="313"/>
          <ac:spMkLst>
            <pc:docMk/>
            <pc:sldMk cId="4005883428" sldId="261"/>
            <ac:spMk id="5" creationId="{3AAA4036-168D-079A-3AC3-576A466E9906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22" creationId="{B8552ABD-3617-F4CB-A44E-450421D68ED0}"/>
          </ac:spMkLst>
        </pc:spChg>
        <pc:spChg chg="mod">
          <ac:chgData name="Jérémy REDING" userId="170a12f5445ece79" providerId="LiveId" clId="{26A1881F-DC6E-47B8-B072-A9D86EBF75FF}" dt="2025-08-28T09:11:13.479" v="3845" actId="20577"/>
          <ac:spMkLst>
            <pc:docMk/>
            <pc:sldMk cId="4005883428" sldId="261"/>
            <ac:spMk id="23" creationId="{00817965-A4DB-2727-F4D0-5073DFAD94D3}"/>
          </ac:spMkLst>
        </pc:spChg>
        <pc:spChg chg="mod">
          <ac:chgData name="Jérémy REDING" userId="170a12f5445ece79" providerId="LiveId" clId="{26A1881F-DC6E-47B8-B072-A9D86EBF75FF}" dt="2025-08-27T12:07:58.169" v="3715" actId="1076"/>
          <ac:spMkLst>
            <pc:docMk/>
            <pc:sldMk cId="4005883428" sldId="261"/>
            <ac:spMk id="24" creationId="{64E3E5C9-4D19-D3B9-5771-A19DDC854942}"/>
          </ac:spMkLst>
        </pc:spChg>
        <pc:spChg chg="mod">
          <ac:chgData name="Jérémy REDING" userId="170a12f5445ece79" providerId="LiveId" clId="{26A1881F-DC6E-47B8-B072-A9D86EBF75FF}" dt="2025-08-27T12:07:58.169" v="3715" actId="1076"/>
          <ac:spMkLst>
            <pc:docMk/>
            <pc:sldMk cId="4005883428" sldId="261"/>
            <ac:spMk id="29" creationId="{B92F2C53-CA32-A89A-9675-2AA89D30BF7F}"/>
          </ac:spMkLst>
        </pc:spChg>
        <pc:spChg chg="mod">
          <ac:chgData name="Jérémy REDING" userId="170a12f5445ece79" providerId="LiveId" clId="{26A1881F-DC6E-47B8-B072-A9D86EBF75FF}" dt="2025-08-27T12:05:19.493" v="3696" actId="1076"/>
          <ac:spMkLst>
            <pc:docMk/>
            <pc:sldMk cId="4005883428" sldId="261"/>
            <ac:spMk id="34" creationId="{D0D61764-45D1-F905-D8E2-013A19A70A5F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40" creationId="{3B760655-446A-C104-CA7F-0A7E61E759DA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41" creationId="{C23073E8-3F2D-8AEB-5A97-FC2A6A0AEA61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44" creationId="{E1E78D41-840F-4518-425B-8374AFC533D0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62" creationId="{0C83BD1D-37E3-E74E-AC70-A40158AB980D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68" creationId="{7D9F3777-1728-6B22-B249-8655D32CE043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71" creationId="{2EFA70EB-C998-4EF6-28DC-C5B89E318CE6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86" creationId="{7672668D-C18B-8481-CC8D-85D465E5514F}"/>
          </ac:spMkLst>
        </pc:spChg>
        <pc:spChg chg="mod">
          <ac:chgData name="Jérémy REDING" userId="170a12f5445ece79" providerId="LiveId" clId="{26A1881F-DC6E-47B8-B072-A9D86EBF75FF}" dt="2025-08-27T12:05:45.468" v="3699" actId="1076"/>
          <ac:spMkLst>
            <pc:docMk/>
            <pc:sldMk cId="4005883428" sldId="261"/>
            <ac:spMk id="89" creationId="{47436340-840C-C18E-6E3E-7E32F4D87F0D}"/>
          </ac:spMkLst>
        </pc:spChg>
        <pc:spChg chg="mod">
          <ac:chgData name="Jérémy REDING" userId="170a12f5445ece79" providerId="LiveId" clId="{26A1881F-DC6E-47B8-B072-A9D86EBF75FF}" dt="2025-08-27T11:25:01.366" v="2776" actId="20577"/>
          <ac:spMkLst>
            <pc:docMk/>
            <pc:sldMk cId="4005883428" sldId="261"/>
            <ac:spMk id="123" creationId="{6A798AEB-C33C-F410-DE9B-3BA4E2EDCF7B}"/>
          </ac:spMkLst>
        </pc:spChg>
        <pc:picChg chg="add mod">
          <ac:chgData name="Jérémy REDING" userId="170a12f5445ece79" providerId="LiveId" clId="{26A1881F-DC6E-47B8-B072-A9D86EBF75FF}" dt="2025-08-27T12:05:49.911" v="3700" actId="14100"/>
          <ac:picMkLst>
            <pc:docMk/>
            <pc:sldMk cId="4005883428" sldId="261"/>
            <ac:picMk id="7" creationId="{988ADCF8-21E4-A56D-C0D1-5DE3CD465F27}"/>
          </ac:picMkLst>
        </pc:picChg>
        <pc:picChg chg="del">
          <ac:chgData name="Jérémy REDING" userId="170a12f5445ece79" providerId="LiveId" clId="{26A1881F-DC6E-47B8-B072-A9D86EBF75FF}" dt="2025-08-27T11:30:04.662" v="2787" actId="478"/>
          <ac:picMkLst>
            <pc:docMk/>
            <pc:sldMk cId="4005883428" sldId="261"/>
            <ac:picMk id="9" creationId="{40F16009-8B5C-F2CD-390A-546E5566AFF8}"/>
          </ac:picMkLst>
        </pc:picChg>
        <pc:picChg chg="del">
          <ac:chgData name="Jérémy REDING" userId="170a12f5445ece79" providerId="LiveId" clId="{26A1881F-DC6E-47B8-B072-A9D86EBF75FF}" dt="2025-08-27T11:30:05.181" v="2788" actId="478"/>
          <ac:picMkLst>
            <pc:docMk/>
            <pc:sldMk cId="4005883428" sldId="261"/>
            <ac:picMk id="17" creationId="{178382E8-4153-2077-62A5-1F861287FAF1}"/>
          </ac:picMkLst>
        </pc:picChg>
        <pc:picChg chg="mod">
          <ac:chgData name="Jérémy REDING" userId="170a12f5445ece79" providerId="LiveId" clId="{26A1881F-DC6E-47B8-B072-A9D86EBF75FF}" dt="2025-08-27T12:04:50.332" v="3691" actId="14100"/>
          <ac:picMkLst>
            <pc:docMk/>
            <pc:sldMk cId="4005883428" sldId="261"/>
            <ac:picMk id="95" creationId="{5EFFA9AD-CB6C-6722-F304-A487E64695E3}"/>
          </ac:picMkLst>
        </pc:picChg>
      </pc:sldChg>
      <pc:sldChg chg="addSp delSp modSp add mod">
        <pc:chgData name="Jérémy REDING" userId="170a12f5445ece79" providerId="LiveId" clId="{26A1881F-DC6E-47B8-B072-A9D86EBF75FF}" dt="2025-08-28T09:02:58.716" v="3819" actId="1076"/>
        <pc:sldMkLst>
          <pc:docMk/>
          <pc:sldMk cId="2386948293" sldId="262"/>
        </pc:sldMkLst>
        <pc:spChg chg="mod">
          <ac:chgData name="Jérémy REDING" userId="170a12f5445ece79" providerId="LiveId" clId="{26A1881F-DC6E-47B8-B072-A9D86EBF75FF}" dt="2025-08-27T13:35:27.428" v="3724" actId="14100"/>
          <ac:spMkLst>
            <pc:docMk/>
            <pc:sldMk cId="2386948293" sldId="262"/>
            <ac:spMk id="2" creationId="{9624E0D0-B11A-62E9-AF2D-39A7F08E3EDC}"/>
          </ac:spMkLst>
        </pc:spChg>
        <pc:spChg chg="del">
          <ac:chgData name="Jérémy REDING" userId="170a12f5445ece79" providerId="LiveId" clId="{26A1881F-DC6E-47B8-B072-A9D86EBF75FF}" dt="2025-08-27T11:43:08.035" v="3063" actId="478"/>
          <ac:spMkLst>
            <pc:docMk/>
            <pc:sldMk cId="2386948293" sldId="262"/>
            <ac:spMk id="3" creationId="{4A452DAF-3B66-0142-092E-1759D35D539C}"/>
          </ac:spMkLst>
        </pc:spChg>
        <pc:spChg chg="del">
          <ac:chgData name="Jérémy REDING" userId="170a12f5445ece79" providerId="LiveId" clId="{26A1881F-DC6E-47B8-B072-A9D86EBF75FF}" dt="2025-08-27T11:42:46.990" v="3059" actId="478"/>
          <ac:spMkLst>
            <pc:docMk/>
            <pc:sldMk cId="2386948293" sldId="262"/>
            <ac:spMk id="5" creationId="{F0B2CE6D-6412-B1D7-F20F-5FC22DA033CA}"/>
          </ac:spMkLst>
        </pc:spChg>
        <pc:spChg chg="add mod">
          <ac:chgData name="Jérémy REDING" userId="170a12f5445ece79" providerId="LiveId" clId="{26A1881F-DC6E-47B8-B072-A9D86EBF75FF}" dt="2025-08-27T13:37:15.151" v="3742" actId="1076"/>
          <ac:spMkLst>
            <pc:docMk/>
            <pc:sldMk cId="2386948293" sldId="262"/>
            <ac:spMk id="14" creationId="{390074E0-5F89-24B6-6F40-4A6AB30CF425}"/>
          </ac:spMkLst>
        </pc:spChg>
        <pc:spChg chg="add mod">
          <ac:chgData name="Jérémy REDING" userId="170a12f5445ece79" providerId="LiveId" clId="{26A1881F-DC6E-47B8-B072-A9D86EBF75FF}" dt="2025-08-27T13:40:38.179" v="3770" actId="1076"/>
          <ac:spMkLst>
            <pc:docMk/>
            <pc:sldMk cId="2386948293" sldId="262"/>
            <ac:spMk id="15" creationId="{1355740D-51D4-0DAC-BA3F-146DBAA4A2A9}"/>
          </ac:spMkLst>
        </pc:spChg>
        <pc:spChg chg="add mod ord">
          <ac:chgData name="Jérémy REDING" userId="170a12f5445ece79" providerId="LiveId" clId="{26A1881F-DC6E-47B8-B072-A9D86EBF75FF}" dt="2025-08-27T13:37:15.151" v="3742" actId="1076"/>
          <ac:spMkLst>
            <pc:docMk/>
            <pc:sldMk cId="2386948293" sldId="262"/>
            <ac:spMk id="20" creationId="{789EF5ED-0363-2AE4-E80C-09279B467E70}"/>
          </ac:spMkLst>
        </pc:spChg>
        <pc:spChg chg="add mod">
          <ac:chgData name="Jérémy REDING" userId="170a12f5445ece79" providerId="LiveId" clId="{26A1881F-DC6E-47B8-B072-A9D86EBF75FF}" dt="2025-08-27T13:37:11.700" v="3741" actId="571"/>
          <ac:spMkLst>
            <pc:docMk/>
            <pc:sldMk cId="2386948293" sldId="262"/>
            <ac:spMk id="21" creationId="{7CC404A5-8D98-3E1C-C0DF-91AA22DD2371}"/>
          </ac:spMkLst>
        </pc:spChg>
        <pc:spChg chg="mod">
          <ac:chgData name="Jérémy REDING" userId="170a12f5445ece79" providerId="LiveId" clId="{26A1881F-DC6E-47B8-B072-A9D86EBF75FF}" dt="2025-08-27T12:04:27.100" v="3689" actId="14100"/>
          <ac:spMkLst>
            <pc:docMk/>
            <pc:sldMk cId="2386948293" sldId="262"/>
            <ac:spMk id="22" creationId="{6D6A9990-26B2-8E22-545F-D26C62664894}"/>
          </ac:spMkLst>
        </pc:spChg>
        <pc:spChg chg="del">
          <ac:chgData name="Jérémy REDING" userId="170a12f5445ece79" providerId="LiveId" clId="{26A1881F-DC6E-47B8-B072-A9D86EBF75FF}" dt="2025-08-27T11:42:43.909" v="3057" actId="478"/>
          <ac:spMkLst>
            <pc:docMk/>
            <pc:sldMk cId="2386948293" sldId="262"/>
            <ac:spMk id="23" creationId="{52B0CC74-FC8A-B456-04D5-911F4327866E}"/>
          </ac:spMkLst>
        </pc:spChg>
        <pc:spChg chg="mod">
          <ac:chgData name="Jérémy REDING" userId="170a12f5445ece79" providerId="LiveId" clId="{26A1881F-DC6E-47B8-B072-A9D86EBF75FF}" dt="2025-08-27T13:40:45.792" v="3771" actId="1076"/>
          <ac:spMkLst>
            <pc:docMk/>
            <pc:sldMk cId="2386948293" sldId="262"/>
            <ac:spMk id="24" creationId="{C94539B4-4DBA-37D1-441D-0D770AC1FA2E}"/>
          </ac:spMkLst>
        </pc:spChg>
        <pc:spChg chg="mod ord">
          <ac:chgData name="Jérémy REDING" userId="170a12f5445ece79" providerId="LiveId" clId="{26A1881F-DC6E-47B8-B072-A9D86EBF75FF}" dt="2025-08-27T13:36:28.706" v="3732" actId="14100"/>
          <ac:spMkLst>
            <pc:docMk/>
            <pc:sldMk cId="2386948293" sldId="262"/>
            <ac:spMk id="25" creationId="{F872F088-1FCC-A1C5-9465-92A944241938}"/>
          </ac:spMkLst>
        </pc:spChg>
        <pc:spChg chg="mod">
          <ac:chgData name="Jérémy REDING" userId="170a12f5445ece79" providerId="LiveId" clId="{26A1881F-DC6E-47B8-B072-A9D86EBF75FF}" dt="2025-08-27T13:40:25.708" v="3769" actId="1076"/>
          <ac:spMkLst>
            <pc:docMk/>
            <pc:sldMk cId="2386948293" sldId="262"/>
            <ac:spMk id="26" creationId="{431996F5-C141-6FAC-517A-45535A6B3458}"/>
          </ac:spMkLst>
        </pc:spChg>
        <pc:spChg chg="mod">
          <ac:chgData name="Jérémy REDING" userId="170a12f5445ece79" providerId="LiveId" clId="{26A1881F-DC6E-47B8-B072-A9D86EBF75FF}" dt="2025-08-27T13:40:45.792" v="3771" actId="1076"/>
          <ac:spMkLst>
            <pc:docMk/>
            <pc:sldMk cId="2386948293" sldId="262"/>
            <ac:spMk id="29" creationId="{AAE5A165-A280-75A2-A95C-AD8FA2B8D37C}"/>
          </ac:spMkLst>
        </pc:spChg>
        <pc:spChg chg="mod">
          <ac:chgData name="Jérémy REDING" userId="170a12f5445ece79" providerId="LiveId" clId="{26A1881F-DC6E-47B8-B072-A9D86EBF75FF}" dt="2025-08-27T13:40:25.708" v="3769" actId="1076"/>
          <ac:spMkLst>
            <pc:docMk/>
            <pc:sldMk cId="2386948293" sldId="262"/>
            <ac:spMk id="30" creationId="{33A98043-383D-5055-AC36-F747FF8BD239}"/>
          </ac:spMkLst>
        </pc:spChg>
        <pc:spChg chg="del mod">
          <ac:chgData name="Jérémy REDING" userId="170a12f5445ece79" providerId="LiveId" clId="{26A1881F-DC6E-47B8-B072-A9D86EBF75FF}" dt="2025-08-27T12:00:53.459" v="3667" actId="478"/>
          <ac:spMkLst>
            <pc:docMk/>
            <pc:sldMk cId="2386948293" sldId="262"/>
            <ac:spMk id="31" creationId="{E0FD6A69-8EA6-5E82-6963-C51599E942DC}"/>
          </ac:spMkLst>
        </pc:spChg>
        <pc:spChg chg="add mod">
          <ac:chgData name="Jérémy REDING" userId="170a12f5445ece79" providerId="LiveId" clId="{26A1881F-DC6E-47B8-B072-A9D86EBF75FF}" dt="2025-08-27T13:37:11.700" v="3741" actId="571"/>
          <ac:spMkLst>
            <pc:docMk/>
            <pc:sldMk cId="2386948293" sldId="262"/>
            <ac:spMk id="32" creationId="{77A58690-9DBD-4F8B-8B27-18AF241C559B}"/>
          </ac:spMkLst>
        </pc:spChg>
        <pc:spChg chg="mod">
          <ac:chgData name="Jérémy REDING" userId="170a12f5445ece79" providerId="LiveId" clId="{26A1881F-DC6E-47B8-B072-A9D86EBF75FF}" dt="2025-08-27T12:04:42.031" v="3690" actId="1076"/>
          <ac:spMkLst>
            <pc:docMk/>
            <pc:sldMk cId="2386948293" sldId="262"/>
            <ac:spMk id="34" creationId="{1221B01B-CBA1-DABB-746E-6821BD94A54A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41" creationId="{82768743-8870-5490-AE9F-333B023BA607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46" creationId="{B72D6E32-8B96-FD32-19EC-CE0CF32F927E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47" creationId="{D3A8BB8F-37F5-6CDD-FD16-5B6074B48E1C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48" creationId="{1922FCBC-6E6F-AB9C-6705-B15FE91FDC0A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49" creationId="{C48AD760-AC50-E396-9414-EF5AC0CE1E40}"/>
          </ac:spMkLst>
        </pc:spChg>
        <pc:spChg chg="mod">
          <ac:chgData name="Jérémy REDING" userId="170a12f5445ece79" providerId="LiveId" clId="{26A1881F-DC6E-47B8-B072-A9D86EBF75FF}" dt="2025-08-28T09:02:58.716" v="3819" actId="1076"/>
          <ac:spMkLst>
            <pc:docMk/>
            <pc:sldMk cId="2386948293" sldId="262"/>
            <ac:spMk id="60" creationId="{99940667-FC7C-CD87-5D34-9E0313517DE1}"/>
          </ac:spMkLst>
        </pc:spChg>
        <pc:spChg chg="mod">
          <ac:chgData name="Jérémy REDING" userId="170a12f5445ece79" providerId="LiveId" clId="{26A1881F-DC6E-47B8-B072-A9D86EBF75FF}" dt="2025-08-28T09:02:56.160" v="3818" actId="1076"/>
          <ac:spMkLst>
            <pc:docMk/>
            <pc:sldMk cId="2386948293" sldId="262"/>
            <ac:spMk id="61" creationId="{F1EE01A7-4595-09A3-1FFD-64C166EFBB1A}"/>
          </ac:spMkLst>
        </pc:spChg>
        <pc:spChg chg="mod">
          <ac:chgData name="Jérémy REDING" userId="170a12f5445ece79" providerId="LiveId" clId="{26A1881F-DC6E-47B8-B072-A9D86EBF75FF}" dt="2025-08-28T09:02:53.399" v="3817" actId="1076"/>
          <ac:spMkLst>
            <pc:docMk/>
            <pc:sldMk cId="2386948293" sldId="262"/>
            <ac:spMk id="62" creationId="{619AACDF-EEA7-E40A-087C-4F7AD4FAE2F1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67" creationId="{49FAC1EC-6FF0-9992-AD4C-FE03316AC025}"/>
          </ac:spMkLst>
        </pc:spChg>
        <pc:spChg chg="mod">
          <ac:chgData name="Jérémy REDING" userId="170a12f5445ece79" providerId="LiveId" clId="{26A1881F-DC6E-47B8-B072-A9D86EBF75FF}" dt="2025-08-28T09:02:50.360" v="3816" actId="1076"/>
          <ac:spMkLst>
            <pc:docMk/>
            <pc:sldMk cId="2386948293" sldId="262"/>
            <ac:spMk id="69" creationId="{0246103A-FC56-F687-D741-855606D402E4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86" creationId="{9A982EB0-D558-D5DF-4072-FAA601EAF31C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89" creationId="{08767935-D490-13A2-8856-C28868A10DA9}"/>
          </ac:spMkLst>
        </pc:spChg>
        <pc:spChg chg="mod">
          <ac:chgData name="Jérémy REDING" userId="170a12f5445ece79" providerId="LiveId" clId="{26A1881F-DC6E-47B8-B072-A9D86EBF75FF}" dt="2025-08-27T13:36:52.871" v="3733" actId="1076"/>
          <ac:spMkLst>
            <pc:docMk/>
            <pc:sldMk cId="2386948293" sldId="262"/>
            <ac:spMk id="93" creationId="{256DFA05-C7D9-3627-466C-D102F171AD22}"/>
          </ac:spMkLst>
        </pc:spChg>
        <pc:spChg chg="mod">
          <ac:chgData name="Jérémy REDING" userId="170a12f5445ece79" providerId="LiveId" clId="{26A1881F-DC6E-47B8-B072-A9D86EBF75FF}" dt="2025-08-27T12:04:24.417" v="3688" actId="14100"/>
          <ac:spMkLst>
            <pc:docMk/>
            <pc:sldMk cId="2386948293" sldId="262"/>
            <ac:spMk id="102" creationId="{80CD0EB4-06F9-2AA9-AFD1-96BB94848D33}"/>
          </ac:spMkLst>
        </pc:spChg>
        <pc:spChg chg="del mod">
          <ac:chgData name="Jérémy REDING" userId="170a12f5445ece79" providerId="LiveId" clId="{26A1881F-DC6E-47B8-B072-A9D86EBF75FF}" dt="2025-08-27T12:00:53.459" v="3667" actId="478"/>
          <ac:spMkLst>
            <pc:docMk/>
            <pc:sldMk cId="2386948293" sldId="262"/>
            <ac:spMk id="119" creationId="{A6DF2590-B9A6-53E9-023D-D3144C4D4A98}"/>
          </ac:spMkLst>
        </pc:spChg>
        <pc:spChg chg="mod">
          <ac:chgData name="Jérémy REDING" userId="170a12f5445ece79" providerId="LiveId" clId="{26A1881F-DC6E-47B8-B072-A9D86EBF75FF}" dt="2025-08-28T08:59:11.375" v="3815" actId="1076"/>
          <ac:spMkLst>
            <pc:docMk/>
            <pc:sldMk cId="2386948293" sldId="262"/>
            <ac:spMk id="123" creationId="{6EFB1359-DD2D-0E37-C70F-6427D6D88D10}"/>
          </ac:spMkLst>
        </pc:spChg>
        <pc:picChg chg="add mod">
          <ac:chgData name="Jérémy REDING" userId="170a12f5445ece79" providerId="LiveId" clId="{26A1881F-DC6E-47B8-B072-A9D86EBF75FF}" dt="2025-08-27T12:04:42.031" v="3690" actId="1076"/>
          <ac:picMkLst>
            <pc:docMk/>
            <pc:sldMk cId="2386948293" sldId="262"/>
            <ac:picMk id="4" creationId="{82AD642D-9B9D-BC6B-EA9D-40821343A065}"/>
          </ac:picMkLst>
        </pc:picChg>
        <pc:picChg chg="del">
          <ac:chgData name="Jérémy REDING" userId="170a12f5445ece79" providerId="LiveId" clId="{26A1881F-DC6E-47B8-B072-A9D86EBF75FF}" dt="2025-08-27T11:42:41.613" v="3056" actId="478"/>
          <ac:picMkLst>
            <pc:docMk/>
            <pc:sldMk cId="2386948293" sldId="262"/>
            <ac:picMk id="6" creationId="{E001A937-EF16-D029-23A9-B2BBBF6D3DF6}"/>
          </ac:picMkLst>
        </pc:picChg>
        <pc:picChg chg="del">
          <ac:chgData name="Jérémy REDING" userId="170a12f5445ece79" providerId="LiveId" clId="{26A1881F-DC6E-47B8-B072-A9D86EBF75FF}" dt="2025-08-27T11:42:45.333" v="3058" actId="478"/>
          <ac:picMkLst>
            <pc:docMk/>
            <pc:sldMk cId="2386948293" sldId="262"/>
            <ac:picMk id="7" creationId="{B861C383-C6EF-8605-1796-E66485351673}"/>
          </ac:picMkLst>
        </pc:picChg>
        <pc:picChg chg="add mod">
          <ac:chgData name="Jérémy REDING" userId="170a12f5445ece79" providerId="LiveId" clId="{26A1881F-DC6E-47B8-B072-A9D86EBF75FF}" dt="2025-08-27T13:40:38.179" v="3770" actId="1076"/>
          <ac:picMkLst>
            <pc:docMk/>
            <pc:sldMk cId="2386948293" sldId="262"/>
            <ac:picMk id="8" creationId="{E428DF5D-1B9A-8CBB-36DE-DCB5D57FDA86}"/>
          </ac:picMkLst>
        </pc:picChg>
        <pc:picChg chg="add mod">
          <ac:chgData name="Jérémy REDING" userId="170a12f5445ece79" providerId="LiveId" clId="{26A1881F-DC6E-47B8-B072-A9D86EBF75FF}" dt="2025-08-27T13:40:38.179" v="3770" actId="1076"/>
          <ac:picMkLst>
            <pc:docMk/>
            <pc:sldMk cId="2386948293" sldId="262"/>
            <ac:picMk id="9" creationId="{81DA41C6-9817-6A68-A8EC-1A9A9E8AF43C}"/>
          </ac:picMkLst>
        </pc:picChg>
        <pc:picChg chg="add mod">
          <ac:chgData name="Jérémy REDING" userId="170a12f5445ece79" providerId="LiveId" clId="{26A1881F-DC6E-47B8-B072-A9D86EBF75FF}" dt="2025-08-27T13:40:38.179" v="3770" actId="1076"/>
          <ac:picMkLst>
            <pc:docMk/>
            <pc:sldMk cId="2386948293" sldId="262"/>
            <ac:picMk id="11" creationId="{46F5B731-8616-3902-C95F-4D5451205310}"/>
          </ac:picMkLst>
        </pc:picChg>
        <pc:picChg chg="add mod">
          <ac:chgData name="Jérémy REDING" userId="170a12f5445ece79" providerId="LiveId" clId="{26A1881F-DC6E-47B8-B072-A9D86EBF75FF}" dt="2025-08-27T13:40:06.045" v="3766" actId="1076"/>
          <ac:picMkLst>
            <pc:docMk/>
            <pc:sldMk cId="2386948293" sldId="262"/>
            <ac:picMk id="12" creationId="{99A330DA-FF6D-6C75-723D-4C227B3BD928}"/>
          </ac:picMkLst>
        </pc:picChg>
        <pc:picChg chg="add mod">
          <ac:chgData name="Jérémy REDING" userId="170a12f5445ece79" providerId="LiveId" clId="{26A1881F-DC6E-47B8-B072-A9D86EBF75FF}" dt="2025-08-27T13:40:38.179" v="3770" actId="1076"/>
          <ac:picMkLst>
            <pc:docMk/>
            <pc:sldMk cId="2386948293" sldId="262"/>
            <ac:picMk id="13" creationId="{5781F909-3471-0374-2B38-C4CE5F1D665A}"/>
          </ac:picMkLst>
        </pc:picChg>
        <pc:picChg chg="add mod">
          <ac:chgData name="Jérémy REDING" userId="170a12f5445ece79" providerId="LiveId" clId="{26A1881F-DC6E-47B8-B072-A9D86EBF75FF}" dt="2025-08-27T13:40:38.179" v="3770" actId="1076"/>
          <ac:picMkLst>
            <pc:docMk/>
            <pc:sldMk cId="2386948293" sldId="262"/>
            <ac:picMk id="17" creationId="{347512D8-975B-9FB0-428B-9E66C0B4AB55}"/>
          </ac:picMkLst>
        </pc:picChg>
        <pc:picChg chg="add mod">
          <ac:chgData name="Jérémy REDING" userId="170a12f5445ece79" providerId="LiveId" clId="{26A1881F-DC6E-47B8-B072-A9D86EBF75FF}" dt="2025-08-27T13:40:38.179" v="3770" actId="1076"/>
          <ac:picMkLst>
            <pc:docMk/>
            <pc:sldMk cId="2386948293" sldId="262"/>
            <ac:picMk id="19" creationId="{AA0E7673-33B7-F0C0-F731-AAD40F276FCE}"/>
          </ac:picMkLst>
        </pc:picChg>
        <pc:picChg chg="del">
          <ac:chgData name="Jérémy REDING" userId="170a12f5445ece79" providerId="LiveId" clId="{26A1881F-DC6E-47B8-B072-A9D86EBF75FF}" dt="2025-08-27T11:43:19.752" v="3064" actId="478"/>
          <ac:picMkLst>
            <pc:docMk/>
            <pc:sldMk cId="2386948293" sldId="262"/>
            <ac:picMk id="95" creationId="{612770C0-AB31-6DC6-DF4B-75CF156BE49B}"/>
          </ac:picMkLst>
        </pc:picChg>
      </pc:sldChg>
      <pc:sldChg chg="addSp delSp modSp add mod">
        <pc:chgData name="Jérémy REDING" userId="170a12f5445ece79" providerId="LiveId" clId="{26A1881F-DC6E-47B8-B072-A9D86EBF75FF}" dt="2025-08-28T14:52:22.796" v="4366" actId="1076"/>
        <pc:sldMkLst>
          <pc:docMk/>
          <pc:sldMk cId="2944974204" sldId="263"/>
        </pc:sldMkLst>
        <pc:spChg chg="mod">
          <ac:chgData name="Jérémy REDING" userId="170a12f5445ece79" providerId="LiveId" clId="{26A1881F-DC6E-47B8-B072-A9D86EBF75FF}" dt="2025-08-28T14:51:45.553" v="4364" actId="14100"/>
          <ac:spMkLst>
            <pc:docMk/>
            <pc:sldMk cId="2944974204" sldId="263"/>
            <ac:spMk id="2" creationId="{D935128E-164C-BDBA-A0AE-28B01ABCB084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3" creationId="{A0754C0B-CCC0-8A1F-541B-E650DF4880B7}"/>
          </ac:spMkLst>
        </pc:spChg>
        <pc:spChg chg="add mod">
          <ac:chgData name="Jérémy REDING" userId="170a12f5445ece79" providerId="LiveId" clId="{26A1881F-DC6E-47B8-B072-A9D86EBF75FF}" dt="2025-08-28T14:46:25.346" v="4310" actId="1076"/>
          <ac:spMkLst>
            <pc:docMk/>
            <pc:sldMk cId="2944974204" sldId="263"/>
            <ac:spMk id="4" creationId="{4D303DDA-8BF0-72E6-62F5-A21F92B706E0}"/>
          </ac:spMkLst>
        </pc:spChg>
        <pc:spChg chg="del mod">
          <ac:chgData name="Jérémy REDING" userId="170a12f5445ece79" providerId="LiveId" clId="{26A1881F-DC6E-47B8-B072-A9D86EBF75FF}" dt="2025-08-28T14:35:50.515" v="3880" actId="478"/>
          <ac:spMkLst>
            <pc:docMk/>
            <pc:sldMk cId="2944974204" sldId="263"/>
            <ac:spMk id="5" creationId="{9986C041-B36F-3350-53AD-D5E04FD2BC5D}"/>
          </ac:spMkLst>
        </pc:spChg>
        <pc:spChg chg="add mod">
          <ac:chgData name="Jérémy REDING" userId="170a12f5445ece79" providerId="LiveId" clId="{26A1881F-DC6E-47B8-B072-A9D86EBF75FF}" dt="2025-08-28T14:52:16.237" v="4365" actId="1076"/>
          <ac:spMkLst>
            <pc:docMk/>
            <pc:sldMk cId="2944974204" sldId="263"/>
            <ac:spMk id="8" creationId="{5D7C3AFF-710B-C110-8A3B-1FA2F779520A}"/>
          </ac:spMkLst>
        </pc:spChg>
        <pc:spChg chg="add mod">
          <ac:chgData name="Jérémy REDING" userId="170a12f5445ece79" providerId="LiveId" clId="{26A1881F-DC6E-47B8-B072-A9D86EBF75FF}" dt="2025-08-28T14:52:16.237" v="4365" actId="1076"/>
          <ac:spMkLst>
            <pc:docMk/>
            <pc:sldMk cId="2944974204" sldId="263"/>
            <ac:spMk id="9" creationId="{4FC0B8EE-DBD7-FEDF-831F-9B177A5A351F}"/>
          </ac:spMkLst>
        </pc:spChg>
        <pc:spChg chg="add mod">
          <ac:chgData name="Jérémy REDING" userId="170a12f5445ece79" providerId="LiveId" clId="{26A1881F-DC6E-47B8-B072-A9D86EBF75FF}" dt="2025-08-28T14:52:22.796" v="4366" actId="1076"/>
          <ac:spMkLst>
            <pc:docMk/>
            <pc:sldMk cId="2944974204" sldId="263"/>
            <ac:spMk id="11" creationId="{67C04301-DE1B-0BFD-5ED4-05DD805C7925}"/>
          </ac:spMkLst>
        </pc:spChg>
        <pc:spChg chg="add mod ord">
          <ac:chgData name="Jérémy REDING" userId="170a12f5445ece79" providerId="LiveId" clId="{26A1881F-DC6E-47B8-B072-A9D86EBF75FF}" dt="2025-08-28T14:44:30.423" v="4292" actId="14100"/>
          <ac:spMkLst>
            <pc:docMk/>
            <pc:sldMk cId="2944974204" sldId="263"/>
            <ac:spMk id="14" creationId="{62E1E9F8-5784-E09B-5020-FF4423D62DB3}"/>
          </ac:spMkLst>
        </pc:spChg>
        <pc:spChg chg="add del mod ord">
          <ac:chgData name="Jérémy REDING" userId="170a12f5445ece79" providerId="LiveId" clId="{26A1881F-DC6E-47B8-B072-A9D86EBF75FF}" dt="2025-08-28T14:44:38.360" v="4293" actId="478"/>
          <ac:spMkLst>
            <pc:docMk/>
            <pc:sldMk cId="2944974204" sldId="263"/>
            <ac:spMk id="15" creationId="{194513BB-7600-DDA0-33DE-F2D97FC6F1C7}"/>
          </ac:spMkLst>
        </pc:spChg>
        <pc:spChg chg="add del mod">
          <ac:chgData name="Jérémy REDING" userId="170a12f5445ece79" providerId="LiveId" clId="{26A1881F-DC6E-47B8-B072-A9D86EBF75FF}" dt="2025-08-28T14:45:22.941" v="4299" actId="478"/>
          <ac:spMkLst>
            <pc:docMk/>
            <pc:sldMk cId="2944974204" sldId="263"/>
            <ac:spMk id="16" creationId="{CF22F0FF-8CD9-CAF2-2B15-3FC90F58150A}"/>
          </ac:spMkLst>
        </pc:spChg>
        <pc:spChg chg="add del">
          <ac:chgData name="Jérémy REDING" userId="170a12f5445ece79" providerId="LiveId" clId="{26A1881F-DC6E-47B8-B072-A9D86EBF75FF}" dt="2025-08-28T14:45:33.339" v="4301" actId="478"/>
          <ac:spMkLst>
            <pc:docMk/>
            <pc:sldMk cId="2944974204" sldId="263"/>
            <ac:spMk id="17" creationId="{A2230809-5C32-43FB-5A9D-FFE918A5B6FD}"/>
          </ac:spMkLst>
        </pc:spChg>
        <pc:spChg chg="add mod ord">
          <ac:chgData name="Jérémy REDING" userId="170a12f5445ece79" providerId="LiveId" clId="{26A1881F-DC6E-47B8-B072-A9D86EBF75FF}" dt="2025-08-28T14:46:31.379" v="4312" actId="1076"/>
          <ac:spMkLst>
            <pc:docMk/>
            <pc:sldMk cId="2944974204" sldId="263"/>
            <ac:spMk id="18" creationId="{01343DE5-EB98-7156-6C02-20719D13C04A}"/>
          </ac:spMkLst>
        </pc:spChg>
        <pc:spChg chg="add mod ord">
          <ac:chgData name="Jérémy REDING" userId="170a12f5445ece79" providerId="LiveId" clId="{26A1881F-DC6E-47B8-B072-A9D86EBF75FF}" dt="2025-08-28T14:49:47.638" v="4349" actId="14100"/>
          <ac:spMkLst>
            <pc:docMk/>
            <pc:sldMk cId="2944974204" sldId="263"/>
            <ac:spMk id="19" creationId="{B2CDD927-6096-3C4A-A54F-98D9CF39EC37}"/>
          </ac:spMkLst>
        </pc:spChg>
        <pc:spChg chg="add mod ord">
          <ac:chgData name="Jérémy REDING" userId="170a12f5445ece79" providerId="LiveId" clId="{26A1881F-DC6E-47B8-B072-A9D86EBF75FF}" dt="2025-08-28T14:50:46.399" v="4357" actId="14100"/>
          <ac:spMkLst>
            <pc:docMk/>
            <pc:sldMk cId="2944974204" sldId="263"/>
            <ac:spMk id="20" creationId="{D37DF3B5-E428-F5D7-7B6F-D25518B6A63A}"/>
          </ac:spMkLst>
        </pc:spChg>
        <pc:spChg chg="mod">
          <ac:chgData name="Jérémy REDING" userId="170a12f5445ece79" providerId="LiveId" clId="{26A1881F-DC6E-47B8-B072-A9D86EBF75FF}" dt="2025-08-28T14:46:16.793" v="4307" actId="1076"/>
          <ac:spMkLst>
            <pc:docMk/>
            <pc:sldMk cId="2944974204" sldId="263"/>
            <ac:spMk id="23" creationId="{EDE03578-7CFB-D989-5613-708F9203F142}"/>
          </ac:spMkLst>
        </pc:spChg>
        <pc:spChg chg="mod">
          <ac:chgData name="Jérémy REDING" userId="170a12f5445ece79" providerId="LiveId" clId="{26A1881F-DC6E-47B8-B072-A9D86EBF75FF}" dt="2025-08-28T14:49:44.736" v="4348" actId="1076"/>
          <ac:spMkLst>
            <pc:docMk/>
            <pc:sldMk cId="2944974204" sldId="263"/>
            <ac:spMk id="24" creationId="{66F7141C-2448-72BD-3DFE-61EFF30ABB5B}"/>
          </ac:spMkLst>
        </pc:spChg>
        <pc:spChg chg="mod">
          <ac:chgData name="Jérémy REDING" userId="170a12f5445ece79" providerId="LiveId" clId="{26A1881F-DC6E-47B8-B072-A9D86EBF75FF}" dt="2025-08-28T14:46:25.346" v="4310" actId="1076"/>
          <ac:spMkLst>
            <pc:docMk/>
            <pc:sldMk cId="2944974204" sldId="263"/>
            <ac:spMk id="26" creationId="{4F0885FF-979C-9AB6-333C-A87D4A8178FE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27" creationId="{81C23325-B422-E5CA-19B5-49B36355DEA5}"/>
          </ac:spMkLst>
        </pc:spChg>
        <pc:spChg chg="mod">
          <ac:chgData name="Jérémy REDING" userId="170a12f5445ece79" providerId="LiveId" clId="{26A1881F-DC6E-47B8-B072-A9D86EBF75FF}" dt="2025-08-28T14:49:44.736" v="4348" actId="1076"/>
          <ac:spMkLst>
            <pc:docMk/>
            <pc:sldMk cId="2944974204" sldId="263"/>
            <ac:spMk id="29" creationId="{65643709-BD31-E96D-8596-C62A5DA8D246}"/>
          </ac:spMkLst>
        </pc:spChg>
        <pc:spChg chg="mod">
          <ac:chgData name="Jérémy REDING" userId="170a12f5445ece79" providerId="LiveId" clId="{26A1881F-DC6E-47B8-B072-A9D86EBF75FF}" dt="2025-08-28T14:47:11.189" v="4320" actId="404"/>
          <ac:spMkLst>
            <pc:docMk/>
            <pc:sldMk cId="2944974204" sldId="263"/>
            <ac:spMk id="30" creationId="{185EA0D5-D3D6-9639-CE85-365F01BA223A}"/>
          </ac:spMkLst>
        </pc:spChg>
        <pc:spChg chg="mod">
          <ac:chgData name="Jérémy REDING" userId="170a12f5445ece79" providerId="LiveId" clId="{26A1881F-DC6E-47B8-B072-A9D86EBF75FF}" dt="2025-08-28T14:47:15.252" v="4322" actId="403"/>
          <ac:spMkLst>
            <pc:docMk/>
            <pc:sldMk cId="2944974204" sldId="263"/>
            <ac:spMk id="31" creationId="{AF234072-A906-C38B-9633-00D528C04640}"/>
          </ac:spMkLst>
        </pc:spChg>
        <pc:spChg chg="del">
          <ac:chgData name="Jérémy REDING" userId="170a12f5445ece79" providerId="LiveId" clId="{26A1881F-DC6E-47B8-B072-A9D86EBF75FF}" dt="2025-08-28T14:50:08.176" v="4350" actId="478"/>
          <ac:spMkLst>
            <pc:docMk/>
            <pc:sldMk cId="2944974204" sldId="263"/>
            <ac:spMk id="34" creationId="{E91C0C15-EC8F-61FA-84E8-8F34B37941F7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40" creationId="{652B2A3E-91FE-9CE3-DB35-7273A5CD8278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48" creationId="{7A95538C-D48D-2ED3-DA74-2957E9ECFF70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63" creationId="{B2CFAE1A-B87A-3C0F-BBA7-4FA510545E06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68" creationId="{618E2AAE-4C03-9175-E459-F5DFF3B4BE1F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73" creationId="{3917CE06-38F7-7CCD-7D3B-FD9112FEF409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81" creationId="{15781D9B-381A-CB65-00C2-8A65E7EC52A0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89" creationId="{8B5395AE-8801-D39E-930C-C9F2FFD347E7}"/>
          </ac:spMkLst>
        </pc:spChg>
        <pc:spChg chg="mod">
          <ac:chgData name="Jérémy REDING" userId="170a12f5445ece79" providerId="LiveId" clId="{26A1881F-DC6E-47B8-B072-A9D86EBF75FF}" dt="2025-08-28T14:51:38.383" v="4362" actId="1076"/>
          <ac:spMkLst>
            <pc:docMk/>
            <pc:sldMk cId="2944974204" sldId="263"/>
            <ac:spMk id="94" creationId="{59F8E0D8-32D4-FEA6-8B24-D9BB824F512B}"/>
          </ac:spMkLst>
        </pc:spChg>
        <pc:spChg chg="mod">
          <ac:chgData name="Jérémy REDING" userId="170a12f5445ece79" providerId="LiveId" clId="{26A1881F-DC6E-47B8-B072-A9D86EBF75FF}" dt="2025-08-28T14:46:42.581" v="4314" actId="14100"/>
          <ac:spMkLst>
            <pc:docMk/>
            <pc:sldMk cId="2944974204" sldId="263"/>
            <ac:spMk id="119" creationId="{B95BD8A6-A2BC-990D-63A2-12B87F702627}"/>
          </ac:spMkLst>
        </pc:spChg>
        <pc:spChg chg="mod">
          <ac:chgData name="Jérémy REDING" userId="170a12f5445ece79" providerId="LiveId" clId="{26A1881F-DC6E-47B8-B072-A9D86EBF75FF}" dt="2025-08-28T14:51:30.887" v="4361" actId="1076"/>
          <ac:spMkLst>
            <pc:docMk/>
            <pc:sldMk cId="2944974204" sldId="263"/>
            <ac:spMk id="123" creationId="{25C63900-0118-9703-82F5-5B0711A02372}"/>
          </ac:spMkLst>
        </pc:spChg>
        <pc:picChg chg="del">
          <ac:chgData name="Jérémy REDING" userId="170a12f5445ece79" providerId="LiveId" clId="{26A1881F-DC6E-47B8-B072-A9D86EBF75FF}" dt="2025-08-28T14:35:45.763" v="3877" actId="478"/>
          <ac:picMkLst>
            <pc:docMk/>
            <pc:sldMk cId="2944974204" sldId="263"/>
            <ac:picMk id="6" creationId="{9C3BE512-9DC7-3F72-47CB-B6D23748FA10}"/>
          </ac:picMkLst>
        </pc:picChg>
        <pc:picChg chg="del">
          <ac:chgData name="Jérémy REDING" userId="170a12f5445ece79" providerId="LiveId" clId="{26A1881F-DC6E-47B8-B072-A9D86EBF75FF}" dt="2025-08-28T14:35:48.206" v="3878" actId="478"/>
          <ac:picMkLst>
            <pc:docMk/>
            <pc:sldMk cId="2944974204" sldId="263"/>
            <ac:picMk id="7" creationId="{A304AA62-FECC-7445-CCF8-F6A3559FEE32}"/>
          </ac:picMkLst>
        </pc:picChg>
        <pc:picChg chg="add mod">
          <ac:chgData name="Jérémy REDING" userId="170a12f5445ece79" providerId="LiveId" clId="{26A1881F-DC6E-47B8-B072-A9D86EBF75FF}" dt="2025-08-28T14:41:50.119" v="4269" actId="1076"/>
          <ac:picMkLst>
            <pc:docMk/>
            <pc:sldMk cId="2944974204" sldId="263"/>
            <ac:picMk id="13" creationId="{585EB14E-2428-A3C8-B639-774A1D09048A}"/>
          </ac:picMkLst>
        </pc:picChg>
        <pc:picChg chg="add mod">
          <ac:chgData name="Jérémy REDING" userId="170a12f5445ece79" providerId="LiveId" clId="{26A1881F-DC6E-47B8-B072-A9D86EBF75FF}" dt="2025-08-28T14:51:16.471" v="4359" actId="1076"/>
          <ac:picMkLst>
            <pc:docMk/>
            <pc:sldMk cId="2944974204" sldId="263"/>
            <ac:picMk id="21" creationId="{C6F9935E-8711-0BB8-5207-14F2C4A0C0DA}"/>
          </ac:picMkLst>
        </pc:picChg>
        <pc:picChg chg="del">
          <ac:chgData name="Jérémy REDING" userId="170a12f5445ece79" providerId="LiveId" clId="{26A1881F-DC6E-47B8-B072-A9D86EBF75FF}" dt="2025-08-28T14:50:10.162" v="4351" actId="478"/>
          <ac:picMkLst>
            <pc:docMk/>
            <pc:sldMk cId="2944974204" sldId="263"/>
            <ac:picMk id="95" creationId="{9B94088B-3008-5F18-64FA-A079D1A84551}"/>
          </ac:picMkLst>
        </pc:picChg>
      </pc:sldChg>
      <pc:sldMasterChg chg="modSp modSldLayout">
        <pc:chgData name="Jérémy REDING" userId="170a12f5445ece79" providerId="LiveId" clId="{26A1881F-DC6E-47B8-B072-A9D86EBF75FF}" dt="2025-08-12T13:41:28.586" v="1862"/>
        <pc:sldMasterMkLst>
          <pc:docMk/>
          <pc:sldMasterMk cId="3680410313" sldId="2147483648"/>
        </pc:sldMasterMkLst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4210664352" sldId="2147483649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2519886745" sldId="2147483651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319583408" sldId="2147483652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2825485588" sldId="2147483653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4194813217" sldId="2147483656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1566460625" sldId="2147483657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1524028569" sldId="2147483659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29.545" v="1937"/>
        <pc:sldMasterMkLst>
          <pc:docMk/>
          <pc:sldMasterMk cId="505228416" sldId="2147483660"/>
        </pc:sldMasterMkLst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2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3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4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5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6" creationId="{00000000-0000-0000-0000-000000000000}"/>
          </ac:spMkLst>
        </pc:sp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3809139508" sldId="2147483661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809139508" sldId="2147483661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809139508" sldId="2147483661"/>
              <ac:spMk id="3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221500589" sldId="2147483663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221500589" sldId="2147483663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221500589" sldId="2147483663"/>
              <ac:spMk id="3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51431431" sldId="2147483664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51431431" sldId="2147483664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51431431" sldId="2147483664"/>
              <ac:spMk id="4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1846044836" sldId="2147483665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4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5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6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605231548" sldId="2147483668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05231548" sldId="2147483668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05231548" sldId="2147483668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05231548" sldId="2147483668"/>
              <ac:spMk id="4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673383857" sldId="2147483669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73383857" sldId="2147483669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73383857" sldId="2147483669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73383857" sldId="2147483669"/>
              <ac:spMk id="4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3338711330" sldId="2147483671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338711330" sldId="2147483671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338711330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Jérémy REDING" userId="170a12f5445ece79" providerId="LiveId" clId="{26A1881F-DC6E-47B8-B072-A9D86EBF75FF}" dt="2025-08-12T13:41:28.128" v="1861"/>
        <pc:sldMasterMkLst>
          <pc:docMk/>
          <pc:sldMasterMk cId="3034682726" sldId="2147483660"/>
        </pc:sldMasterMkLst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3496707624" sldId="2147483661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2157756214" sldId="2147483663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3004804776" sldId="2147483664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4269707957" sldId="2147483665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1810064792" sldId="2147483668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2474561943" sldId="2147483669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1554930298" sldId="2147483671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28.680" v="1932"/>
        <pc:sldMasterMkLst>
          <pc:docMk/>
          <pc:sldMasterMk cId="2912523534" sldId="2147483672"/>
        </pc:sldMasterMkLst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2845950413" sldId="2147483673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3349401734" sldId="2147483675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2417138645" sldId="2147483676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4102436384" sldId="2147483677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3866906383" sldId="2147483680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1738484998" sldId="2147483681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2939450738" sldId="2147483683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10.200" v="1925"/>
        <pc:sldMasterMkLst>
          <pc:docMk/>
          <pc:sldMasterMk cId="431098329" sldId="2147483684"/>
        </pc:sldMasterMkLst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959629687" sldId="2147483685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299665440" sldId="2147483687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058727798" sldId="2147483688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2608871700" sldId="2147483689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412543001" sldId="2147483692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053337181" sldId="2147483693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2364013211" sldId="2147483695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09.158" v="1924"/>
        <pc:sldMasterMkLst>
          <pc:docMk/>
          <pc:sldMasterMk cId="3520380106" sldId="2147483696"/>
        </pc:sldMasterMkLst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798405546" sldId="2147483697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827940117" sldId="2147483699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2832508037" sldId="2147483700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939593748" sldId="2147483701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599964991" sldId="2147483704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485544831" sldId="2147483705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580367498" sldId="2147483707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07.126" v="1922"/>
        <pc:sldMasterMkLst>
          <pc:docMk/>
          <pc:sldMasterMk cId="3161298204" sldId="2147483708"/>
        </pc:sldMasterMkLst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3655079491" sldId="2147483709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3770236125" sldId="2147483711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1075975449" sldId="2147483712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72142645" sldId="2147483713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2926752120" sldId="2147483716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194370549" sldId="2147483717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3018512347" sldId="214748371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3C90-257B-4302-BF58-5E3AB69C23C5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1143000"/>
            <a:ext cx="580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3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4686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5010" y="8684686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3AAC4-F442-43B7-A42A-8DC8DE2B3E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06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320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81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642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803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963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200124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285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360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DFD4-7417-37D0-5F71-19E2EC6E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6A49BE-D006-9961-93BF-2F807CCAF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5EAF0DB-D5C2-9E68-0A4A-4E69B2402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2EF77-CDDA-6E5C-4CA3-39209F725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5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A911-0ADC-32B3-34F8-D1DC44D5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ACB711-FB12-1125-55C5-54294B10E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AF1EFB-993A-58E2-C143-FDC6D06A3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FDB6F9-C392-EED4-0C49-8D67C78D6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47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A523-63BC-85A6-567B-19F5400B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E05FDC-8DAA-39FB-7DEE-73D805234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6D74A3-D404-A3A5-4CA8-C42AC1489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76576-86F7-DD26-64EA-DFD6E4B24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737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882BF-AE9B-7E06-F12E-60F002D3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4D16E7-8B5A-E7DB-38F3-A9E87406E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EABDC2-2DD1-4EDF-E0A9-6CBF0A73E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B834FD-1E5C-747C-4DE2-5D172AFF3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14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60529"/>
            <a:ext cx="9144000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03592"/>
            <a:ext cx="9144000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4" indent="0" algn="ctr">
              <a:buNone/>
              <a:defRPr sz="1890"/>
            </a:lvl2pPr>
            <a:lvl3pPr marL="864007" indent="0" algn="ctr">
              <a:buNone/>
              <a:defRPr sz="1701"/>
            </a:lvl3pPr>
            <a:lvl4pPr marL="1296011" indent="0" algn="ctr">
              <a:buNone/>
              <a:defRPr sz="1512"/>
            </a:lvl4pPr>
            <a:lvl5pPr marL="1728014" indent="0" algn="ctr">
              <a:buNone/>
              <a:defRPr sz="1512"/>
            </a:lvl5pPr>
            <a:lvl6pPr marL="2160016" indent="0" algn="ctr">
              <a:buNone/>
              <a:defRPr sz="1512"/>
            </a:lvl6pPr>
            <a:lvl7pPr marL="2592021" indent="0" algn="ctr">
              <a:buNone/>
              <a:defRPr sz="1512"/>
            </a:lvl7pPr>
            <a:lvl8pPr marL="3024025" indent="0" algn="ctr">
              <a:buNone/>
              <a:defRPr sz="1512"/>
            </a:lvl8pPr>
            <a:lvl9pPr marL="3456027" indent="0" algn="ctr">
              <a:buNone/>
              <a:defRPr sz="151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13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34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15547"/>
            <a:ext cx="10515600" cy="2695573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336619"/>
            <a:ext cx="10515600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0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7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25048"/>
            <a:ext cx="5181600" cy="4111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25048"/>
            <a:ext cx="5181600" cy="4111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3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45010"/>
            <a:ext cx="10515600" cy="125253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588545"/>
            <a:ext cx="5157787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4" indent="0">
              <a:buNone/>
              <a:defRPr sz="1890" b="1"/>
            </a:lvl2pPr>
            <a:lvl3pPr marL="864007" indent="0">
              <a:buNone/>
              <a:defRPr sz="1701" b="1"/>
            </a:lvl3pPr>
            <a:lvl4pPr marL="1296011" indent="0">
              <a:buNone/>
              <a:defRPr sz="1512" b="1"/>
            </a:lvl4pPr>
            <a:lvl5pPr marL="1728014" indent="0">
              <a:buNone/>
              <a:defRPr sz="1512" b="1"/>
            </a:lvl5pPr>
            <a:lvl6pPr marL="2160016" indent="0">
              <a:buNone/>
              <a:defRPr sz="1512" b="1"/>
            </a:lvl6pPr>
            <a:lvl7pPr marL="2592021" indent="0">
              <a:buNone/>
              <a:defRPr sz="1512" b="1"/>
            </a:lvl7pPr>
            <a:lvl8pPr marL="3024025" indent="0">
              <a:buNone/>
              <a:defRPr sz="1512" b="1"/>
            </a:lvl8pPr>
            <a:lvl9pPr marL="3456027" indent="0">
              <a:buNone/>
              <a:defRPr sz="151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367064"/>
            <a:ext cx="5157787" cy="3481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88545"/>
            <a:ext cx="518318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4" indent="0">
              <a:buNone/>
              <a:defRPr sz="1890" b="1"/>
            </a:lvl2pPr>
            <a:lvl3pPr marL="864007" indent="0">
              <a:buNone/>
              <a:defRPr sz="1701" b="1"/>
            </a:lvl3pPr>
            <a:lvl4pPr marL="1296011" indent="0">
              <a:buNone/>
              <a:defRPr sz="1512" b="1"/>
            </a:lvl4pPr>
            <a:lvl5pPr marL="1728014" indent="0">
              <a:buNone/>
              <a:defRPr sz="1512" b="1"/>
            </a:lvl5pPr>
            <a:lvl6pPr marL="2160016" indent="0">
              <a:buNone/>
              <a:defRPr sz="1512" b="1"/>
            </a:lvl6pPr>
            <a:lvl7pPr marL="2592021" indent="0">
              <a:buNone/>
              <a:defRPr sz="1512" b="1"/>
            </a:lvl7pPr>
            <a:lvl8pPr marL="3024025" indent="0">
              <a:buNone/>
              <a:defRPr sz="1512" b="1"/>
            </a:lvl8pPr>
            <a:lvl9pPr marL="3456027" indent="0">
              <a:buNone/>
              <a:defRPr sz="151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67064"/>
            <a:ext cx="5183188" cy="3481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04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53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41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5" y="432015"/>
            <a:ext cx="393223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33026"/>
            <a:ext cx="6172200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5" y="1944052"/>
            <a:ext cx="393223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4" indent="0">
              <a:buNone/>
              <a:defRPr sz="1323"/>
            </a:lvl2pPr>
            <a:lvl3pPr marL="864007" indent="0">
              <a:buNone/>
              <a:defRPr sz="1134"/>
            </a:lvl3pPr>
            <a:lvl4pPr marL="1296011" indent="0">
              <a:buNone/>
              <a:defRPr sz="945"/>
            </a:lvl4pPr>
            <a:lvl5pPr marL="1728014" indent="0">
              <a:buNone/>
              <a:defRPr sz="945"/>
            </a:lvl5pPr>
            <a:lvl6pPr marL="2160016" indent="0">
              <a:buNone/>
              <a:defRPr sz="945"/>
            </a:lvl6pPr>
            <a:lvl7pPr marL="2592021" indent="0">
              <a:buNone/>
              <a:defRPr sz="945"/>
            </a:lvl7pPr>
            <a:lvl8pPr marL="3024025" indent="0">
              <a:buNone/>
              <a:defRPr sz="945"/>
            </a:lvl8pPr>
            <a:lvl9pPr marL="3456027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23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5" y="432015"/>
            <a:ext cx="393223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33026"/>
            <a:ext cx="6172200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4" indent="0">
              <a:buNone/>
              <a:defRPr sz="2646"/>
            </a:lvl2pPr>
            <a:lvl3pPr marL="864007" indent="0">
              <a:buNone/>
              <a:defRPr sz="2268"/>
            </a:lvl3pPr>
            <a:lvl4pPr marL="1296011" indent="0">
              <a:buNone/>
              <a:defRPr sz="1890"/>
            </a:lvl4pPr>
            <a:lvl5pPr marL="1728014" indent="0">
              <a:buNone/>
              <a:defRPr sz="1890"/>
            </a:lvl5pPr>
            <a:lvl6pPr marL="2160016" indent="0">
              <a:buNone/>
              <a:defRPr sz="1890"/>
            </a:lvl6pPr>
            <a:lvl7pPr marL="2592021" indent="0">
              <a:buNone/>
              <a:defRPr sz="1890"/>
            </a:lvl7pPr>
            <a:lvl8pPr marL="3024025" indent="0">
              <a:buNone/>
              <a:defRPr sz="1890"/>
            </a:lvl8pPr>
            <a:lvl9pPr marL="3456027" indent="0">
              <a:buNone/>
              <a:defRPr sz="189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5" y="1944052"/>
            <a:ext cx="393223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4" indent="0">
              <a:buNone/>
              <a:defRPr sz="1323"/>
            </a:lvl2pPr>
            <a:lvl3pPr marL="864007" indent="0">
              <a:buNone/>
              <a:defRPr sz="1134"/>
            </a:lvl3pPr>
            <a:lvl4pPr marL="1296011" indent="0">
              <a:buNone/>
              <a:defRPr sz="945"/>
            </a:lvl4pPr>
            <a:lvl5pPr marL="1728014" indent="0">
              <a:buNone/>
              <a:defRPr sz="945"/>
            </a:lvl5pPr>
            <a:lvl6pPr marL="2160016" indent="0">
              <a:buNone/>
              <a:defRPr sz="945"/>
            </a:lvl6pPr>
            <a:lvl7pPr marL="2592021" indent="0">
              <a:buNone/>
              <a:defRPr sz="945"/>
            </a:lvl7pPr>
            <a:lvl8pPr marL="3024025" indent="0">
              <a:buNone/>
              <a:defRPr sz="945"/>
            </a:lvl8pPr>
            <a:lvl9pPr marL="3456027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38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50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45009"/>
            <a:ext cx="2628900" cy="549164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45009"/>
            <a:ext cx="7734300" cy="549164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871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45010"/>
            <a:ext cx="1051560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5048"/>
            <a:ext cx="10515600" cy="4111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006166"/>
            <a:ext cx="27432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62EB9-5771-43AD-A409-9E79090299E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006166"/>
            <a:ext cx="41148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006166"/>
            <a:ext cx="27432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BC40-559B-4062-A1D5-664EF5D0E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22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400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1" indent="-216001" algn="l" defTabSz="86400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05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9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12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5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20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22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26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29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4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7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11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14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16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21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25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27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BBB3F-A4AA-68BC-6487-771F5B52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3908A87-0F71-9AEF-0AE8-93523BD3B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58" y="4166801"/>
            <a:ext cx="334409" cy="254340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6D3F284-339B-D7B6-6839-0CB514CB3CF4}"/>
              </a:ext>
            </a:extLst>
          </p:cNvPr>
          <p:cNvCxnSpPr>
            <a:cxnSpLocks/>
          </p:cNvCxnSpPr>
          <p:nvPr/>
        </p:nvCxnSpPr>
        <p:spPr>
          <a:xfrm flipV="1">
            <a:off x="5075561" y="4125028"/>
            <a:ext cx="114954" cy="8588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071B0DB-9CB5-BA24-5658-3D0A73F820E1}"/>
              </a:ext>
            </a:extLst>
          </p:cNvPr>
          <p:cNvCxnSpPr>
            <a:cxnSpLocks/>
          </p:cNvCxnSpPr>
          <p:nvPr/>
        </p:nvCxnSpPr>
        <p:spPr>
          <a:xfrm flipV="1">
            <a:off x="5075562" y="4286374"/>
            <a:ext cx="179248" cy="164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601D7C0-A3D4-14FF-09B0-085EDA33EBE3}"/>
              </a:ext>
            </a:extLst>
          </p:cNvPr>
          <p:cNvCxnSpPr>
            <a:cxnSpLocks/>
          </p:cNvCxnSpPr>
          <p:nvPr/>
        </p:nvCxnSpPr>
        <p:spPr>
          <a:xfrm>
            <a:off x="5081515" y="4358370"/>
            <a:ext cx="135197" cy="75999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4BDEE61-FE7B-3FBB-5ADF-DF73F4F6DAB9}"/>
              </a:ext>
            </a:extLst>
          </p:cNvPr>
          <p:cNvSpPr txBox="1"/>
          <p:nvPr/>
        </p:nvSpPr>
        <p:spPr>
          <a:xfrm>
            <a:off x="2909399" y="5655956"/>
            <a:ext cx="201663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Helvetica" panose="020B0604020202020204" pitchFamily="34" charset="0"/>
                <a:cs typeface="Helvetica" panose="020B0604020202020204" pitchFamily="34" charset="0"/>
              </a:rPr>
              <a:t>Lanterne feu clignotant</a:t>
            </a:r>
          </a:p>
          <a:p>
            <a:pPr algn="ctr"/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30 km/h au franchissement de la lanterne à feu jaune clignotant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80BEB00-BE53-FE77-22A3-668D0903A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004" y="5611422"/>
            <a:ext cx="772775" cy="77277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DF2783E-1427-BCFC-B2BB-59077669B013}"/>
              </a:ext>
            </a:extLst>
          </p:cNvPr>
          <p:cNvSpPr txBox="1"/>
          <p:nvPr/>
        </p:nvSpPr>
        <p:spPr>
          <a:xfrm>
            <a:off x="11172405" y="5380590"/>
            <a:ext cx="10195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>
                <a:latin typeface="Helvetica" panose="020B0604020202020204" pitchFamily="34" charset="0"/>
                <a:cs typeface="Helvetica" panose="020B0604020202020204" pitchFamily="34" charset="0"/>
              </a:rPr>
              <a:t>+ de précisions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C6ED69D-0EA1-DD51-A962-26E7C86ED427}"/>
              </a:ext>
            </a:extLst>
          </p:cNvPr>
          <p:cNvSpPr txBox="1"/>
          <p:nvPr/>
        </p:nvSpPr>
        <p:spPr>
          <a:xfrm>
            <a:off x="9558872" y="3459379"/>
            <a:ext cx="188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Au départ de la station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469C608-F581-37DD-0343-200F04A1CC95}"/>
              </a:ext>
            </a:extLst>
          </p:cNvPr>
          <p:cNvSpPr txBox="1"/>
          <p:nvPr/>
        </p:nvSpPr>
        <p:spPr>
          <a:xfrm>
            <a:off x="5885320" y="3459379"/>
            <a:ext cx="1329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À pied d'œuvre</a:t>
            </a:r>
          </a:p>
        </p:txBody>
      </p:sp>
      <p:sp>
        <p:nvSpPr>
          <p:cNvPr id="29" name="Organigramme : Connecteur 28">
            <a:extLst>
              <a:ext uri="{FF2B5EF4-FFF2-40B4-BE49-F238E27FC236}">
                <a16:creationId xmlns:a16="http://schemas.microsoft.com/office/drawing/2014/main" id="{9DC5BBF1-8046-7800-8108-DC44F4C0EC5A}"/>
              </a:ext>
            </a:extLst>
          </p:cNvPr>
          <p:cNvSpPr/>
          <p:nvPr/>
        </p:nvSpPr>
        <p:spPr>
          <a:xfrm>
            <a:off x="9216242" y="3473279"/>
            <a:ext cx="319834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30" name="Organigramme : Connecteur 29">
            <a:extLst>
              <a:ext uri="{FF2B5EF4-FFF2-40B4-BE49-F238E27FC236}">
                <a16:creationId xmlns:a16="http://schemas.microsoft.com/office/drawing/2014/main" id="{B4F632C5-5347-0DD5-7E1D-AD05AF0B4C06}"/>
              </a:ext>
            </a:extLst>
          </p:cNvPr>
          <p:cNvSpPr/>
          <p:nvPr/>
        </p:nvSpPr>
        <p:spPr>
          <a:xfrm>
            <a:off x="5481117" y="3431580"/>
            <a:ext cx="312406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31" name="Organigramme : Connecteur 30">
            <a:extLst>
              <a:ext uri="{FF2B5EF4-FFF2-40B4-BE49-F238E27FC236}">
                <a16:creationId xmlns:a16="http://schemas.microsoft.com/office/drawing/2014/main" id="{C5B4F058-600C-2BC0-9660-3B7C49DFEF47}"/>
              </a:ext>
            </a:extLst>
          </p:cNvPr>
          <p:cNvSpPr/>
          <p:nvPr/>
        </p:nvSpPr>
        <p:spPr>
          <a:xfrm>
            <a:off x="1530590" y="3431582"/>
            <a:ext cx="319834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29EEEB-436D-482A-0588-144D1C61306E}"/>
              </a:ext>
            </a:extLst>
          </p:cNvPr>
          <p:cNvSpPr/>
          <p:nvPr/>
        </p:nvSpPr>
        <p:spPr>
          <a:xfrm>
            <a:off x="858997" y="5689716"/>
            <a:ext cx="1629066" cy="569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Signal de reprise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PAE si pas de signal de reprise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B400E8B-4846-97DC-4759-461F43BDA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133" y="4331796"/>
            <a:ext cx="1761785" cy="80934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3908A87-0F71-9AEF-0AE8-93523BD3B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340" y="4736465"/>
            <a:ext cx="339738" cy="258392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26836970-A726-4CD9-3B55-6736D09AAC49}"/>
              </a:ext>
            </a:extLst>
          </p:cNvPr>
          <p:cNvSpPr txBox="1"/>
          <p:nvPr/>
        </p:nvSpPr>
        <p:spPr>
          <a:xfrm>
            <a:off x="4885807" y="5655956"/>
            <a:ext cx="197972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Helvetica" panose="020B0604020202020204" pitchFamily="34" charset="0"/>
                <a:cs typeface="Helvetica" panose="020B0604020202020204" pitchFamily="34" charset="0"/>
              </a:rPr>
              <a:t>Lanterne feu fixe</a:t>
            </a:r>
          </a:p>
          <a:p>
            <a:pPr algn="ctr"/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10 km/h au franchissement de la lanterne à feu jaune fixe</a:t>
            </a:r>
          </a:p>
        </p:txBody>
      </p:sp>
      <p:sp>
        <p:nvSpPr>
          <p:cNvPr id="27" name="Organigramme : Procédé 26">
            <a:extLst>
              <a:ext uri="{FF2B5EF4-FFF2-40B4-BE49-F238E27FC236}">
                <a16:creationId xmlns:a16="http://schemas.microsoft.com/office/drawing/2014/main" id="{6C3CFA0F-4067-990B-D322-3B61A5C12E6B}"/>
              </a:ext>
            </a:extLst>
          </p:cNvPr>
          <p:cNvSpPr/>
          <p:nvPr/>
        </p:nvSpPr>
        <p:spPr>
          <a:xfrm rot="1694835">
            <a:off x="10524230" y="503371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Organigramme : Procédé 27">
            <a:extLst>
              <a:ext uri="{FF2B5EF4-FFF2-40B4-BE49-F238E27FC236}">
                <a16:creationId xmlns:a16="http://schemas.microsoft.com/office/drawing/2014/main" id="{DEC4784A-F69D-538C-6B19-9E4A25F79D91}"/>
              </a:ext>
            </a:extLst>
          </p:cNvPr>
          <p:cNvSpPr/>
          <p:nvPr/>
        </p:nvSpPr>
        <p:spPr>
          <a:xfrm rot="1694835">
            <a:off x="10351493" y="503315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Organigramme : Procédé 32">
            <a:extLst>
              <a:ext uri="{FF2B5EF4-FFF2-40B4-BE49-F238E27FC236}">
                <a16:creationId xmlns:a16="http://schemas.microsoft.com/office/drawing/2014/main" id="{42605A3B-CE1C-B038-F7AF-87F3BD13EC3D}"/>
              </a:ext>
            </a:extLst>
          </p:cNvPr>
          <p:cNvSpPr/>
          <p:nvPr/>
        </p:nvSpPr>
        <p:spPr>
          <a:xfrm rot="1694835">
            <a:off x="10179989" y="50331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Organigramme : Procédé 34">
            <a:extLst>
              <a:ext uri="{FF2B5EF4-FFF2-40B4-BE49-F238E27FC236}">
                <a16:creationId xmlns:a16="http://schemas.microsoft.com/office/drawing/2014/main" id="{D076AA94-12DD-4B9D-CB3F-843DD24F8A2B}"/>
              </a:ext>
            </a:extLst>
          </p:cNvPr>
          <p:cNvSpPr/>
          <p:nvPr/>
        </p:nvSpPr>
        <p:spPr>
          <a:xfrm rot="1694835">
            <a:off x="10000135" y="503315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Organigramme : Procédé 35">
            <a:extLst>
              <a:ext uri="{FF2B5EF4-FFF2-40B4-BE49-F238E27FC236}">
                <a16:creationId xmlns:a16="http://schemas.microsoft.com/office/drawing/2014/main" id="{99F3220F-85AA-93CB-09F0-9CD1658463C4}"/>
              </a:ext>
            </a:extLst>
          </p:cNvPr>
          <p:cNvSpPr/>
          <p:nvPr/>
        </p:nvSpPr>
        <p:spPr>
          <a:xfrm rot="1694835">
            <a:off x="10678254" y="5037488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Organigramme : Procédé 36">
            <a:extLst>
              <a:ext uri="{FF2B5EF4-FFF2-40B4-BE49-F238E27FC236}">
                <a16:creationId xmlns:a16="http://schemas.microsoft.com/office/drawing/2014/main" id="{79C01832-EFB1-3515-E94C-2C98BB0BB2A6}"/>
              </a:ext>
            </a:extLst>
          </p:cNvPr>
          <p:cNvSpPr/>
          <p:nvPr/>
        </p:nvSpPr>
        <p:spPr>
          <a:xfrm rot="1694835">
            <a:off x="9827399" y="503032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950E457B-BAAE-999A-71EC-FB749B626298}"/>
              </a:ext>
            </a:extLst>
          </p:cNvPr>
          <p:cNvSpPr/>
          <p:nvPr/>
        </p:nvSpPr>
        <p:spPr>
          <a:xfrm rot="1694835">
            <a:off x="9654662" y="502976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Organigramme : Procédé 38">
            <a:extLst>
              <a:ext uri="{FF2B5EF4-FFF2-40B4-BE49-F238E27FC236}">
                <a16:creationId xmlns:a16="http://schemas.microsoft.com/office/drawing/2014/main" id="{E9788CD7-04A9-BB68-B014-9C51DDA05AA6}"/>
              </a:ext>
            </a:extLst>
          </p:cNvPr>
          <p:cNvSpPr/>
          <p:nvPr/>
        </p:nvSpPr>
        <p:spPr>
          <a:xfrm rot="1694835">
            <a:off x="9483156" y="502976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Organigramme : Procédé 39">
            <a:extLst>
              <a:ext uri="{FF2B5EF4-FFF2-40B4-BE49-F238E27FC236}">
                <a16:creationId xmlns:a16="http://schemas.microsoft.com/office/drawing/2014/main" id="{6CCF6995-0812-03AC-F989-1C57CB1F750A}"/>
              </a:ext>
            </a:extLst>
          </p:cNvPr>
          <p:cNvSpPr/>
          <p:nvPr/>
        </p:nvSpPr>
        <p:spPr>
          <a:xfrm rot="1694835">
            <a:off x="9303304" y="502976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Organigramme : Procédé 40">
            <a:extLst>
              <a:ext uri="{FF2B5EF4-FFF2-40B4-BE49-F238E27FC236}">
                <a16:creationId xmlns:a16="http://schemas.microsoft.com/office/drawing/2014/main" id="{522C40F3-24E4-1E13-8B32-9421610C85F7}"/>
              </a:ext>
            </a:extLst>
          </p:cNvPr>
          <p:cNvSpPr/>
          <p:nvPr/>
        </p:nvSpPr>
        <p:spPr>
          <a:xfrm rot="1694835">
            <a:off x="9143638" y="503667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Organigramme : Procédé 41">
            <a:extLst>
              <a:ext uri="{FF2B5EF4-FFF2-40B4-BE49-F238E27FC236}">
                <a16:creationId xmlns:a16="http://schemas.microsoft.com/office/drawing/2014/main" id="{09DD24F7-11D6-48D2-39ED-8E3D9C5A9188}"/>
              </a:ext>
            </a:extLst>
          </p:cNvPr>
          <p:cNvSpPr/>
          <p:nvPr/>
        </p:nvSpPr>
        <p:spPr>
          <a:xfrm rot="1694835">
            <a:off x="8970901" y="503612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Organigramme : Procédé 42">
            <a:extLst>
              <a:ext uri="{FF2B5EF4-FFF2-40B4-BE49-F238E27FC236}">
                <a16:creationId xmlns:a16="http://schemas.microsoft.com/office/drawing/2014/main" id="{D73A18D6-C86C-BF28-11AD-61480669609D}"/>
              </a:ext>
            </a:extLst>
          </p:cNvPr>
          <p:cNvSpPr/>
          <p:nvPr/>
        </p:nvSpPr>
        <p:spPr>
          <a:xfrm rot="1694835">
            <a:off x="8799395" y="503611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Organigramme : Procédé 43">
            <a:extLst>
              <a:ext uri="{FF2B5EF4-FFF2-40B4-BE49-F238E27FC236}">
                <a16:creationId xmlns:a16="http://schemas.microsoft.com/office/drawing/2014/main" id="{187785DE-8445-F049-BB0A-6E19848EA9D5}"/>
              </a:ext>
            </a:extLst>
          </p:cNvPr>
          <p:cNvSpPr/>
          <p:nvPr/>
        </p:nvSpPr>
        <p:spPr>
          <a:xfrm rot="1694835">
            <a:off x="8619543" y="503611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Organigramme : Procédé 44">
            <a:extLst>
              <a:ext uri="{FF2B5EF4-FFF2-40B4-BE49-F238E27FC236}">
                <a16:creationId xmlns:a16="http://schemas.microsoft.com/office/drawing/2014/main" id="{8946DFA3-1170-D79B-28C1-9CA6A57D0E0F}"/>
              </a:ext>
            </a:extLst>
          </p:cNvPr>
          <p:cNvSpPr/>
          <p:nvPr/>
        </p:nvSpPr>
        <p:spPr>
          <a:xfrm rot="1694835">
            <a:off x="8446805" y="503329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Organigramme : Procédé 45">
            <a:extLst>
              <a:ext uri="{FF2B5EF4-FFF2-40B4-BE49-F238E27FC236}">
                <a16:creationId xmlns:a16="http://schemas.microsoft.com/office/drawing/2014/main" id="{62165BBA-AEC4-B7E3-F0F9-437C947DB15E}"/>
              </a:ext>
            </a:extLst>
          </p:cNvPr>
          <p:cNvSpPr/>
          <p:nvPr/>
        </p:nvSpPr>
        <p:spPr>
          <a:xfrm rot="1694835">
            <a:off x="8274068" y="503273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Organigramme : Procédé 46">
            <a:extLst>
              <a:ext uri="{FF2B5EF4-FFF2-40B4-BE49-F238E27FC236}">
                <a16:creationId xmlns:a16="http://schemas.microsoft.com/office/drawing/2014/main" id="{AF2A3A98-F69A-934A-385E-5EF7AC80BEA1}"/>
              </a:ext>
            </a:extLst>
          </p:cNvPr>
          <p:cNvSpPr/>
          <p:nvPr/>
        </p:nvSpPr>
        <p:spPr>
          <a:xfrm rot="1694835">
            <a:off x="8102564" y="503273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Organigramme : Procédé 47">
            <a:extLst>
              <a:ext uri="{FF2B5EF4-FFF2-40B4-BE49-F238E27FC236}">
                <a16:creationId xmlns:a16="http://schemas.microsoft.com/office/drawing/2014/main" id="{A5F4061C-E5C2-EEB1-BA06-1C53AAAF6563}"/>
              </a:ext>
            </a:extLst>
          </p:cNvPr>
          <p:cNvSpPr/>
          <p:nvPr/>
        </p:nvSpPr>
        <p:spPr>
          <a:xfrm rot="1694835">
            <a:off x="7922710" y="503273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Organigramme : Procédé 48">
            <a:extLst>
              <a:ext uri="{FF2B5EF4-FFF2-40B4-BE49-F238E27FC236}">
                <a16:creationId xmlns:a16="http://schemas.microsoft.com/office/drawing/2014/main" id="{56E7CB04-657D-92E6-4DE0-DFD5E3D3ED86}"/>
              </a:ext>
            </a:extLst>
          </p:cNvPr>
          <p:cNvSpPr/>
          <p:nvPr/>
        </p:nvSpPr>
        <p:spPr>
          <a:xfrm rot="1694835">
            <a:off x="7767520" y="503225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Organigramme : Procédé 49">
            <a:extLst>
              <a:ext uri="{FF2B5EF4-FFF2-40B4-BE49-F238E27FC236}">
                <a16:creationId xmlns:a16="http://schemas.microsoft.com/office/drawing/2014/main" id="{CFF4C005-7EFC-BB7F-8A2C-B3576F44033E}"/>
              </a:ext>
            </a:extLst>
          </p:cNvPr>
          <p:cNvSpPr/>
          <p:nvPr/>
        </p:nvSpPr>
        <p:spPr>
          <a:xfrm rot="1694835">
            <a:off x="7594783" y="503169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Organigramme : Procédé 50">
            <a:extLst>
              <a:ext uri="{FF2B5EF4-FFF2-40B4-BE49-F238E27FC236}">
                <a16:creationId xmlns:a16="http://schemas.microsoft.com/office/drawing/2014/main" id="{DC3F5B95-F652-5843-E2AC-82C3F7A1F56B}"/>
              </a:ext>
            </a:extLst>
          </p:cNvPr>
          <p:cNvSpPr/>
          <p:nvPr/>
        </p:nvSpPr>
        <p:spPr>
          <a:xfrm rot="1694835">
            <a:off x="7423278" y="503169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Organigramme : Procédé 51">
            <a:extLst>
              <a:ext uri="{FF2B5EF4-FFF2-40B4-BE49-F238E27FC236}">
                <a16:creationId xmlns:a16="http://schemas.microsoft.com/office/drawing/2014/main" id="{A9634541-6C53-4B57-CDA0-0195446A0D78}"/>
              </a:ext>
            </a:extLst>
          </p:cNvPr>
          <p:cNvSpPr/>
          <p:nvPr/>
        </p:nvSpPr>
        <p:spPr>
          <a:xfrm rot="1694835">
            <a:off x="7243425" y="503169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3" name="Organigramme : Procédé 52">
            <a:extLst>
              <a:ext uri="{FF2B5EF4-FFF2-40B4-BE49-F238E27FC236}">
                <a16:creationId xmlns:a16="http://schemas.microsoft.com/office/drawing/2014/main" id="{AE67EDBF-407B-0625-7D39-5305561AA58B}"/>
              </a:ext>
            </a:extLst>
          </p:cNvPr>
          <p:cNvSpPr/>
          <p:nvPr/>
        </p:nvSpPr>
        <p:spPr>
          <a:xfrm rot="1694835">
            <a:off x="7070688" y="502886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Organigramme : Procédé 53">
            <a:extLst>
              <a:ext uri="{FF2B5EF4-FFF2-40B4-BE49-F238E27FC236}">
                <a16:creationId xmlns:a16="http://schemas.microsoft.com/office/drawing/2014/main" id="{CEC3A854-BD4A-F67B-965F-10E27BBB8886}"/>
              </a:ext>
            </a:extLst>
          </p:cNvPr>
          <p:cNvSpPr/>
          <p:nvPr/>
        </p:nvSpPr>
        <p:spPr>
          <a:xfrm rot="1694835">
            <a:off x="6897953" y="502831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5" name="Organigramme : Procédé 54">
            <a:extLst>
              <a:ext uri="{FF2B5EF4-FFF2-40B4-BE49-F238E27FC236}">
                <a16:creationId xmlns:a16="http://schemas.microsoft.com/office/drawing/2014/main" id="{8DA8F400-D698-AA23-8B22-8FF3DCB5F0D4}"/>
              </a:ext>
            </a:extLst>
          </p:cNvPr>
          <p:cNvSpPr/>
          <p:nvPr/>
        </p:nvSpPr>
        <p:spPr>
          <a:xfrm rot="1694835">
            <a:off x="6726448" y="502830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6" name="Organigramme : Procédé 55">
            <a:extLst>
              <a:ext uri="{FF2B5EF4-FFF2-40B4-BE49-F238E27FC236}">
                <a16:creationId xmlns:a16="http://schemas.microsoft.com/office/drawing/2014/main" id="{5FC3E8EA-6E88-FAC3-D51B-40A30FEC55DC}"/>
              </a:ext>
            </a:extLst>
          </p:cNvPr>
          <p:cNvSpPr/>
          <p:nvPr/>
        </p:nvSpPr>
        <p:spPr>
          <a:xfrm rot="1694835">
            <a:off x="6546594" y="502831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7" name="Organigramme : Procédé 56">
            <a:extLst>
              <a:ext uri="{FF2B5EF4-FFF2-40B4-BE49-F238E27FC236}">
                <a16:creationId xmlns:a16="http://schemas.microsoft.com/office/drawing/2014/main" id="{7C1C6BE4-6A90-2973-EAC5-DEF343407740}"/>
              </a:ext>
            </a:extLst>
          </p:cNvPr>
          <p:cNvSpPr/>
          <p:nvPr/>
        </p:nvSpPr>
        <p:spPr>
          <a:xfrm rot="1694835">
            <a:off x="6376904" y="502847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8" name="Organigramme : Procédé 57">
            <a:extLst>
              <a:ext uri="{FF2B5EF4-FFF2-40B4-BE49-F238E27FC236}">
                <a16:creationId xmlns:a16="http://schemas.microsoft.com/office/drawing/2014/main" id="{49837377-D7F7-69F8-EAC1-7F84B43A4FB8}"/>
              </a:ext>
            </a:extLst>
          </p:cNvPr>
          <p:cNvSpPr/>
          <p:nvPr/>
        </p:nvSpPr>
        <p:spPr>
          <a:xfrm rot="1694835">
            <a:off x="6204167" y="502792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Organigramme : Procédé 58">
            <a:extLst>
              <a:ext uri="{FF2B5EF4-FFF2-40B4-BE49-F238E27FC236}">
                <a16:creationId xmlns:a16="http://schemas.microsoft.com/office/drawing/2014/main" id="{CEF48AE8-5DAF-8B3E-8BA9-AA908FFD360B}"/>
              </a:ext>
            </a:extLst>
          </p:cNvPr>
          <p:cNvSpPr/>
          <p:nvPr/>
        </p:nvSpPr>
        <p:spPr>
          <a:xfrm rot="1694835">
            <a:off x="6030713" y="503626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0" name="Organigramme : Procédé 59">
            <a:extLst>
              <a:ext uri="{FF2B5EF4-FFF2-40B4-BE49-F238E27FC236}">
                <a16:creationId xmlns:a16="http://schemas.microsoft.com/office/drawing/2014/main" id="{ECA4A904-772A-5482-E896-466A1FEBB15A}"/>
              </a:ext>
            </a:extLst>
          </p:cNvPr>
          <p:cNvSpPr/>
          <p:nvPr/>
        </p:nvSpPr>
        <p:spPr>
          <a:xfrm rot="1694835">
            <a:off x="5852809" y="502792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1" name="Organigramme : Procédé 60">
            <a:extLst>
              <a:ext uri="{FF2B5EF4-FFF2-40B4-BE49-F238E27FC236}">
                <a16:creationId xmlns:a16="http://schemas.microsoft.com/office/drawing/2014/main" id="{E9B42C97-55C0-F80D-CB50-6F0E81AE697C}"/>
              </a:ext>
            </a:extLst>
          </p:cNvPr>
          <p:cNvSpPr/>
          <p:nvPr/>
        </p:nvSpPr>
        <p:spPr>
          <a:xfrm rot="1694835">
            <a:off x="5680072" y="502509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2" name="Organigramme : Procédé 61">
            <a:extLst>
              <a:ext uri="{FF2B5EF4-FFF2-40B4-BE49-F238E27FC236}">
                <a16:creationId xmlns:a16="http://schemas.microsoft.com/office/drawing/2014/main" id="{6D3937C4-9832-F102-2D11-F4CE6EE48072}"/>
              </a:ext>
            </a:extLst>
          </p:cNvPr>
          <p:cNvSpPr/>
          <p:nvPr/>
        </p:nvSpPr>
        <p:spPr>
          <a:xfrm rot="1694835">
            <a:off x="5507334" y="502453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3" name="Organigramme : Procédé 62">
            <a:extLst>
              <a:ext uri="{FF2B5EF4-FFF2-40B4-BE49-F238E27FC236}">
                <a16:creationId xmlns:a16="http://schemas.microsoft.com/office/drawing/2014/main" id="{737D3B5A-5E44-B7AF-2B5D-F1321F918D14}"/>
              </a:ext>
            </a:extLst>
          </p:cNvPr>
          <p:cNvSpPr/>
          <p:nvPr/>
        </p:nvSpPr>
        <p:spPr>
          <a:xfrm rot="1694835">
            <a:off x="5332697" y="503617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4" name="Organigramme : Procédé 63">
            <a:extLst>
              <a:ext uri="{FF2B5EF4-FFF2-40B4-BE49-F238E27FC236}">
                <a16:creationId xmlns:a16="http://schemas.microsoft.com/office/drawing/2014/main" id="{02EDF43E-C409-BCDB-A9BD-CC93A5EA2E9F}"/>
              </a:ext>
            </a:extLst>
          </p:cNvPr>
          <p:cNvSpPr/>
          <p:nvPr/>
        </p:nvSpPr>
        <p:spPr>
          <a:xfrm rot="1694835">
            <a:off x="5155252" y="503617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5" name="Organigramme : Procédé 64">
            <a:extLst>
              <a:ext uri="{FF2B5EF4-FFF2-40B4-BE49-F238E27FC236}">
                <a16:creationId xmlns:a16="http://schemas.microsoft.com/office/drawing/2014/main" id="{87E14C40-3381-D2CB-EBEA-E566299A456A}"/>
              </a:ext>
            </a:extLst>
          </p:cNvPr>
          <p:cNvSpPr/>
          <p:nvPr/>
        </p:nvSpPr>
        <p:spPr>
          <a:xfrm rot="1694835">
            <a:off x="4843690" y="503032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6" name="Organigramme : Procédé 65">
            <a:extLst>
              <a:ext uri="{FF2B5EF4-FFF2-40B4-BE49-F238E27FC236}">
                <a16:creationId xmlns:a16="http://schemas.microsoft.com/office/drawing/2014/main" id="{4E0B79B0-15D3-2D5F-DB07-3AAA9F079CC3}"/>
              </a:ext>
            </a:extLst>
          </p:cNvPr>
          <p:cNvSpPr/>
          <p:nvPr/>
        </p:nvSpPr>
        <p:spPr>
          <a:xfrm rot="1694835">
            <a:off x="4673550" y="503035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7" name="Organigramme : Procédé 66">
            <a:extLst>
              <a:ext uri="{FF2B5EF4-FFF2-40B4-BE49-F238E27FC236}">
                <a16:creationId xmlns:a16="http://schemas.microsoft.com/office/drawing/2014/main" id="{E62CE688-0411-2247-DBC0-91E5359F586D}"/>
              </a:ext>
            </a:extLst>
          </p:cNvPr>
          <p:cNvSpPr/>
          <p:nvPr/>
        </p:nvSpPr>
        <p:spPr>
          <a:xfrm rot="1694835">
            <a:off x="4505960" y="502559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8" name="Organigramme : Procédé 67">
            <a:extLst>
              <a:ext uri="{FF2B5EF4-FFF2-40B4-BE49-F238E27FC236}">
                <a16:creationId xmlns:a16="http://schemas.microsoft.com/office/drawing/2014/main" id="{CBF2A836-F1E7-B977-3CA5-5236D8862115}"/>
              </a:ext>
            </a:extLst>
          </p:cNvPr>
          <p:cNvSpPr/>
          <p:nvPr/>
        </p:nvSpPr>
        <p:spPr>
          <a:xfrm rot="1694835">
            <a:off x="4322023" y="502747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9" name="Organigramme : Procédé 68">
            <a:extLst>
              <a:ext uri="{FF2B5EF4-FFF2-40B4-BE49-F238E27FC236}">
                <a16:creationId xmlns:a16="http://schemas.microsoft.com/office/drawing/2014/main" id="{36533727-0BD0-DC35-626D-4110A4F02881}"/>
              </a:ext>
            </a:extLst>
          </p:cNvPr>
          <p:cNvSpPr/>
          <p:nvPr/>
        </p:nvSpPr>
        <p:spPr>
          <a:xfrm rot="1694835">
            <a:off x="5000311" y="5028034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0" name="Organigramme : Procédé 69">
            <a:extLst>
              <a:ext uri="{FF2B5EF4-FFF2-40B4-BE49-F238E27FC236}">
                <a16:creationId xmlns:a16="http://schemas.microsoft.com/office/drawing/2014/main" id="{6756399D-C227-9BCE-E91C-1F7EB0B168AE}"/>
              </a:ext>
            </a:extLst>
          </p:cNvPr>
          <p:cNvSpPr/>
          <p:nvPr/>
        </p:nvSpPr>
        <p:spPr>
          <a:xfrm rot="1694835">
            <a:off x="4145772" y="503169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1" name="Organigramme : Procédé 70">
            <a:extLst>
              <a:ext uri="{FF2B5EF4-FFF2-40B4-BE49-F238E27FC236}">
                <a16:creationId xmlns:a16="http://schemas.microsoft.com/office/drawing/2014/main" id="{44218077-1661-8C3B-2CF5-F3BCD874E286}"/>
              </a:ext>
            </a:extLst>
          </p:cNvPr>
          <p:cNvSpPr/>
          <p:nvPr/>
        </p:nvSpPr>
        <p:spPr>
          <a:xfrm rot="1694835">
            <a:off x="3968570" y="503440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2" name="Organigramme : Procédé 71">
            <a:extLst>
              <a:ext uri="{FF2B5EF4-FFF2-40B4-BE49-F238E27FC236}">
                <a16:creationId xmlns:a16="http://schemas.microsoft.com/office/drawing/2014/main" id="{ADFD8ABB-451C-9D25-1FF4-9A9A7A36177A}"/>
              </a:ext>
            </a:extLst>
          </p:cNvPr>
          <p:cNvSpPr/>
          <p:nvPr/>
        </p:nvSpPr>
        <p:spPr>
          <a:xfrm rot="1694835">
            <a:off x="3797533" y="503315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Organigramme : Procédé 72">
            <a:extLst>
              <a:ext uri="{FF2B5EF4-FFF2-40B4-BE49-F238E27FC236}">
                <a16:creationId xmlns:a16="http://schemas.microsoft.com/office/drawing/2014/main" id="{82FB447A-0D45-CDB9-C63E-F8BEB3955944}"/>
              </a:ext>
            </a:extLst>
          </p:cNvPr>
          <p:cNvSpPr/>
          <p:nvPr/>
        </p:nvSpPr>
        <p:spPr>
          <a:xfrm rot="1694835">
            <a:off x="3611980" y="503366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Organigramme : Procédé 73">
            <a:extLst>
              <a:ext uri="{FF2B5EF4-FFF2-40B4-BE49-F238E27FC236}">
                <a16:creationId xmlns:a16="http://schemas.microsoft.com/office/drawing/2014/main" id="{EB635939-801E-0E77-17CB-198ACAB90D25}"/>
              </a:ext>
            </a:extLst>
          </p:cNvPr>
          <p:cNvSpPr/>
          <p:nvPr/>
        </p:nvSpPr>
        <p:spPr>
          <a:xfrm rot="1694835">
            <a:off x="3462010" y="503366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Organigramme : Procédé 74">
            <a:extLst>
              <a:ext uri="{FF2B5EF4-FFF2-40B4-BE49-F238E27FC236}">
                <a16:creationId xmlns:a16="http://schemas.microsoft.com/office/drawing/2014/main" id="{9F6BA32C-70B0-C718-68B0-945B852C4D63}"/>
              </a:ext>
            </a:extLst>
          </p:cNvPr>
          <p:cNvSpPr/>
          <p:nvPr/>
        </p:nvSpPr>
        <p:spPr>
          <a:xfrm rot="1694835">
            <a:off x="3282588" y="502668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6" name="Organigramme : Procédé 75">
            <a:extLst>
              <a:ext uri="{FF2B5EF4-FFF2-40B4-BE49-F238E27FC236}">
                <a16:creationId xmlns:a16="http://schemas.microsoft.com/office/drawing/2014/main" id="{9D1801E6-FE0D-10E8-DA60-414EBB04B04E}"/>
              </a:ext>
            </a:extLst>
          </p:cNvPr>
          <p:cNvSpPr/>
          <p:nvPr/>
        </p:nvSpPr>
        <p:spPr>
          <a:xfrm rot="1694835">
            <a:off x="3110104" y="503323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7" name="Organigramme : Procédé 76">
            <a:extLst>
              <a:ext uri="{FF2B5EF4-FFF2-40B4-BE49-F238E27FC236}">
                <a16:creationId xmlns:a16="http://schemas.microsoft.com/office/drawing/2014/main" id="{463F69E3-6A6E-5732-9A13-E1354921612A}"/>
              </a:ext>
            </a:extLst>
          </p:cNvPr>
          <p:cNvSpPr/>
          <p:nvPr/>
        </p:nvSpPr>
        <p:spPr>
          <a:xfrm rot="1694835">
            <a:off x="2922858" y="503085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8" name="Organigramme : Procédé 77">
            <a:extLst>
              <a:ext uri="{FF2B5EF4-FFF2-40B4-BE49-F238E27FC236}">
                <a16:creationId xmlns:a16="http://schemas.microsoft.com/office/drawing/2014/main" id="{C47FEE9F-FF50-694F-5296-A6AB687338A8}"/>
              </a:ext>
            </a:extLst>
          </p:cNvPr>
          <p:cNvSpPr/>
          <p:nvPr/>
        </p:nvSpPr>
        <p:spPr>
          <a:xfrm rot="1694835">
            <a:off x="2752066" y="50331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9" name="Organigramme : Procédé 78">
            <a:extLst>
              <a:ext uri="{FF2B5EF4-FFF2-40B4-BE49-F238E27FC236}">
                <a16:creationId xmlns:a16="http://schemas.microsoft.com/office/drawing/2014/main" id="{3B5409E4-9F65-E20D-9190-C1A25B7ABD62}"/>
              </a:ext>
            </a:extLst>
          </p:cNvPr>
          <p:cNvSpPr/>
          <p:nvPr/>
        </p:nvSpPr>
        <p:spPr>
          <a:xfrm rot="1694835">
            <a:off x="2576189" y="502914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0" name="Organigramme : Procédé 79">
            <a:extLst>
              <a:ext uri="{FF2B5EF4-FFF2-40B4-BE49-F238E27FC236}">
                <a16:creationId xmlns:a16="http://schemas.microsoft.com/office/drawing/2014/main" id="{3072DC6A-408E-70FE-550C-818D901C1E01}"/>
              </a:ext>
            </a:extLst>
          </p:cNvPr>
          <p:cNvSpPr/>
          <p:nvPr/>
        </p:nvSpPr>
        <p:spPr>
          <a:xfrm rot="1694835">
            <a:off x="2400080" y="503255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1" name="Organigramme : Procédé 80">
            <a:extLst>
              <a:ext uri="{FF2B5EF4-FFF2-40B4-BE49-F238E27FC236}">
                <a16:creationId xmlns:a16="http://schemas.microsoft.com/office/drawing/2014/main" id="{2662A89A-53D5-1490-D3A5-C520A0B9CD7A}"/>
              </a:ext>
            </a:extLst>
          </p:cNvPr>
          <p:cNvSpPr/>
          <p:nvPr/>
        </p:nvSpPr>
        <p:spPr>
          <a:xfrm rot="1694835">
            <a:off x="2232477" y="50331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2" name="Organigramme : Procédé 81">
            <a:extLst>
              <a:ext uri="{FF2B5EF4-FFF2-40B4-BE49-F238E27FC236}">
                <a16:creationId xmlns:a16="http://schemas.microsoft.com/office/drawing/2014/main" id="{DDCB8905-5A00-DDD2-5DDF-AB704549D246}"/>
              </a:ext>
            </a:extLst>
          </p:cNvPr>
          <p:cNvSpPr/>
          <p:nvPr/>
        </p:nvSpPr>
        <p:spPr>
          <a:xfrm rot="1694835">
            <a:off x="2075414" y="50331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3" name="Organigramme : Procédé 82">
            <a:extLst>
              <a:ext uri="{FF2B5EF4-FFF2-40B4-BE49-F238E27FC236}">
                <a16:creationId xmlns:a16="http://schemas.microsoft.com/office/drawing/2014/main" id="{7BE11E8C-FF23-B97B-C91A-674662ECCF64}"/>
              </a:ext>
            </a:extLst>
          </p:cNvPr>
          <p:cNvSpPr/>
          <p:nvPr/>
        </p:nvSpPr>
        <p:spPr>
          <a:xfrm rot="1694835">
            <a:off x="1896520" y="503402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4" name="Organigramme : Procédé 83">
            <a:extLst>
              <a:ext uri="{FF2B5EF4-FFF2-40B4-BE49-F238E27FC236}">
                <a16:creationId xmlns:a16="http://schemas.microsoft.com/office/drawing/2014/main" id="{7AF363A8-C690-1E66-E4F2-6B4E5BBDCA52}"/>
              </a:ext>
            </a:extLst>
          </p:cNvPr>
          <p:cNvSpPr/>
          <p:nvPr/>
        </p:nvSpPr>
        <p:spPr>
          <a:xfrm rot="1694835">
            <a:off x="1735137" y="503315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Organigramme : Procédé 84">
            <a:extLst>
              <a:ext uri="{FF2B5EF4-FFF2-40B4-BE49-F238E27FC236}">
                <a16:creationId xmlns:a16="http://schemas.microsoft.com/office/drawing/2014/main" id="{3C16906E-F183-3CF7-617B-8D63C003F81E}"/>
              </a:ext>
            </a:extLst>
          </p:cNvPr>
          <p:cNvSpPr/>
          <p:nvPr/>
        </p:nvSpPr>
        <p:spPr>
          <a:xfrm rot="1694835">
            <a:off x="1553169" y="503315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6" name="Organigramme : Procédé 85">
            <a:extLst>
              <a:ext uri="{FF2B5EF4-FFF2-40B4-BE49-F238E27FC236}">
                <a16:creationId xmlns:a16="http://schemas.microsoft.com/office/drawing/2014/main" id="{C5206CF0-2022-A302-704D-09DBB82A330A}"/>
              </a:ext>
            </a:extLst>
          </p:cNvPr>
          <p:cNvSpPr/>
          <p:nvPr/>
        </p:nvSpPr>
        <p:spPr>
          <a:xfrm rot="1694835">
            <a:off x="1379250" y="503640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7" name="Organigramme : Procédé 86">
            <a:extLst>
              <a:ext uri="{FF2B5EF4-FFF2-40B4-BE49-F238E27FC236}">
                <a16:creationId xmlns:a16="http://schemas.microsoft.com/office/drawing/2014/main" id="{15CD26E5-877A-E9CF-E8C8-B22C81BBFC53}"/>
              </a:ext>
            </a:extLst>
          </p:cNvPr>
          <p:cNvSpPr/>
          <p:nvPr/>
        </p:nvSpPr>
        <p:spPr>
          <a:xfrm rot="1694835">
            <a:off x="1209490" y="50331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8" name="Organigramme : Procédé 87">
            <a:extLst>
              <a:ext uri="{FF2B5EF4-FFF2-40B4-BE49-F238E27FC236}">
                <a16:creationId xmlns:a16="http://schemas.microsoft.com/office/drawing/2014/main" id="{C85659CF-C0CF-B017-E463-8350C742FAE2}"/>
              </a:ext>
            </a:extLst>
          </p:cNvPr>
          <p:cNvSpPr/>
          <p:nvPr/>
        </p:nvSpPr>
        <p:spPr>
          <a:xfrm rot="1694835">
            <a:off x="1035484" y="50331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9" name="Organigramme : Procédé 88">
            <a:extLst>
              <a:ext uri="{FF2B5EF4-FFF2-40B4-BE49-F238E27FC236}">
                <a16:creationId xmlns:a16="http://schemas.microsoft.com/office/drawing/2014/main" id="{54BF56A8-7BCE-7A37-8247-8F7226EB516C}"/>
              </a:ext>
            </a:extLst>
          </p:cNvPr>
          <p:cNvSpPr/>
          <p:nvPr/>
        </p:nvSpPr>
        <p:spPr>
          <a:xfrm rot="1694835">
            <a:off x="860510" y="50331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0" name="Organigramme : Procédé 89">
            <a:extLst>
              <a:ext uri="{FF2B5EF4-FFF2-40B4-BE49-F238E27FC236}">
                <a16:creationId xmlns:a16="http://schemas.microsoft.com/office/drawing/2014/main" id="{944ECD8C-C6B5-E30A-D53C-184E38ADF654}"/>
              </a:ext>
            </a:extLst>
          </p:cNvPr>
          <p:cNvSpPr/>
          <p:nvPr/>
        </p:nvSpPr>
        <p:spPr>
          <a:xfrm rot="1694835">
            <a:off x="684833" y="50331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1" name="Organigramme : Procédé 90">
            <a:extLst>
              <a:ext uri="{FF2B5EF4-FFF2-40B4-BE49-F238E27FC236}">
                <a16:creationId xmlns:a16="http://schemas.microsoft.com/office/drawing/2014/main" id="{99E3DE6F-49C7-C08B-80C1-A13D6E9B0E7F}"/>
              </a:ext>
            </a:extLst>
          </p:cNvPr>
          <p:cNvSpPr/>
          <p:nvPr/>
        </p:nvSpPr>
        <p:spPr>
          <a:xfrm rot="1694835">
            <a:off x="513923" y="503954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2" name="Organigramme : Procédé 91">
            <a:extLst>
              <a:ext uri="{FF2B5EF4-FFF2-40B4-BE49-F238E27FC236}">
                <a16:creationId xmlns:a16="http://schemas.microsoft.com/office/drawing/2014/main" id="{D17D7FCF-D8FB-2FE0-10B0-3FE8330DFF95}"/>
              </a:ext>
            </a:extLst>
          </p:cNvPr>
          <p:cNvSpPr/>
          <p:nvPr/>
        </p:nvSpPr>
        <p:spPr>
          <a:xfrm rot="1694835">
            <a:off x="339143" y="503954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3" name="Organigramme : Procédé 92">
            <a:extLst>
              <a:ext uri="{FF2B5EF4-FFF2-40B4-BE49-F238E27FC236}">
                <a16:creationId xmlns:a16="http://schemas.microsoft.com/office/drawing/2014/main" id="{609CCF0E-20B5-5452-F7B3-FA0F0234B679}"/>
              </a:ext>
            </a:extLst>
          </p:cNvPr>
          <p:cNvSpPr/>
          <p:nvPr/>
        </p:nvSpPr>
        <p:spPr>
          <a:xfrm rot="1694835">
            <a:off x="198831" y="503169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" name="Organigramme : Procédé 93">
            <a:extLst>
              <a:ext uri="{FF2B5EF4-FFF2-40B4-BE49-F238E27FC236}">
                <a16:creationId xmlns:a16="http://schemas.microsoft.com/office/drawing/2014/main" id="{C8CDFE33-D55F-4DEC-9102-73942E0D44D5}"/>
              </a:ext>
            </a:extLst>
          </p:cNvPr>
          <p:cNvSpPr/>
          <p:nvPr/>
        </p:nvSpPr>
        <p:spPr>
          <a:xfrm rot="1694835">
            <a:off x="59240" y="5030284"/>
            <a:ext cx="45719" cy="98440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5" name="Image 104">
            <a:extLst>
              <a:ext uri="{FF2B5EF4-FFF2-40B4-BE49-F238E27FC236}">
                <a16:creationId xmlns:a16="http://schemas.microsoft.com/office/drawing/2014/main" id="{8E642AD9-69A8-0E0A-C334-4BC7F7B91F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762" y="4894046"/>
            <a:ext cx="151008" cy="113256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8624F6BD-9980-C5E5-14ED-9439CEA4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004" y="4516038"/>
            <a:ext cx="287725" cy="244733"/>
          </a:xfrm>
          <a:prstGeom prst="rect">
            <a:avLst/>
          </a:prstGeom>
        </p:spPr>
      </p:pic>
      <p:pic>
        <p:nvPicPr>
          <p:cNvPr id="108" name="Image 107">
            <a:extLst>
              <a:ext uri="{FF2B5EF4-FFF2-40B4-BE49-F238E27FC236}">
                <a16:creationId xmlns:a16="http://schemas.microsoft.com/office/drawing/2014/main" id="{A9E1DC7B-0631-7BEE-ECC9-37A3C1AC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4764521"/>
            <a:ext cx="297646" cy="226379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E765A71F-C2B7-86C6-0F06-CD230E2A5C58}"/>
              </a:ext>
            </a:extLst>
          </p:cNvPr>
          <p:cNvSpPr txBox="1"/>
          <p:nvPr/>
        </p:nvSpPr>
        <p:spPr>
          <a:xfrm>
            <a:off x="4676990" y="4452280"/>
            <a:ext cx="407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Helvetica" panose="020B0604020202020204" pitchFamily="34" charset="0"/>
                <a:cs typeface="Helvetica" panose="020B0604020202020204" pitchFamily="34" charset="0"/>
              </a:rPr>
              <a:t>Ou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93F5D6EA-08B8-7D9F-F0D0-E98AFD7ED0C3}"/>
              </a:ext>
            </a:extLst>
          </p:cNvPr>
          <p:cNvSpPr txBox="1"/>
          <p:nvPr/>
        </p:nvSpPr>
        <p:spPr>
          <a:xfrm>
            <a:off x="8125423" y="5788801"/>
            <a:ext cx="1716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Helvetica" panose="020B0604020202020204" pitchFamily="34" charset="0"/>
                <a:cs typeface="Helvetica" panose="020B0604020202020204" pitchFamily="34" charset="0"/>
              </a:rPr>
              <a:t>Signal d’avertissement</a:t>
            </a:r>
          </a:p>
        </p:txBody>
      </p: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DBE56EC4-234B-462D-B349-DEED19012DE9}"/>
              </a:ext>
            </a:extLst>
          </p:cNvPr>
          <p:cNvCxnSpPr>
            <a:cxnSpLocks/>
          </p:cNvCxnSpPr>
          <p:nvPr/>
        </p:nvCxnSpPr>
        <p:spPr>
          <a:xfrm flipH="1" flipV="1">
            <a:off x="8514415" y="5331020"/>
            <a:ext cx="172736" cy="3249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AEE8953F-C2C4-059C-06CE-965D0124F44C}"/>
              </a:ext>
            </a:extLst>
          </p:cNvPr>
          <p:cNvCxnSpPr>
            <a:cxnSpLocks/>
          </p:cNvCxnSpPr>
          <p:nvPr/>
        </p:nvCxnSpPr>
        <p:spPr>
          <a:xfrm flipH="1" flipV="1">
            <a:off x="4922664" y="5330715"/>
            <a:ext cx="3369" cy="325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Image 115">
            <a:extLst>
              <a:ext uri="{FF2B5EF4-FFF2-40B4-BE49-F238E27FC236}">
                <a16:creationId xmlns:a16="http://schemas.microsoft.com/office/drawing/2014/main" id="{54D5389B-DD0B-A584-909B-71F710269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24" y="4684264"/>
            <a:ext cx="400106" cy="304843"/>
          </a:xfrm>
          <a:prstGeom prst="rect">
            <a:avLst/>
          </a:prstGeom>
        </p:spPr>
      </p:pic>
      <p:sp>
        <p:nvSpPr>
          <p:cNvPr id="22" name="Organigramme : Procédé 21">
            <a:extLst>
              <a:ext uri="{FF2B5EF4-FFF2-40B4-BE49-F238E27FC236}">
                <a16:creationId xmlns:a16="http://schemas.microsoft.com/office/drawing/2014/main" id="{62F455B8-4921-9D7A-F3ED-8321C8BB5107}"/>
              </a:ext>
            </a:extLst>
          </p:cNvPr>
          <p:cNvSpPr/>
          <p:nvPr/>
        </p:nvSpPr>
        <p:spPr>
          <a:xfrm>
            <a:off x="52390" y="5133152"/>
            <a:ext cx="12098847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Organigramme : Procédé 24">
            <a:extLst>
              <a:ext uri="{FF2B5EF4-FFF2-40B4-BE49-F238E27FC236}">
                <a16:creationId xmlns:a16="http://schemas.microsoft.com/office/drawing/2014/main" id="{79EF592F-6DD5-D672-8F87-1057CCB3ABEF}"/>
              </a:ext>
            </a:extLst>
          </p:cNvPr>
          <p:cNvSpPr/>
          <p:nvPr/>
        </p:nvSpPr>
        <p:spPr>
          <a:xfrm>
            <a:off x="3925615" y="4994330"/>
            <a:ext cx="6776663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Organigramme : Procédé 101">
            <a:extLst>
              <a:ext uri="{FF2B5EF4-FFF2-40B4-BE49-F238E27FC236}">
                <a16:creationId xmlns:a16="http://schemas.microsoft.com/office/drawing/2014/main" id="{2A171552-4289-1153-60D9-856B13F99042}"/>
              </a:ext>
            </a:extLst>
          </p:cNvPr>
          <p:cNvSpPr/>
          <p:nvPr/>
        </p:nvSpPr>
        <p:spPr>
          <a:xfrm>
            <a:off x="60356" y="4994860"/>
            <a:ext cx="3841458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BAE78ECB-969A-D54F-8EF5-9DCE0F57D1B8}"/>
              </a:ext>
            </a:extLst>
          </p:cNvPr>
          <p:cNvCxnSpPr>
            <a:cxnSpLocks/>
          </p:cNvCxnSpPr>
          <p:nvPr/>
        </p:nvCxnSpPr>
        <p:spPr>
          <a:xfrm flipV="1">
            <a:off x="1670130" y="5330715"/>
            <a:ext cx="0" cy="325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ZoneTexte 118">
            <a:extLst>
              <a:ext uri="{FF2B5EF4-FFF2-40B4-BE49-F238E27FC236}">
                <a16:creationId xmlns:a16="http://schemas.microsoft.com/office/drawing/2014/main" id="{EA85014D-010C-1AA0-8683-7CF445049915}"/>
              </a:ext>
            </a:extLst>
          </p:cNvPr>
          <p:cNvSpPr txBox="1"/>
          <p:nvPr/>
        </p:nvSpPr>
        <p:spPr>
          <a:xfrm>
            <a:off x="1860966" y="3455002"/>
            <a:ext cx="2009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Zone de ralentissement</a:t>
            </a:r>
          </a:p>
        </p:txBody>
      </p: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48FE1632-5322-C388-8B7F-CB6374D5A52F}"/>
              </a:ext>
            </a:extLst>
          </p:cNvPr>
          <p:cNvCxnSpPr/>
          <p:nvPr/>
        </p:nvCxnSpPr>
        <p:spPr>
          <a:xfrm>
            <a:off x="5279578" y="4664042"/>
            <a:ext cx="273256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57F3D097-F706-AA50-AC6C-06BE56BA46D0}"/>
              </a:ext>
            </a:extLst>
          </p:cNvPr>
          <p:cNvSpPr txBox="1"/>
          <p:nvPr/>
        </p:nvSpPr>
        <p:spPr>
          <a:xfrm>
            <a:off x="6312058" y="4425671"/>
            <a:ext cx="604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Helvetica" panose="020B0604020202020204" pitchFamily="34" charset="0"/>
                <a:cs typeface="Helvetica" panose="020B0604020202020204" pitchFamily="34" charset="0"/>
              </a:rPr>
              <a:t>300m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2207876C-E4FD-952C-C477-78D3BCAD45B5}"/>
              </a:ext>
            </a:extLst>
          </p:cNvPr>
          <p:cNvSpPr txBox="1"/>
          <p:nvPr/>
        </p:nvSpPr>
        <p:spPr>
          <a:xfrm>
            <a:off x="4880226" y="2710041"/>
            <a:ext cx="2248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Cas</a:t>
            </a:r>
            <a:r>
              <a:rPr lang="fr-FR" sz="105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général d’un RP</a:t>
            </a:r>
            <a:r>
              <a:rPr lang="fr-FR" sz="1050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pic>
        <p:nvPicPr>
          <p:cNvPr id="126" name="Image 125">
            <a:extLst>
              <a:ext uri="{FF2B5EF4-FFF2-40B4-BE49-F238E27FC236}">
                <a16:creationId xmlns:a16="http://schemas.microsoft.com/office/drawing/2014/main" id="{CD39D67C-E9AD-1969-8879-49A17E522D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9537" y="4273621"/>
            <a:ext cx="707660" cy="7076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94DD64-EB0E-E36F-7A0A-7C4299699637}"/>
              </a:ext>
            </a:extLst>
          </p:cNvPr>
          <p:cNvSpPr/>
          <p:nvPr/>
        </p:nvSpPr>
        <p:spPr>
          <a:xfrm>
            <a:off x="40762" y="2628899"/>
            <a:ext cx="12110475" cy="38512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B627252-945A-D4F5-CD05-A1DC993708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1814" y="3872113"/>
            <a:ext cx="551241" cy="8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6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3097E-9097-FF1D-457A-60719551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oneTexte 23">
            <a:extLst>
              <a:ext uri="{FF2B5EF4-FFF2-40B4-BE49-F238E27FC236}">
                <a16:creationId xmlns:a16="http://schemas.microsoft.com/office/drawing/2014/main" id="{FBCF039A-29CF-3F36-2B7E-9C9CF4999E93}"/>
              </a:ext>
            </a:extLst>
          </p:cNvPr>
          <p:cNvSpPr txBox="1"/>
          <p:nvPr/>
        </p:nvSpPr>
        <p:spPr>
          <a:xfrm>
            <a:off x="9605714" y="3583933"/>
            <a:ext cx="188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Au départ de la station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866BB5-B9E5-8E88-1ECD-175090940175}"/>
              </a:ext>
            </a:extLst>
          </p:cNvPr>
          <p:cNvSpPr txBox="1"/>
          <p:nvPr/>
        </p:nvSpPr>
        <p:spPr>
          <a:xfrm>
            <a:off x="5887414" y="3583933"/>
            <a:ext cx="1329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À pied d'œuvre</a:t>
            </a:r>
          </a:p>
        </p:txBody>
      </p:sp>
      <p:sp>
        <p:nvSpPr>
          <p:cNvPr id="29" name="Organigramme : Connecteur 28">
            <a:extLst>
              <a:ext uri="{FF2B5EF4-FFF2-40B4-BE49-F238E27FC236}">
                <a16:creationId xmlns:a16="http://schemas.microsoft.com/office/drawing/2014/main" id="{DF493230-14F3-F8D1-DB86-3F0F591C97B3}"/>
              </a:ext>
            </a:extLst>
          </p:cNvPr>
          <p:cNvSpPr/>
          <p:nvPr/>
        </p:nvSpPr>
        <p:spPr>
          <a:xfrm>
            <a:off x="9263464" y="3583933"/>
            <a:ext cx="319834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30" name="Organigramme : Connecteur 29">
            <a:extLst>
              <a:ext uri="{FF2B5EF4-FFF2-40B4-BE49-F238E27FC236}">
                <a16:creationId xmlns:a16="http://schemas.microsoft.com/office/drawing/2014/main" id="{5E9721F0-27C5-A3D5-D389-B1371D1983B9}"/>
              </a:ext>
            </a:extLst>
          </p:cNvPr>
          <p:cNvSpPr/>
          <p:nvPr/>
        </p:nvSpPr>
        <p:spPr>
          <a:xfrm>
            <a:off x="5483211" y="3556134"/>
            <a:ext cx="312406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31" name="Organigramme : Connecteur 30">
            <a:extLst>
              <a:ext uri="{FF2B5EF4-FFF2-40B4-BE49-F238E27FC236}">
                <a16:creationId xmlns:a16="http://schemas.microsoft.com/office/drawing/2014/main" id="{A7C0F010-C77C-9EC8-7C28-6E8403CF97E1}"/>
              </a:ext>
            </a:extLst>
          </p:cNvPr>
          <p:cNvSpPr/>
          <p:nvPr/>
        </p:nvSpPr>
        <p:spPr>
          <a:xfrm>
            <a:off x="1532684" y="3556136"/>
            <a:ext cx="319834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86EB786-1074-24E7-CC40-9EB1AEABC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227" y="4456350"/>
            <a:ext cx="1761785" cy="809340"/>
          </a:xfrm>
          <a:prstGeom prst="rect">
            <a:avLst/>
          </a:prstGeom>
        </p:spPr>
      </p:pic>
      <p:sp>
        <p:nvSpPr>
          <p:cNvPr id="27" name="Organigramme : Procédé 26">
            <a:extLst>
              <a:ext uri="{FF2B5EF4-FFF2-40B4-BE49-F238E27FC236}">
                <a16:creationId xmlns:a16="http://schemas.microsoft.com/office/drawing/2014/main" id="{A818148E-BB7C-E33F-6BB6-4AED133CD45E}"/>
              </a:ext>
            </a:extLst>
          </p:cNvPr>
          <p:cNvSpPr/>
          <p:nvPr/>
        </p:nvSpPr>
        <p:spPr>
          <a:xfrm rot="1694835">
            <a:off x="10526324" y="515826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Organigramme : Procédé 27">
            <a:extLst>
              <a:ext uri="{FF2B5EF4-FFF2-40B4-BE49-F238E27FC236}">
                <a16:creationId xmlns:a16="http://schemas.microsoft.com/office/drawing/2014/main" id="{9DAC2306-E8CC-F502-66C4-A6DA187254B4}"/>
              </a:ext>
            </a:extLst>
          </p:cNvPr>
          <p:cNvSpPr/>
          <p:nvPr/>
        </p:nvSpPr>
        <p:spPr>
          <a:xfrm rot="1694835">
            <a:off x="10353587" y="515770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Organigramme : Procédé 32">
            <a:extLst>
              <a:ext uri="{FF2B5EF4-FFF2-40B4-BE49-F238E27FC236}">
                <a16:creationId xmlns:a16="http://schemas.microsoft.com/office/drawing/2014/main" id="{757F1F4C-086B-6F2D-23B3-D8C350153817}"/>
              </a:ext>
            </a:extLst>
          </p:cNvPr>
          <p:cNvSpPr/>
          <p:nvPr/>
        </p:nvSpPr>
        <p:spPr>
          <a:xfrm rot="1694835">
            <a:off x="10182083" y="51577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Organigramme : Procédé 34">
            <a:extLst>
              <a:ext uri="{FF2B5EF4-FFF2-40B4-BE49-F238E27FC236}">
                <a16:creationId xmlns:a16="http://schemas.microsoft.com/office/drawing/2014/main" id="{D9C3B57E-D79F-F15D-B9AF-F2E1545C781F}"/>
              </a:ext>
            </a:extLst>
          </p:cNvPr>
          <p:cNvSpPr/>
          <p:nvPr/>
        </p:nvSpPr>
        <p:spPr>
          <a:xfrm rot="1694835">
            <a:off x="10002229" y="515770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Organigramme : Procédé 35">
            <a:extLst>
              <a:ext uri="{FF2B5EF4-FFF2-40B4-BE49-F238E27FC236}">
                <a16:creationId xmlns:a16="http://schemas.microsoft.com/office/drawing/2014/main" id="{61C391B7-649E-CA49-02E5-02076541E913}"/>
              </a:ext>
            </a:extLst>
          </p:cNvPr>
          <p:cNvSpPr/>
          <p:nvPr/>
        </p:nvSpPr>
        <p:spPr>
          <a:xfrm rot="1694835">
            <a:off x="10680348" y="5162042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Organigramme : Procédé 36">
            <a:extLst>
              <a:ext uri="{FF2B5EF4-FFF2-40B4-BE49-F238E27FC236}">
                <a16:creationId xmlns:a16="http://schemas.microsoft.com/office/drawing/2014/main" id="{C499A588-5B5B-13ED-9E00-92F7EA6D03F1}"/>
              </a:ext>
            </a:extLst>
          </p:cNvPr>
          <p:cNvSpPr/>
          <p:nvPr/>
        </p:nvSpPr>
        <p:spPr>
          <a:xfrm rot="1694835">
            <a:off x="9829493" y="515488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9CF2E1BE-B164-D9AD-0E6B-E1FC974E8933}"/>
              </a:ext>
            </a:extLst>
          </p:cNvPr>
          <p:cNvSpPr/>
          <p:nvPr/>
        </p:nvSpPr>
        <p:spPr>
          <a:xfrm rot="1694835">
            <a:off x="9656756" y="515432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Organigramme : Procédé 38">
            <a:extLst>
              <a:ext uri="{FF2B5EF4-FFF2-40B4-BE49-F238E27FC236}">
                <a16:creationId xmlns:a16="http://schemas.microsoft.com/office/drawing/2014/main" id="{E785007E-9B72-E0A8-3A2C-FC08AD0201C2}"/>
              </a:ext>
            </a:extLst>
          </p:cNvPr>
          <p:cNvSpPr/>
          <p:nvPr/>
        </p:nvSpPr>
        <p:spPr>
          <a:xfrm rot="1694835">
            <a:off x="9485250" y="515432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Organigramme : Procédé 39">
            <a:extLst>
              <a:ext uri="{FF2B5EF4-FFF2-40B4-BE49-F238E27FC236}">
                <a16:creationId xmlns:a16="http://schemas.microsoft.com/office/drawing/2014/main" id="{5529213B-4540-B46C-EBDB-B3F58C71BA74}"/>
              </a:ext>
            </a:extLst>
          </p:cNvPr>
          <p:cNvSpPr/>
          <p:nvPr/>
        </p:nvSpPr>
        <p:spPr>
          <a:xfrm rot="1694835">
            <a:off x="9305398" y="515432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Organigramme : Procédé 40">
            <a:extLst>
              <a:ext uri="{FF2B5EF4-FFF2-40B4-BE49-F238E27FC236}">
                <a16:creationId xmlns:a16="http://schemas.microsoft.com/office/drawing/2014/main" id="{0132E745-143A-0480-354E-FA7BF36BEF29}"/>
              </a:ext>
            </a:extLst>
          </p:cNvPr>
          <p:cNvSpPr/>
          <p:nvPr/>
        </p:nvSpPr>
        <p:spPr>
          <a:xfrm rot="1694835">
            <a:off x="9145732" y="516123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Organigramme : Procédé 41">
            <a:extLst>
              <a:ext uri="{FF2B5EF4-FFF2-40B4-BE49-F238E27FC236}">
                <a16:creationId xmlns:a16="http://schemas.microsoft.com/office/drawing/2014/main" id="{7098D566-147A-9085-CAFD-06375206506D}"/>
              </a:ext>
            </a:extLst>
          </p:cNvPr>
          <p:cNvSpPr/>
          <p:nvPr/>
        </p:nvSpPr>
        <p:spPr>
          <a:xfrm rot="1694835">
            <a:off x="8972995" y="51606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Organigramme : Procédé 42">
            <a:extLst>
              <a:ext uri="{FF2B5EF4-FFF2-40B4-BE49-F238E27FC236}">
                <a16:creationId xmlns:a16="http://schemas.microsoft.com/office/drawing/2014/main" id="{10D94710-E896-5E37-B1A6-A4D19616E586}"/>
              </a:ext>
            </a:extLst>
          </p:cNvPr>
          <p:cNvSpPr/>
          <p:nvPr/>
        </p:nvSpPr>
        <p:spPr>
          <a:xfrm rot="1694835">
            <a:off x="8801489" y="516067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Organigramme : Procédé 43">
            <a:extLst>
              <a:ext uri="{FF2B5EF4-FFF2-40B4-BE49-F238E27FC236}">
                <a16:creationId xmlns:a16="http://schemas.microsoft.com/office/drawing/2014/main" id="{526F71D7-95B8-2BDF-9842-D7F599BF9C64}"/>
              </a:ext>
            </a:extLst>
          </p:cNvPr>
          <p:cNvSpPr/>
          <p:nvPr/>
        </p:nvSpPr>
        <p:spPr>
          <a:xfrm rot="1694835">
            <a:off x="8621637" y="516067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Organigramme : Procédé 44">
            <a:extLst>
              <a:ext uri="{FF2B5EF4-FFF2-40B4-BE49-F238E27FC236}">
                <a16:creationId xmlns:a16="http://schemas.microsoft.com/office/drawing/2014/main" id="{4454E8BF-1728-C546-F46D-77615C7CFE42}"/>
              </a:ext>
            </a:extLst>
          </p:cNvPr>
          <p:cNvSpPr/>
          <p:nvPr/>
        </p:nvSpPr>
        <p:spPr>
          <a:xfrm rot="1694835">
            <a:off x="8448899" y="515784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Organigramme : Procédé 45">
            <a:extLst>
              <a:ext uri="{FF2B5EF4-FFF2-40B4-BE49-F238E27FC236}">
                <a16:creationId xmlns:a16="http://schemas.microsoft.com/office/drawing/2014/main" id="{8AA6368E-F001-FD31-145D-EA4595E8A57B}"/>
              </a:ext>
            </a:extLst>
          </p:cNvPr>
          <p:cNvSpPr/>
          <p:nvPr/>
        </p:nvSpPr>
        <p:spPr>
          <a:xfrm rot="1694835">
            <a:off x="8276162" y="515728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Organigramme : Procédé 46">
            <a:extLst>
              <a:ext uri="{FF2B5EF4-FFF2-40B4-BE49-F238E27FC236}">
                <a16:creationId xmlns:a16="http://schemas.microsoft.com/office/drawing/2014/main" id="{A55D6071-D451-0435-1CFA-72634C4DBC22}"/>
              </a:ext>
            </a:extLst>
          </p:cNvPr>
          <p:cNvSpPr/>
          <p:nvPr/>
        </p:nvSpPr>
        <p:spPr>
          <a:xfrm rot="1694835">
            <a:off x="8104658" y="515728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Organigramme : Procédé 47">
            <a:extLst>
              <a:ext uri="{FF2B5EF4-FFF2-40B4-BE49-F238E27FC236}">
                <a16:creationId xmlns:a16="http://schemas.microsoft.com/office/drawing/2014/main" id="{28A7FEAE-CC1E-E033-D9D2-56444C6DB5C6}"/>
              </a:ext>
            </a:extLst>
          </p:cNvPr>
          <p:cNvSpPr/>
          <p:nvPr/>
        </p:nvSpPr>
        <p:spPr>
          <a:xfrm rot="1694835">
            <a:off x="7924804" y="515728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Organigramme : Procédé 48">
            <a:extLst>
              <a:ext uri="{FF2B5EF4-FFF2-40B4-BE49-F238E27FC236}">
                <a16:creationId xmlns:a16="http://schemas.microsoft.com/office/drawing/2014/main" id="{7A0BCD78-2257-4111-6EEC-85EB0230E7AD}"/>
              </a:ext>
            </a:extLst>
          </p:cNvPr>
          <p:cNvSpPr/>
          <p:nvPr/>
        </p:nvSpPr>
        <p:spPr>
          <a:xfrm rot="1694835">
            <a:off x="7769614" y="515680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Organigramme : Procédé 49">
            <a:extLst>
              <a:ext uri="{FF2B5EF4-FFF2-40B4-BE49-F238E27FC236}">
                <a16:creationId xmlns:a16="http://schemas.microsoft.com/office/drawing/2014/main" id="{656C63B8-E05D-24A3-9003-A99CE3E98997}"/>
              </a:ext>
            </a:extLst>
          </p:cNvPr>
          <p:cNvSpPr/>
          <p:nvPr/>
        </p:nvSpPr>
        <p:spPr>
          <a:xfrm rot="1694835">
            <a:off x="7596877" y="51562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Organigramme : Procédé 50">
            <a:extLst>
              <a:ext uri="{FF2B5EF4-FFF2-40B4-BE49-F238E27FC236}">
                <a16:creationId xmlns:a16="http://schemas.microsoft.com/office/drawing/2014/main" id="{1400CE03-E0B3-E53E-3C69-EF050509E93E}"/>
              </a:ext>
            </a:extLst>
          </p:cNvPr>
          <p:cNvSpPr/>
          <p:nvPr/>
        </p:nvSpPr>
        <p:spPr>
          <a:xfrm rot="1694835">
            <a:off x="7425372" y="51562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Organigramme : Procédé 51">
            <a:extLst>
              <a:ext uri="{FF2B5EF4-FFF2-40B4-BE49-F238E27FC236}">
                <a16:creationId xmlns:a16="http://schemas.microsoft.com/office/drawing/2014/main" id="{388CE82C-412B-E44F-63C7-8384AC183260}"/>
              </a:ext>
            </a:extLst>
          </p:cNvPr>
          <p:cNvSpPr/>
          <p:nvPr/>
        </p:nvSpPr>
        <p:spPr>
          <a:xfrm rot="1694835">
            <a:off x="7245519" y="51562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3" name="Organigramme : Procédé 52">
            <a:extLst>
              <a:ext uri="{FF2B5EF4-FFF2-40B4-BE49-F238E27FC236}">
                <a16:creationId xmlns:a16="http://schemas.microsoft.com/office/drawing/2014/main" id="{FD8B2A8A-FC91-D309-A29E-5236042E9866}"/>
              </a:ext>
            </a:extLst>
          </p:cNvPr>
          <p:cNvSpPr/>
          <p:nvPr/>
        </p:nvSpPr>
        <p:spPr>
          <a:xfrm rot="1694835">
            <a:off x="7072782" y="515342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Organigramme : Procédé 53">
            <a:extLst>
              <a:ext uri="{FF2B5EF4-FFF2-40B4-BE49-F238E27FC236}">
                <a16:creationId xmlns:a16="http://schemas.microsoft.com/office/drawing/2014/main" id="{34755634-8366-9FDD-0830-4089FCE98639}"/>
              </a:ext>
            </a:extLst>
          </p:cNvPr>
          <p:cNvSpPr/>
          <p:nvPr/>
        </p:nvSpPr>
        <p:spPr>
          <a:xfrm rot="1694835">
            <a:off x="6900047" y="515286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5" name="Organigramme : Procédé 54">
            <a:extLst>
              <a:ext uri="{FF2B5EF4-FFF2-40B4-BE49-F238E27FC236}">
                <a16:creationId xmlns:a16="http://schemas.microsoft.com/office/drawing/2014/main" id="{4F33B2AF-2EEF-A8B3-082D-6C10D38C1E76}"/>
              </a:ext>
            </a:extLst>
          </p:cNvPr>
          <p:cNvSpPr/>
          <p:nvPr/>
        </p:nvSpPr>
        <p:spPr>
          <a:xfrm rot="1694835">
            <a:off x="6728542" y="515286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6" name="Organigramme : Procédé 55">
            <a:extLst>
              <a:ext uri="{FF2B5EF4-FFF2-40B4-BE49-F238E27FC236}">
                <a16:creationId xmlns:a16="http://schemas.microsoft.com/office/drawing/2014/main" id="{6A5ECCD5-F2BF-604D-631C-A3FCA0CA4C4D}"/>
              </a:ext>
            </a:extLst>
          </p:cNvPr>
          <p:cNvSpPr/>
          <p:nvPr/>
        </p:nvSpPr>
        <p:spPr>
          <a:xfrm rot="1694835">
            <a:off x="6548688" y="515286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7" name="Organigramme : Procédé 56">
            <a:extLst>
              <a:ext uri="{FF2B5EF4-FFF2-40B4-BE49-F238E27FC236}">
                <a16:creationId xmlns:a16="http://schemas.microsoft.com/office/drawing/2014/main" id="{7B0A4E15-CA8D-8F07-9D4F-48799BD13F92}"/>
              </a:ext>
            </a:extLst>
          </p:cNvPr>
          <p:cNvSpPr/>
          <p:nvPr/>
        </p:nvSpPr>
        <p:spPr>
          <a:xfrm rot="1694835">
            <a:off x="6378998" y="515303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8" name="Organigramme : Procédé 57">
            <a:extLst>
              <a:ext uri="{FF2B5EF4-FFF2-40B4-BE49-F238E27FC236}">
                <a16:creationId xmlns:a16="http://schemas.microsoft.com/office/drawing/2014/main" id="{B446C37B-1738-4F97-7A54-C7972EA6446D}"/>
              </a:ext>
            </a:extLst>
          </p:cNvPr>
          <p:cNvSpPr/>
          <p:nvPr/>
        </p:nvSpPr>
        <p:spPr>
          <a:xfrm rot="1694835">
            <a:off x="6206261" y="515247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Organigramme : Procédé 58">
            <a:extLst>
              <a:ext uri="{FF2B5EF4-FFF2-40B4-BE49-F238E27FC236}">
                <a16:creationId xmlns:a16="http://schemas.microsoft.com/office/drawing/2014/main" id="{57EB8AC7-9B8C-0BE6-8A6F-8CB72D83017C}"/>
              </a:ext>
            </a:extLst>
          </p:cNvPr>
          <p:cNvSpPr/>
          <p:nvPr/>
        </p:nvSpPr>
        <p:spPr>
          <a:xfrm rot="1694835">
            <a:off x="6032807" y="516081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0" name="Organigramme : Procédé 59">
            <a:extLst>
              <a:ext uri="{FF2B5EF4-FFF2-40B4-BE49-F238E27FC236}">
                <a16:creationId xmlns:a16="http://schemas.microsoft.com/office/drawing/2014/main" id="{93C9C096-7E56-F599-C54E-0CF7CEF88EC2}"/>
              </a:ext>
            </a:extLst>
          </p:cNvPr>
          <p:cNvSpPr/>
          <p:nvPr/>
        </p:nvSpPr>
        <p:spPr>
          <a:xfrm rot="1694835">
            <a:off x="5854903" y="515247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1" name="Organigramme : Procédé 60">
            <a:extLst>
              <a:ext uri="{FF2B5EF4-FFF2-40B4-BE49-F238E27FC236}">
                <a16:creationId xmlns:a16="http://schemas.microsoft.com/office/drawing/2014/main" id="{DFEF54DD-116F-8FEA-1728-8AD03193164A}"/>
              </a:ext>
            </a:extLst>
          </p:cNvPr>
          <p:cNvSpPr/>
          <p:nvPr/>
        </p:nvSpPr>
        <p:spPr>
          <a:xfrm rot="1694835">
            <a:off x="5682166" y="51496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2" name="Organigramme : Procédé 61">
            <a:extLst>
              <a:ext uri="{FF2B5EF4-FFF2-40B4-BE49-F238E27FC236}">
                <a16:creationId xmlns:a16="http://schemas.microsoft.com/office/drawing/2014/main" id="{942736D3-5CC2-50CD-D781-6C2B4A41A1E7}"/>
              </a:ext>
            </a:extLst>
          </p:cNvPr>
          <p:cNvSpPr/>
          <p:nvPr/>
        </p:nvSpPr>
        <p:spPr>
          <a:xfrm rot="1694835">
            <a:off x="5509428" y="514909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3" name="Organigramme : Procédé 62">
            <a:extLst>
              <a:ext uri="{FF2B5EF4-FFF2-40B4-BE49-F238E27FC236}">
                <a16:creationId xmlns:a16="http://schemas.microsoft.com/office/drawing/2014/main" id="{E7E118E0-2D57-F588-FF12-508DCFC4FB09}"/>
              </a:ext>
            </a:extLst>
          </p:cNvPr>
          <p:cNvSpPr/>
          <p:nvPr/>
        </p:nvSpPr>
        <p:spPr>
          <a:xfrm rot="1694835">
            <a:off x="5334791" y="516072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4" name="Organigramme : Procédé 63">
            <a:extLst>
              <a:ext uri="{FF2B5EF4-FFF2-40B4-BE49-F238E27FC236}">
                <a16:creationId xmlns:a16="http://schemas.microsoft.com/office/drawing/2014/main" id="{370A0C39-0288-3092-DC2E-E466E361DD7D}"/>
              </a:ext>
            </a:extLst>
          </p:cNvPr>
          <p:cNvSpPr/>
          <p:nvPr/>
        </p:nvSpPr>
        <p:spPr>
          <a:xfrm rot="1694835">
            <a:off x="5157346" y="516072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5" name="Organigramme : Procédé 64">
            <a:extLst>
              <a:ext uri="{FF2B5EF4-FFF2-40B4-BE49-F238E27FC236}">
                <a16:creationId xmlns:a16="http://schemas.microsoft.com/office/drawing/2014/main" id="{35794ADE-2AA4-0279-8FD2-E45ECEA290F5}"/>
              </a:ext>
            </a:extLst>
          </p:cNvPr>
          <p:cNvSpPr/>
          <p:nvPr/>
        </p:nvSpPr>
        <p:spPr>
          <a:xfrm rot="1694835">
            <a:off x="4845784" y="515488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6" name="Organigramme : Procédé 65">
            <a:extLst>
              <a:ext uri="{FF2B5EF4-FFF2-40B4-BE49-F238E27FC236}">
                <a16:creationId xmlns:a16="http://schemas.microsoft.com/office/drawing/2014/main" id="{4DBAC256-BB2B-8392-C758-07425DEF97FA}"/>
              </a:ext>
            </a:extLst>
          </p:cNvPr>
          <p:cNvSpPr/>
          <p:nvPr/>
        </p:nvSpPr>
        <p:spPr>
          <a:xfrm rot="1694835">
            <a:off x="4675644" y="515490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7" name="Organigramme : Procédé 66">
            <a:extLst>
              <a:ext uri="{FF2B5EF4-FFF2-40B4-BE49-F238E27FC236}">
                <a16:creationId xmlns:a16="http://schemas.microsoft.com/office/drawing/2014/main" id="{04B5557E-3434-14D4-B8E9-46E131A9B31A}"/>
              </a:ext>
            </a:extLst>
          </p:cNvPr>
          <p:cNvSpPr/>
          <p:nvPr/>
        </p:nvSpPr>
        <p:spPr>
          <a:xfrm rot="1694835">
            <a:off x="4508054" y="51501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8" name="Organigramme : Procédé 67">
            <a:extLst>
              <a:ext uri="{FF2B5EF4-FFF2-40B4-BE49-F238E27FC236}">
                <a16:creationId xmlns:a16="http://schemas.microsoft.com/office/drawing/2014/main" id="{E58C000E-B8B0-1270-6AEE-BCB6B0FA4E10}"/>
              </a:ext>
            </a:extLst>
          </p:cNvPr>
          <p:cNvSpPr/>
          <p:nvPr/>
        </p:nvSpPr>
        <p:spPr>
          <a:xfrm rot="1694835">
            <a:off x="4324117" y="515202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9" name="Organigramme : Procédé 68">
            <a:extLst>
              <a:ext uri="{FF2B5EF4-FFF2-40B4-BE49-F238E27FC236}">
                <a16:creationId xmlns:a16="http://schemas.microsoft.com/office/drawing/2014/main" id="{7A3B6A9A-D0D1-D1ED-68FD-189D49D236A5}"/>
              </a:ext>
            </a:extLst>
          </p:cNvPr>
          <p:cNvSpPr/>
          <p:nvPr/>
        </p:nvSpPr>
        <p:spPr>
          <a:xfrm rot="1694835">
            <a:off x="5002405" y="5152588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0" name="Organigramme : Procédé 69">
            <a:extLst>
              <a:ext uri="{FF2B5EF4-FFF2-40B4-BE49-F238E27FC236}">
                <a16:creationId xmlns:a16="http://schemas.microsoft.com/office/drawing/2014/main" id="{1B6AADFE-16B9-5810-3197-8E204544AA2C}"/>
              </a:ext>
            </a:extLst>
          </p:cNvPr>
          <p:cNvSpPr/>
          <p:nvPr/>
        </p:nvSpPr>
        <p:spPr>
          <a:xfrm rot="1694835">
            <a:off x="4147866" y="51562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1" name="Organigramme : Procédé 70">
            <a:extLst>
              <a:ext uri="{FF2B5EF4-FFF2-40B4-BE49-F238E27FC236}">
                <a16:creationId xmlns:a16="http://schemas.microsoft.com/office/drawing/2014/main" id="{68257016-6CF1-1DA7-EDD6-128FC01C6F2E}"/>
              </a:ext>
            </a:extLst>
          </p:cNvPr>
          <p:cNvSpPr/>
          <p:nvPr/>
        </p:nvSpPr>
        <p:spPr>
          <a:xfrm rot="1694835">
            <a:off x="3970664" y="515896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2" name="Organigramme : Procédé 71">
            <a:extLst>
              <a:ext uri="{FF2B5EF4-FFF2-40B4-BE49-F238E27FC236}">
                <a16:creationId xmlns:a16="http://schemas.microsoft.com/office/drawing/2014/main" id="{C272E265-B471-ECEB-988C-923A872A7230}"/>
              </a:ext>
            </a:extLst>
          </p:cNvPr>
          <p:cNvSpPr/>
          <p:nvPr/>
        </p:nvSpPr>
        <p:spPr>
          <a:xfrm rot="1694835">
            <a:off x="3799627" y="515770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Organigramme : Procédé 72">
            <a:extLst>
              <a:ext uri="{FF2B5EF4-FFF2-40B4-BE49-F238E27FC236}">
                <a16:creationId xmlns:a16="http://schemas.microsoft.com/office/drawing/2014/main" id="{BFB9909E-BEEB-A34A-D78B-A8071AA6BFB1}"/>
              </a:ext>
            </a:extLst>
          </p:cNvPr>
          <p:cNvSpPr/>
          <p:nvPr/>
        </p:nvSpPr>
        <p:spPr>
          <a:xfrm rot="1694835">
            <a:off x="3614074" y="515822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Organigramme : Procédé 73">
            <a:extLst>
              <a:ext uri="{FF2B5EF4-FFF2-40B4-BE49-F238E27FC236}">
                <a16:creationId xmlns:a16="http://schemas.microsoft.com/office/drawing/2014/main" id="{7A988945-B9C8-D7B1-6D21-79769071B3A3}"/>
              </a:ext>
            </a:extLst>
          </p:cNvPr>
          <p:cNvSpPr/>
          <p:nvPr/>
        </p:nvSpPr>
        <p:spPr>
          <a:xfrm rot="1694835">
            <a:off x="3464104" y="515821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Organigramme : Procédé 74">
            <a:extLst>
              <a:ext uri="{FF2B5EF4-FFF2-40B4-BE49-F238E27FC236}">
                <a16:creationId xmlns:a16="http://schemas.microsoft.com/office/drawing/2014/main" id="{A4000B40-EBA9-FE7F-78DB-C1BC52EF3A00}"/>
              </a:ext>
            </a:extLst>
          </p:cNvPr>
          <p:cNvSpPr/>
          <p:nvPr/>
        </p:nvSpPr>
        <p:spPr>
          <a:xfrm rot="1694835">
            <a:off x="3284682" y="51512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6" name="Organigramme : Procédé 75">
            <a:extLst>
              <a:ext uri="{FF2B5EF4-FFF2-40B4-BE49-F238E27FC236}">
                <a16:creationId xmlns:a16="http://schemas.microsoft.com/office/drawing/2014/main" id="{EE2CDD70-4794-0530-3410-185435635DB7}"/>
              </a:ext>
            </a:extLst>
          </p:cNvPr>
          <p:cNvSpPr/>
          <p:nvPr/>
        </p:nvSpPr>
        <p:spPr>
          <a:xfrm rot="1694835">
            <a:off x="3112198" y="515778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7" name="Organigramme : Procédé 76">
            <a:extLst>
              <a:ext uri="{FF2B5EF4-FFF2-40B4-BE49-F238E27FC236}">
                <a16:creationId xmlns:a16="http://schemas.microsoft.com/office/drawing/2014/main" id="{EE508913-B1EF-4BAB-AB1A-7F215D745FD3}"/>
              </a:ext>
            </a:extLst>
          </p:cNvPr>
          <p:cNvSpPr/>
          <p:nvPr/>
        </p:nvSpPr>
        <p:spPr>
          <a:xfrm rot="1694835">
            <a:off x="2924952" y="515540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8" name="Organigramme : Procédé 77">
            <a:extLst>
              <a:ext uri="{FF2B5EF4-FFF2-40B4-BE49-F238E27FC236}">
                <a16:creationId xmlns:a16="http://schemas.microsoft.com/office/drawing/2014/main" id="{A6799C0B-8E4F-35AF-B05D-7731C3B06399}"/>
              </a:ext>
            </a:extLst>
          </p:cNvPr>
          <p:cNvSpPr/>
          <p:nvPr/>
        </p:nvSpPr>
        <p:spPr>
          <a:xfrm rot="1694835">
            <a:off x="2754160" y="51577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9" name="Organigramme : Procédé 78">
            <a:extLst>
              <a:ext uri="{FF2B5EF4-FFF2-40B4-BE49-F238E27FC236}">
                <a16:creationId xmlns:a16="http://schemas.microsoft.com/office/drawing/2014/main" id="{CA7A5095-A75E-701B-3A37-0D60704EF0C2}"/>
              </a:ext>
            </a:extLst>
          </p:cNvPr>
          <p:cNvSpPr/>
          <p:nvPr/>
        </p:nvSpPr>
        <p:spPr>
          <a:xfrm rot="1694835">
            <a:off x="2578283" y="515369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0" name="Organigramme : Procédé 79">
            <a:extLst>
              <a:ext uri="{FF2B5EF4-FFF2-40B4-BE49-F238E27FC236}">
                <a16:creationId xmlns:a16="http://schemas.microsoft.com/office/drawing/2014/main" id="{57F36553-7C4D-FFD8-E85C-BB6C593E0B2A}"/>
              </a:ext>
            </a:extLst>
          </p:cNvPr>
          <p:cNvSpPr/>
          <p:nvPr/>
        </p:nvSpPr>
        <p:spPr>
          <a:xfrm rot="1694835">
            <a:off x="2402174" y="515711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1" name="Organigramme : Procédé 80">
            <a:extLst>
              <a:ext uri="{FF2B5EF4-FFF2-40B4-BE49-F238E27FC236}">
                <a16:creationId xmlns:a16="http://schemas.microsoft.com/office/drawing/2014/main" id="{00F271EF-5B13-B575-0C85-A1296E5D323B}"/>
              </a:ext>
            </a:extLst>
          </p:cNvPr>
          <p:cNvSpPr/>
          <p:nvPr/>
        </p:nvSpPr>
        <p:spPr>
          <a:xfrm rot="1694835">
            <a:off x="2234571" y="51577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2" name="Organigramme : Procédé 81">
            <a:extLst>
              <a:ext uri="{FF2B5EF4-FFF2-40B4-BE49-F238E27FC236}">
                <a16:creationId xmlns:a16="http://schemas.microsoft.com/office/drawing/2014/main" id="{8E7D41F6-AD05-5856-4767-80E67BB2E985}"/>
              </a:ext>
            </a:extLst>
          </p:cNvPr>
          <p:cNvSpPr/>
          <p:nvPr/>
        </p:nvSpPr>
        <p:spPr>
          <a:xfrm rot="1694835">
            <a:off x="2077508" y="51577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3" name="Organigramme : Procédé 82">
            <a:extLst>
              <a:ext uri="{FF2B5EF4-FFF2-40B4-BE49-F238E27FC236}">
                <a16:creationId xmlns:a16="http://schemas.microsoft.com/office/drawing/2014/main" id="{DF94F486-DD98-143F-AFE0-E610FE1D0A53}"/>
              </a:ext>
            </a:extLst>
          </p:cNvPr>
          <p:cNvSpPr/>
          <p:nvPr/>
        </p:nvSpPr>
        <p:spPr>
          <a:xfrm rot="1694835">
            <a:off x="1898614" y="515857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4" name="Organigramme : Procédé 83">
            <a:extLst>
              <a:ext uri="{FF2B5EF4-FFF2-40B4-BE49-F238E27FC236}">
                <a16:creationId xmlns:a16="http://schemas.microsoft.com/office/drawing/2014/main" id="{FA684CE7-E09F-45D3-D52E-98D6C38CD245}"/>
              </a:ext>
            </a:extLst>
          </p:cNvPr>
          <p:cNvSpPr/>
          <p:nvPr/>
        </p:nvSpPr>
        <p:spPr>
          <a:xfrm rot="1694835">
            <a:off x="1737231" y="515770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Organigramme : Procédé 84">
            <a:extLst>
              <a:ext uri="{FF2B5EF4-FFF2-40B4-BE49-F238E27FC236}">
                <a16:creationId xmlns:a16="http://schemas.microsoft.com/office/drawing/2014/main" id="{F3625049-42CE-3501-68CB-34CCA5BFCFCB}"/>
              </a:ext>
            </a:extLst>
          </p:cNvPr>
          <p:cNvSpPr/>
          <p:nvPr/>
        </p:nvSpPr>
        <p:spPr>
          <a:xfrm rot="1694835">
            <a:off x="1555263" y="515770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6" name="Organigramme : Procédé 85">
            <a:extLst>
              <a:ext uri="{FF2B5EF4-FFF2-40B4-BE49-F238E27FC236}">
                <a16:creationId xmlns:a16="http://schemas.microsoft.com/office/drawing/2014/main" id="{EF82F66E-694B-4B71-16CC-60B5003A57DD}"/>
              </a:ext>
            </a:extLst>
          </p:cNvPr>
          <p:cNvSpPr/>
          <p:nvPr/>
        </p:nvSpPr>
        <p:spPr>
          <a:xfrm rot="1694835">
            <a:off x="1381344" y="516096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7" name="Organigramme : Procédé 86">
            <a:extLst>
              <a:ext uri="{FF2B5EF4-FFF2-40B4-BE49-F238E27FC236}">
                <a16:creationId xmlns:a16="http://schemas.microsoft.com/office/drawing/2014/main" id="{0D90D516-62FE-ECE3-399F-37C920EE3B1D}"/>
              </a:ext>
            </a:extLst>
          </p:cNvPr>
          <p:cNvSpPr/>
          <p:nvPr/>
        </p:nvSpPr>
        <p:spPr>
          <a:xfrm rot="1694835">
            <a:off x="1211584" y="515770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8" name="Organigramme : Procédé 87">
            <a:extLst>
              <a:ext uri="{FF2B5EF4-FFF2-40B4-BE49-F238E27FC236}">
                <a16:creationId xmlns:a16="http://schemas.microsoft.com/office/drawing/2014/main" id="{C22CF622-6654-69F6-ABAE-75158116CA04}"/>
              </a:ext>
            </a:extLst>
          </p:cNvPr>
          <p:cNvSpPr/>
          <p:nvPr/>
        </p:nvSpPr>
        <p:spPr>
          <a:xfrm rot="1694835">
            <a:off x="1037578" y="51577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9" name="Organigramme : Procédé 88">
            <a:extLst>
              <a:ext uri="{FF2B5EF4-FFF2-40B4-BE49-F238E27FC236}">
                <a16:creationId xmlns:a16="http://schemas.microsoft.com/office/drawing/2014/main" id="{2614D042-53C3-952C-366A-7039DC262BFB}"/>
              </a:ext>
            </a:extLst>
          </p:cNvPr>
          <p:cNvSpPr/>
          <p:nvPr/>
        </p:nvSpPr>
        <p:spPr>
          <a:xfrm rot="1694835">
            <a:off x="862604" y="515770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0" name="Organigramme : Procédé 89">
            <a:extLst>
              <a:ext uri="{FF2B5EF4-FFF2-40B4-BE49-F238E27FC236}">
                <a16:creationId xmlns:a16="http://schemas.microsoft.com/office/drawing/2014/main" id="{DD0AA2CB-2BB3-204E-986F-BCECF80E334B}"/>
              </a:ext>
            </a:extLst>
          </p:cNvPr>
          <p:cNvSpPr/>
          <p:nvPr/>
        </p:nvSpPr>
        <p:spPr>
          <a:xfrm rot="1694835">
            <a:off x="686927" y="51577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1" name="Organigramme : Procédé 90">
            <a:extLst>
              <a:ext uri="{FF2B5EF4-FFF2-40B4-BE49-F238E27FC236}">
                <a16:creationId xmlns:a16="http://schemas.microsoft.com/office/drawing/2014/main" id="{29E59A0E-4589-5225-562C-F3DF0B5E08C7}"/>
              </a:ext>
            </a:extLst>
          </p:cNvPr>
          <p:cNvSpPr/>
          <p:nvPr/>
        </p:nvSpPr>
        <p:spPr>
          <a:xfrm rot="1694835">
            <a:off x="516017" y="516410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2" name="Organigramme : Procédé 91">
            <a:extLst>
              <a:ext uri="{FF2B5EF4-FFF2-40B4-BE49-F238E27FC236}">
                <a16:creationId xmlns:a16="http://schemas.microsoft.com/office/drawing/2014/main" id="{18EFA015-B7DD-963D-F667-23E1AC74706E}"/>
              </a:ext>
            </a:extLst>
          </p:cNvPr>
          <p:cNvSpPr/>
          <p:nvPr/>
        </p:nvSpPr>
        <p:spPr>
          <a:xfrm rot="1694835">
            <a:off x="341237" y="516410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3" name="Organigramme : Procédé 92">
            <a:extLst>
              <a:ext uri="{FF2B5EF4-FFF2-40B4-BE49-F238E27FC236}">
                <a16:creationId xmlns:a16="http://schemas.microsoft.com/office/drawing/2014/main" id="{C297238C-5B17-3A00-D2CE-92E7EE6B4EA1}"/>
              </a:ext>
            </a:extLst>
          </p:cNvPr>
          <p:cNvSpPr/>
          <p:nvPr/>
        </p:nvSpPr>
        <p:spPr>
          <a:xfrm rot="1694835">
            <a:off x="200925" y="51562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" name="Organigramme : Procédé 93">
            <a:extLst>
              <a:ext uri="{FF2B5EF4-FFF2-40B4-BE49-F238E27FC236}">
                <a16:creationId xmlns:a16="http://schemas.microsoft.com/office/drawing/2014/main" id="{432B7DDE-590C-BBDF-91A0-1039C001C978}"/>
              </a:ext>
            </a:extLst>
          </p:cNvPr>
          <p:cNvSpPr/>
          <p:nvPr/>
        </p:nvSpPr>
        <p:spPr>
          <a:xfrm rot="1694835">
            <a:off x="61334" y="5154838"/>
            <a:ext cx="45719" cy="98440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Organigramme : Procédé 21">
            <a:extLst>
              <a:ext uri="{FF2B5EF4-FFF2-40B4-BE49-F238E27FC236}">
                <a16:creationId xmlns:a16="http://schemas.microsoft.com/office/drawing/2014/main" id="{9B3607CD-0D81-9275-AF8B-C23247808589}"/>
              </a:ext>
            </a:extLst>
          </p:cNvPr>
          <p:cNvSpPr/>
          <p:nvPr/>
        </p:nvSpPr>
        <p:spPr>
          <a:xfrm>
            <a:off x="54484" y="5257706"/>
            <a:ext cx="12098847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Organigramme : Procédé 24">
            <a:extLst>
              <a:ext uri="{FF2B5EF4-FFF2-40B4-BE49-F238E27FC236}">
                <a16:creationId xmlns:a16="http://schemas.microsoft.com/office/drawing/2014/main" id="{04F18A39-81AB-89AE-C0ED-A3A514DC9611}"/>
              </a:ext>
            </a:extLst>
          </p:cNvPr>
          <p:cNvSpPr/>
          <p:nvPr/>
        </p:nvSpPr>
        <p:spPr>
          <a:xfrm>
            <a:off x="3927709" y="5118884"/>
            <a:ext cx="6776663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Organigramme : Procédé 101">
            <a:extLst>
              <a:ext uri="{FF2B5EF4-FFF2-40B4-BE49-F238E27FC236}">
                <a16:creationId xmlns:a16="http://schemas.microsoft.com/office/drawing/2014/main" id="{A702B613-358D-16FA-54FA-8EB1B5E5DFAA}"/>
              </a:ext>
            </a:extLst>
          </p:cNvPr>
          <p:cNvSpPr/>
          <p:nvPr/>
        </p:nvSpPr>
        <p:spPr>
          <a:xfrm>
            <a:off x="62450" y="5119414"/>
            <a:ext cx="3841458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FBF7F4E4-49DD-350A-1E36-0E40398E13C7}"/>
              </a:ext>
            </a:extLst>
          </p:cNvPr>
          <p:cNvSpPr txBox="1"/>
          <p:nvPr/>
        </p:nvSpPr>
        <p:spPr>
          <a:xfrm>
            <a:off x="1857423" y="3573466"/>
            <a:ext cx="2009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Reprise de la marche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1930D26-05FC-F699-96EA-C71E6AEEDCE4}"/>
              </a:ext>
            </a:extLst>
          </p:cNvPr>
          <p:cNvSpPr txBox="1"/>
          <p:nvPr/>
        </p:nvSpPr>
        <p:spPr>
          <a:xfrm>
            <a:off x="5256518" y="2682738"/>
            <a:ext cx="1792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Règles du SSO</a:t>
            </a:r>
            <a:endParaRPr lang="fr-FR" sz="105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F1395D-F101-8F3D-C880-83B1AE34A179}"/>
              </a:ext>
            </a:extLst>
          </p:cNvPr>
          <p:cNvSpPr/>
          <p:nvPr/>
        </p:nvSpPr>
        <p:spPr>
          <a:xfrm>
            <a:off x="40762" y="2628899"/>
            <a:ext cx="12110475" cy="38512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E185F6-8DDC-30C5-876B-25208CCCC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109" y="4042089"/>
            <a:ext cx="551241" cy="82852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077747B-1E05-31D4-CFF2-D80AFDCA4031}"/>
              </a:ext>
            </a:extLst>
          </p:cNvPr>
          <p:cNvSpPr txBox="1"/>
          <p:nvPr/>
        </p:nvSpPr>
        <p:spPr>
          <a:xfrm>
            <a:off x="9213340" y="5396250"/>
            <a:ext cx="12833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Marche à vue dans toute l’interstation. Attention à la ZVR (</a:t>
            </a:r>
            <a:r>
              <a:rPr lang="fr-FR" sz="1000" i="1" dirty="0">
                <a:latin typeface="Helvetica" panose="020B0604020202020204" pitchFamily="34" charset="0"/>
                <a:cs typeface="Helvetica" panose="020B0604020202020204" pitchFamily="34" charset="0"/>
              </a:rPr>
              <a:t>zone de visibilité réduite</a:t>
            </a: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5C8F578-0C09-D99A-F704-EC2B3A9FA269}"/>
              </a:ext>
            </a:extLst>
          </p:cNvPr>
          <p:cNvSpPr txBox="1"/>
          <p:nvPr/>
        </p:nvSpPr>
        <p:spPr>
          <a:xfrm>
            <a:off x="5619565" y="4164400"/>
            <a:ext cx="18299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Marque l’arrêt devant tout signal d’espacement fermé, (rouge, éteint ou douteux)    </a:t>
            </a: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Appuie sur le B.SF avant le franchissement du signal d’espacement fermé, (rouge, éteint ou douteux)</a:t>
            </a:r>
          </a:p>
          <a:p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6737B6F-6C70-33D6-D099-B40A3BBE1D46}"/>
              </a:ext>
            </a:extLst>
          </p:cNvPr>
          <p:cNvSpPr txBox="1"/>
          <p:nvPr/>
        </p:nvSpPr>
        <p:spPr>
          <a:xfrm>
            <a:off x="1597990" y="4179351"/>
            <a:ext cx="17301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Reprise de la marche normale au départ de la station suivante</a:t>
            </a:r>
          </a:p>
        </p:txBody>
      </p:sp>
      <p:pic>
        <p:nvPicPr>
          <p:cNvPr id="97" name="Image 96">
            <a:extLst>
              <a:ext uri="{FF2B5EF4-FFF2-40B4-BE49-F238E27FC236}">
                <a16:creationId xmlns:a16="http://schemas.microsoft.com/office/drawing/2014/main" id="{80D98EF0-C3CB-34A5-EEA8-8AF4580D0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895" y="4218855"/>
            <a:ext cx="598514" cy="763621"/>
          </a:xfrm>
          <a:prstGeom prst="rect">
            <a:avLst/>
          </a:prstGeom>
        </p:spPr>
      </p:pic>
      <p:sp>
        <p:nvSpPr>
          <p:cNvPr id="98" name="ZoneTexte 97">
            <a:extLst>
              <a:ext uri="{FF2B5EF4-FFF2-40B4-BE49-F238E27FC236}">
                <a16:creationId xmlns:a16="http://schemas.microsoft.com/office/drawing/2014/main" id="{B14142A6-DB39-8324-828D-DF29FF50FFAD}"/>
              </a:ext>
            </a:extLst>
          </p:cNvPr>
          <p:cNvSpPr txBox="1"/>
          <p:nvPr/>
        </p:nvSpPr>
        <p:spPr>
          <a:xfrm>
            <a:off x="11154379" y="5392129"/>
            <a:ext cx="1059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>
                <a:latin typeface="Helvetica" panose="020B0604020202020204" pitchFamily="34" charset="0"/>
                <a:cs typeface="Helvetica" panose="020B0604020202020204" pitchFamily="34" charset="0"/>
              </a:rPr>
              <a:t>+ de précisions</a:t>
            </a:r>
          </a:p>
        </p:txBody>
      </p:sp>
      <p:pic>
        <p:nvPicPr>
          <p:cNvPr id="99" name="Image 98">
            <a:extLst>
              <a:ext uri="{FF2B5EF4-FFF2-40B4-BE49-F238E27FC236}">
                <a16:creationId xmlns:a16="http://schemas.microsoft.com/office/drawing/2014/main" id="{79D61FA4-F0AF-3368-B326-8E04747CB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1340392" y="5657532"/>
            <a:ext cx="753637" cy="7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30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431A-AEB6-BE75-88CC-3984FF2A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oneTexte 23">
            <a:extLst>
              <a:ext uri="{FF2B5EF4-FFF2-40B4-BE49-F238E27FC236}">
                <a16:creationId xmlns:a16="http://schemas.microsoft.com/office/drawing/2014/main" id="{64E3E5C9-4D19-D3B9-5771-A19DDC854942}"/>
              </a:ext>
            </a:extLst>
          </p:cNvPr>
          <p:cNvSpPr txBox="1"/>
          <p:nvPr/>
        </p:nvSpPr>
        <p:spPr>
          <a:xfrm>
            <a:off x="9603620" y="3675200"/>
            <a:ext cx="188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Au départ de la station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CCF44B8-4883-AF84-4318-C1896784C129}"/>
              </a:ext>
            </a:extLst>
          </p:cNvPr>
          <p:cNvSpPr txBox="1"/>
          <p:nvPr/>
        </p:nvSpPr>
        <p:spPr>
          <a:xfrm>
            <a:off x="5885320" y="3675200"/>
            <a:ext cx="1329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À pied d'œuvre</a:t>
            </a:r>
          </a:p>
        </p:txBody>
      </p:sp>
      <p:sp>
        <p:nvSpPr>
          <p:cNvPr id="29" name="Organigramme : Connecteur 28">
            <a:extLst>
              <a:ext uri="{FF2B5EF4-FFF2-40B4-BE49-F238E27FC236}">
                <a16:creationId xmlns:a16="http://schemas.microsoft.com/office/drawing/2014/main" id="{B92F2C53-CA32-A89A-9675-2AA89D30BF7F}"/>
              </a:ext>
            </a:extLst>
          </p:cNvPr>
          <p:cNvSpPr/>
          <p:nvPr/>
        </p:nvSpPr>
        <p:spPr>
          <a:xfrm>
            <a:off x="9283786" y="3689100"/>
            <a:ext cx="319834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30" name="Organigramme : Connecteur 29">
            <a:extLst>
              <a:ext uri="{FF2B5EF4-FFF2-40B4-BE49-F238E27FC236}">
                <a16:creationId xmlns:a16="http://schemas.microsoft.com/office/drawing/2014/main" id="{37465265-CC88-0814-4B48-B3F266265A6B}"/>
              </a:ext>
            </a:extLst>
          </p:cNvPr>
          <p:cNvSpPr/>
          <p:nvPr/>
        </p:nvSpPr>
        <p:spPr>
          <a:xfrm>
            <a:off x="5481117" y="3647401"/>
            <a:ext cx="312406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31" name="Organigramme : Connecteur 30">
            <a:extLst>
              <a:ext uri="{FF2B5EF4-FFF2-40B4-BE49-F238E27FC236}">
                <a16:creationId xmlns:a16="http://schemas.microsoft.com/office/drawing/2014/main" id="{BB1540EC-7945-5376-EAF6-F848E495FA3F}"/>
              </a:ext>
            </a:extLst>
          </p:cNvPr>
          <p:cNvSpPr/>
          <p:nvPr/>
        </p:nvSpPr>
        <p:spPr>
          <a:xfrm>
            <a:off x="1530590" y="3647403"/>
            <a:ext cx="319834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ED107F7-87ED-B3D2-2A80-38C506E0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133" y="4547617"/>
            <a:ext cx="1761785" cy="809340"/>
          </a:xfrm>
          <a:prstGeom prst="rect">
            <a:avLst/>
          </a:prstGeom>
        </p:spPr>
      </p:pic>
      <p:sp>
        <p:nvSpPr>
          <p:cNvPr id="27" name="Organigramme : Procédé 26">
            <a:extLst>
              <a:ext uri="{FF2B5EF4-FFF2-40B4-BE49-F238E27FC236}">
                <a16:creationId xmlns:a16="http://schemas.microsoft.com/office/drawing/2014/main" id="{6ED01269-8CA5-56F1-9C26-6E9090CD8A5E}"/>
              </a:ext>
            </a:extLst>
          </p:cNvPr>
          <p:cNvSpPr/>
          <p:nvPr/>
        </p:nvSpPr>
        <p:spPr>
          <a:xfrm rot="1694835">
            <a:off x="10524230" y="524953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Organigramme : Procédé 27">
            <a:extLst>
              <a:ext uri="{FF2B5EF4-FFF2-40B4-BE49-F238E27FC236}">
                <a16:creationId xmlns:a16="http://schemas.microsoft.com/office/drawing/2014/main" id="{B7938B91-85FC-87A5-A7B6-5CA1024AE111}"/>
              </a:ext>
            </a:extLst>
          </p:cNvPr>
          <p:cNvSpPr/>
          <p:nvPr/>
        </p:nvSpPr>
        <p:spPr>
          <a:xfrm rot="1694835">
            <a:off x="10351493" y="524897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Organigramme : Procédé 32">
            <a:extLst>
              <a:ext uri="{FF2B5EF4-FFF2-40B4-BE49-F238E27FC236}">
                <a16:creationId xmlns:a16="http://schemas.microsoft.com/office/drawing/2014/main" id="{0A0C567B-CAE3-C0C2-19EE-6521EF061252}"/>
              </a:ext>
            </a:extLst>
          </p:cNvPr>
          <p:cNvSpPr/>
          <p:nvPr/>
        </p:nvSpPr>
        <p:spPr>
          <a:xfrm rot="1694835">
            <a:off x="10179989" y="52489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Organigramme : Procédé 34">
            <a:extLst>
              <a:ext uri="{FF2B5EF4-FFF2-40B4-BE49-F238E27FC236}">
                <a16:creationId xmlns:a16="http://schemas.microsoft.com/office/drawing/2014/main" id="{B50AF13E-7D8D-9B7C-7AF0-60D841A08C5C}"/>
              </a:ext>
            </a:extLst>
          </p:cNvPr>
          <p:cNvSpPr/>
          <p:nvPr/>
        </p:nvSpPr>
        <p:spPr>
          <a:xfrm rot="1694835">
            <a:off x="10000135" y="524897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Organigramme : Procédé 35">
            <a:extLst>
              <a:ext uri="{FF2B5EF4-FFF2-40B4-BE49-F238E27FC236}">
                <a16:creationId xmlns:a16="http://schemas.microsoft.com/office/drawing/2014/main" id="{2D4D73B3-C51F-163C-F5DF-BADAEBDD61AB}"/>
              </a:ext>
            </a:extLst>
          </p:cNvPr>
          <p:cNvSpPr/>
          <p:nvPr/>
        </p:nvSpPr>
        <p:spPr>
          <a:xfrm rot="1694835">
            <a:off x="10678254" y="5253309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Organigramme : Procédé 36">
            <a:extLst>
              <a:ext uri="{FF2B5EF4-FFF2-40B4-BE49-F238E27FC236}">
                <a16:creationId xmlns:a16="http://schemas.microsoft.com/office/drawing/2014/main" id="{2DA6F48F-7EEE-D96D-DBB7-172468CCD369}"/>
              </a:ext>
            </a:extLst>
          </p:cNvPr>
          <p:cNvSpPr/>
          <p:nvPr/>
        </p:nvSpPr>
        <p:spPr>
          <a:xfrm rot="1694835">
            <a:off x="9827399" y="52461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EA81C267-11EB-2735-882C-8D2882573E8D}"/>
              </a:ext>
            </a:extLst>
          </p:cNvPr>
          <p:cNvSpPr/>
          <p:nvPr/>
        </p:nvSpPr>
        <p:spPr>
          <a:xfrm rot="1694835">
            <a:off x="9654662" y="524559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Organigramme : Procédé 38">
            <a:extLst>
              <a:ext uri="{FF2B5EF4-FFF2-40B4-BE49-F238E27FC236}">
                <a16:creationId xmlns:a16="http://schemas.microsoft.com/office/drawing/2014/main" id="{099E0A50-EE7F-312F-805E-360710F60673}"/>
              </a:ext>
            </a:extLst>
          </p:cNvPr>
          <p:cNvSpPr/>
          <p:nvPr/>
        </p:nvSpPr>
        <p:spPr>
          <a:xfrm rot="1694835">
            <a:off x="9483156" y="524558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Organigramme : Procédé 39">
            <a:extLst>
              <a:ext uri="{FF2B5EF4-FFF2-40B4-BE49-F238E27FC236}">
                <a16:creationId xmlns:a16="http://schemas.microsoft.com/office/drawing/2014/main" id="{3B760655-446A-C104-CA7F-0A7E61E759DA}"/>
              </a:ext>
            </a:extLst>
          </p:cNvPr>
          <p:cNvSpPr/>
          <p:nvPr/>
        </p:nvSpPr>
        <p:spPr>
          <a:xfrm rot="1694835">
            <a:off x="9303304" y="524559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Organigramme : Procédé 40">
            <a:extLst>
              <a:ext uri="{FF2B5EF4-FFF2-40B4-BE49-F238E27FC236}">
                <a16:creationId xmlns:a16="http://schemas.microsoft.com/office/drawing/2014/main" id="{C23073E8-3F2D-8AEB-5A97-FC2A6A0AEA61}"/>
              </a:ext>
            </a:extLst>
          </p:cNvPr>
          <p:cNvSpPr/>
          <p:nvPr/>
        </p:nvSpPr>
        <p:spPr>
          <a:xfrm rot="1694835">
            <a:off x="9143638" y="525249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Organigramme : Procédé 41">
            <a:extLst>
              <a:ext uri="{FF2B5EF4-FFF2-40B4-BE49-F238E27FC236}">
                <a16:creationId xmlns:a16="http://schemas.microsoft.com/office/drawing/2014/main" id="{4F47D79B-3E75-4466-6A92-AA6F38E81153}"/>
              </a:ext>
            </a:extLst>
          </p:cNvPr>
          <p:cNvSpPr/>
          <p:nvPr/>
        </p:nvSpPr>
        <p:spPr>
          <a:xfrm rot="1694835">
            <a:off x="8970901" y="525194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Organigramme : Procédé 42">
            <a:extLst>
              <a:ext uri="{FF2B5EF4-FFF2-40B4-BE49-F238E27FC236}">
                <a16:creationId xmlns:a16="http://schemas.microsoft.com/office/drawing/2014/main" id="{87341F19-0917-FEA3-A41F-2664F4771749}"/>
              </a:ext>
            </a:extLst>
          </p:cNvPr>
          <p:cNvSpPr/>
          <p:nvPr/>
        </p:nvSpPr>
        <p:spPr>
          <a:xfrm rot="1694835">
            <a:off x="8799395" y="525193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Organigramme : Procédé 43">
            <a:extLst>
              <a:ext uri="{FF2B5EF4-FFF2-40B4-BE49-F238E27FC236}">
                <a16:creationId xmlns:a16="http://schemas.microsoft.com/office/drawing/2014/main" id="{E1E78D41-840F-4518-425B-8374AFC533D0}"/>
              </a:ext>
            </a:extLst>
          </p:cNvPr>
          <p:cNvSpPr/>
          <p:nvPr/>
        </p:nvSpPr>
        <p:spPr>
          <a:xfrm rot="1694835">
            <a:off x="8619543" y="525194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Organigramme : Procédé 44">
            <a:extLst>
              <a:ext uri="{FF2B5EF4-FFF2-40B4-BE49-F238E27FC236}">
                <a16:creationId xmlns:a16="http://schemas.microsoft.com/office/drawing/2014/main" id="{D4B1C110-E07F-7620-D192-634C597F1FBE}"/>
              </a:ext>
            </a:extLst>
          </p:cNvPr>
          <p:cNvSpPr/>
          <p:nvPr/>
        </p:nvSpPr>
        <p:spPr>
          <a:xfrm rot="1694835">
            <a:off x="8446805" y="524911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Organigramme : Procédé 45">
            <a:extLst>
              <a:ext uri="{FF2B5EF4-FFF2-40B4-BE49-F238E27FC236}">
                <a16:creationId xmlns:a16="http://schemas.microsoft.com/office/drawing/2014/main" id="{18CFCFF0-77F8-D832-D96C-34F0736C0BCA}"/>
              </a:ext>
            </a:extLst>
          </p:cNvPr>
          <p:cNvSpPr/>
          <p:nvPr/>
        </p:nvSpPr>
        <p:spPr>
          <a:xfrm rot="1694835">
            <a:off x="8274068" y="524855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Organigramme : Procédé 46">
            <a:extLst>
              <a:ext uri="{FF2B5EF4-FFF2-40B4-BE49-F238E27FC236}">
                <a16:creationId xmlns:a16="http://schemas.microsoft.com/office/drawing/2014/main" id="{7C9B8926-AFB7-646A-A2D3-93CF8806408F}"/>
              </a:ext>
            </a:extLst>
          </p:cNvPr>
          <p:cNvSpPr/>
          <p:nvPr/>
        </p:nvSpPr>
        <p:spPr>
          <a:xfrm rot="1694835">
            <a:off x="8102564" y="524855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Organigramme : Procédé 47">
            <a:extLst>
              <a:ext uri="{FF2B5EF4-FFF2-40B4-BE49-F238E27FC236}">
                <a16:creationId xmlns:a16="http://schemas.microsoft.com/office/drawing/2014/main" id="{E37C4F00-B870-BEEB-3FDA-88719862A2B7}"/>
              </a:ext>
            </a:extLst>
          </p:cNvPr>
          <p:cNvSpPr/>
          <p:nvPr/>
        </p:nvSpPr>
        <p:spPr>
          <a:xfrm rot="1694835">
            <a:off x="7922710" y="524855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Organigramme : Procédé 48">
            <a:extLst>
              <a:ext uri="{FF2B5EF4-FFF2-40B4-BE49-F238E27FC236}">
                <a16:creationId xmlns:a16="http://schemas.microsoft.com/office/drawing/2014/main" id="{553A851C-100A-B972-42B0-1129ABB12F3F}"/>
              </a:ext>
            </a:extLst>
          </p:cNvPr>
          <p:cNvSpPr/>
          <p:nvPr/>
        </p:nvSpPr>
        <p:spPr>
          <a:xfrm rot="1694835">
            <a:off x="7767520" y="524807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Organigramme : Procédé 49">
            <a:extLst>
              <a:ext uri="{FF2B5EF4-FFF2-40B4-BE49-F238E27FC236}">
                <a16:creationId xmlns:a16="http://schemas.microsoft.com/office/drawing/2014/main" id="{164AE225-4A3A-FDD4-DC50-E5F7FB22B24C}"/>
              </a:ext>
            </a:extLst>
          </p:cNvPr>
          <p:cNvSpPr/>
          <p:nvPr/>
        </p:nvSpPr>
        <p:spPr>
          <a:xfrm rot="1694835">
            <a:off x="7594783" y="524751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Organigramme : Procédé 50">
            <a:extLst>
              <a:ext uri="{FF2B5EF4-FFF2-40B4-BE49-F238E27FC236}">
                <a16:creationId xmlns:a16="http://schemas.microsoft.com/office/drawing/2014/main" id="{3491A2F0-416E-3C95-E5F3-B1FE2C7406FC}"/>
              </a:ext>
            </a:extLst>
          </p:cNvPr>
          <p:cNvSpPr/>
          <p:nvPr/>
        </p:nvSpPr>
        <p:spPr>
          <a:xfrm rot="1694835">
            <a:off x="7423278" y="524751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Organigramme : Procédé 51">
            <a:extLst>
              <a:ext uri="{FF2B5EF4-FFF2-40B4-BE49-F238E27FC236}">
                <a16:creationId xmlns:a16="http://schemas.microsoft.com/office/drawing/2014/main" id="{B0EB37CA-A70B-07ED-BF75-ABBC999EC57B}"/>
              </a:ext>
            </a:extLst>
          </p:cNvPr>
          <p:cNvSpPr/>
          <p:nvPr/>
        </p:nvSpPr>
        <p:spPr>
          <a:xfrm rot="1694835">
            <a:off x="7243425" y="524751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3" name="Organigramme : Procédé 52">
            <a:extLst>
              <a:ext uri="{FF2B5EF4-FFF2-40B4-BE49-F238E27FC236}">
                <a16:creationId xmlns:a16="http://schemas.microsoft.com/office/drawing/2014/main" id="{13E4289C-40E4-3BE5-C768-D8E47442BA7F}"/>
              </a:ext>
            </a:extLst>
          </p:cNvPr>
          <p:cNvSpPr/>
          <p:nvPr/>
        </p:nvSpPr>
        <p:spPr>
          <a:xfrm rot="1694835">
            <a:off x="7070688" y="524468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Organigramme : Procédé 53">
            <a:extLst>
              <a:ext uri="{FF2B5EF4-FFF2-40B4-BE49-F238E27FC236}">
                <a16:creationId xmlns:a16="http://schemas.microsoft.com/office/drawing/2014/main" id="{64B9A9EF-A4E9-1C52-D4C0-D1B722326727}"/>
              </a:ext>
            </a:extLst>
          </p:cNvPr>
          <p:cNvSpPr/>
          <p:nvPr/>
        </p:nvSpPr>
        <p:spPr>
          <a:xfrm rot="1694835">
            <a:off x="6897953" y="524413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5" name="Organigramme : Procédé 54">
            <a:extLst>
              <a:ext uri="{FF2B5EF4-FFF2-40B4-BE49-F238E27FC236}">
                <a16:creationId xmlns:a16="http://schemas.microsoft.com/office/drawing/2014/main" id="{DE73BBD2-BFE8-14E1-D61F-678844A7FAF4}"/>
              </a:ext>
            </a:extLst>
          </p:cNvPr>
          <p:cNvSpPr/>
          <p:nvPr/>
        </p:nvSpPr>
        <p:spPr>
          <a:xfrm rot="1694835">
            <a:off x="6726448" y="524412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6" name="Organigramme : Procédé 55">
            <a:extLst>
              <a:ext uri="{FF2B5EF4-FFF2-40B4-BE49-F238E27FC236}">
                <a16:creationId xmlns:a16="http://schemas.microsoft.com/office/drawing/2014/main" id="{32145176-BDDE-D07D-4E3F-5125207583F8}"/>
              </a:ext>
            </a:extLst>
          </p:cNvPr>
          <p:cNvSpPr/>
          <p:nvPr/>
        </p:nvSpPr>
        <p:spPr>
          <a:xfrm rot="1694835">
            <a:off x="6546594" y="524413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7" name="Organigramme : Procédé 56">
            <a:extLst>
              <a:ext uri="{FF2B5EF4-FFF2-40B4-BE49-F238E27FC236}">
                <a16:creationId xmlns:a16="http://schemas.microsoft.com/office/drawing/2014/main" id="{8058EE41-3040-E282-B401-45F702869962}"/>
              </a:ext>
            </a:extLst>
          </p:cNvPr>
          <p:cNvSpPr/>
          <p:nvPr/>
        </p:nvSpPr>
        <p:spPr>
          <a:xfrm rot="1694835">
            <a:off x="6376904" y="524430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8" name="Organigramme : Procédé 57">
            <a:extLst>
              <a:ext uri="{FF2B5EF4-FFF2-40B4-BE49-F238E27FC236}">
                <a16:creationId xmlns:a16="http://schemas.microsoft.com/office/drawing/2014/main" id="{C23B6D62-E804-1B81-C021-119F735482FB}"/>
              </a:ext>
            </a:extLst>
          </p:cNvPr>
          <p:cNvSpPr/>
          <p:nvPr/>
        </p:nvSpPr>
        <p:spPr>
          <a:xfrm rot="1694835">
            <a:off x="6204167" y="524374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Organigramme : Procédé 58">
            <a:extLst>
              <a:ext uri="{FF2B5EF4-FFF2-40B4-BE49-F238E27FC236}">
                <a16:creationId xmlns:a16="http://schemas.microsoft.com/office/drawing/2014/main" id="{2CAF0B9A-96D7-2770-C8D9-858509FDF83B}"/>
              </a:ext>
            </a:extLst>
          </p:cNvPr>
          <p:cNvSpPr/>
          <p:nvPr/>
        </p:nvSpPr>
        <p:spPr>
          <a:xfrm rot="1694835">
            <a:off x="6030713" y="525208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0" name="Organigramme : Procédé 59">
            <a:extLst>
              <a:ext uri="{FF2B5EF4-FFF2-40B4-BE49-F238E27FC236}">
                <a16:creationId xmlns:a16="http://schemas.microsoft.com/office/drawing/2014/main" id="{5FDA2F64-D892-C75B-8C75-A9630AC04E31}"/>
              </a:ext>
            </a:extLst>
          </p:cNvPr>
          <p:cNvSpPr/>
          <p:nvPr/>
        </p:nvSpPr>
        <p:spPr>
          <a:xfrm rot="1694835">
            <a:off x="5852809" y="524374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1" name="Organigramme : Procédé 60">
            <a:extLst>
              <a:ext uri="{FF2B5EF4-FFF2-40B4-BE49-F238E27FC236}">
                <a16:creationId xmlns:a16="http://schemas.microsoft.com/office/drawing/2014/main" id="{B4D55DC4-A8E5-213F-EAC1-E3B21A79D0F8}"/>
              </a:ext>
            </a:extLst>
          </p:cNvPr>
          <p:cNvSpPr/>
          <p:nvPr/>
        </p:nvSpPr>
        <p:spPr>
          <a:xfrm rot="1694835">
            <a:off x="5680072" y="524091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2" name="Organigramme : Procédé 61">
            <a:extLst>
              <a:ext uri="{FF2B5EF4-FFF2-40B4-BE49-F238E27FC236}">
                <a16:creationId xmlns:a16="http://schemas.microsoft.com/office/drawing/2014/main" id="{0C83BD1D-37E3-E74E-AC70-A40158AB980D}"/>
              </a:ext>
            </a:extLst>
          </p:cNvPr>
          <p:cNvSpPr/>
          <p:nvPr/>
        </p:nvSpPr>
        <p:spPr>
          <a:xfrm rot="1694835">
            <a:off x="5507334" y="524035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3" name="Organigramme : Procédé 62">
            <a:extLst>
              <a:ext uri="{FF2B5EF4-FFF2-40B4-BE49-F238E27FC236}">
                <a16:creationId xmlns:a16="http://schemas.microsoft.com/office/drawing/2014/main" id="{EAB018F5-7AFB-1160-B8BA-09169A4424AE}"/>
              </a:ext>
            </a:extLst>
          </p:cNvPr>
          <p:cNvSpPr/>
          <p:nvPr/>
        </p:nvSpPr>
        <p:spPr>
          <a:xfrm rot="1694835">
            <a:off x="5332697" y="525199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4" name="Organigramme : Procédé 63">
            <a:extLst>
              <a:ext uri="{FF2B5EF4-FFF2-40B4-BE49-F238E27FC236}">
                <a16:creationId xmlns:a16="http://schemas.microsoft.com/office/drawing/2014/main" id="{2DF94EDA-BF58-4B24-F340-46B5702926F9}"/>
              </a:ext>
            </a:extLst>
          </p:cNvPr>
          <p:cNvSpPr/>
          <p:nvPr/>
        </p:nvSpPr>
        <p:spPr>
          <a:xfrm rot="1694835">
            <a:off x="5155252" y="525199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5" name="Organigramme : Procédé 64">
            <a:extLst>
              <a:ext uri="{FF2B5EF4-FFF2-40B4-BE49-F238E27FC236}">
                <a16:creationId xmlns:a16="http://schemas.microsoft.com/office/drawing/2014/main" id="{EBED5DB3-3B0C-ECF3-BFD8-D98EBBB47C17}"/>
              </a:ext>
            </a:extLst>
          </p:cNvPr>
          <p:cNvSpPr/>
          <p:nvPr/>
        </p:nvSpPr>
        <p:spPr>
          <a:xfrm rot="1694835">
            <a:off x="4843690" y="52461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6" name="Organigramme : Procédé 65">
            <a:extLst>
              <a:ext uri="{FF2B5EF4-FFF2-40B4-BE49-F238E27FC236}">
                <a16:creationId xmlns:a16="http://schemas.microsoft.com/office/drawing/2014/main" id="{A26957C2-DE65-8C2B-8131-C3C1138E1EE2}"/>
              </a:ext>
            </a:extLst>
          </p:cNvPr>
          <p:cNvSpPr/>
          <p:nvPr/>
        </p:nvSpPr>
        <p:spPr>
          <a:xfrm rot="1694835">
            <a:off x="4673550" y="524617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7" name="Organigramme : Procédé 66">
            <a:extLst>
              <a:ext uri="{FF2B5EF4-FFF2-40B4-BE49-F238E27FC236}">
                <a16:creationId xmlns:a16="http://schemas.microsoft.com/office/drawing/2014/main" id="{124F17F3-9297-6324-A9A7-5C84F3202DD3}"/>
              </a:ext>
            </a:extLst>
          </p:cNvPr>
          <p:cNvSpPr/>
          <p:nvPr/>
        </p:nvSpPr>
        <p:spPr>
          <a:xfrm rot="1694835">
            <a:off x="4505960" y="524141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8" name="Organigramme : Procédé 67">
            <a:extLst>
              <a:ext uri="{FF2B5EF4-FFF2-40B4-BE49-F238E27FC236}">
                <a16:creationId xmlns:a16="http://schemas.microsoft.com/office/drawing/2014/main" id="{7D9F3777-1728-6B22-B249-8655D32CE043}"/>
              </a:ext>
            </a:extLst>
          </p:cNvPr>
          <p:cNvSpPr/>
          <p:nvPr/>
        </p:nvSpPr>
        <p:spPr>
          <a:xfrm rot="1694835">
            <a:off x="4322023" y="524329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9" name="Organigramme : Procédé 68">
            <a:extLst>
              <a:ext uri="{FF2B5EF4-FFF2-40B4-BE49-F238E27FC236}">
                <a16:creationId xmlns:a16="http://schemas.microsoft.com/office/drawing/2014/main" id="{E84EFA6B-7077-116F-BFB2-9BD43298E4BD}"/>
              </a:ext>
            </a:extLst>
          </p:cNvPr>
          <p:cNvSpPr/>
          <p:nvPr/>
        </p:nvSpPr>
        <p:spPr>
          <a:xfrm rot="1694835">
            <a:off x="5000311" y="5243855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0" name="Organigramme : Procédé 69">
            <a:extLst>
              <a:ext uri="{FF2B5EF4-FFF2-40B4-BE49-F238E27FC236}">
                <a16:creationId xmlns:a16="http://schemas.microsoft.com/office/drawing/2014/main" id="{2259A6A9-B73E-AAEC-14D5-1485EA2A1D22}"/>
              </a:ext>
            </a:extLst>
          </p:cNvPr>
          <p:cNvSpPr/>
          <p:nvPr/>
        </p:nvSpPr>
        <p:spPr>
          <a:xfrm rot="1694835">
            <a:off x="4145772" y="524751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1" name="Organigramme : Procédé 70">
            <a:extLst>
              <a:ext uri="{FF2B5EF4-FFF2-40B4-BE49-F238E27FC236}">
                <a16:creationId xmlns:a16="http://schemas.microsoft.com/office/drawing/2014/main" id="{2EFA70EB-C998-4EF6-28DC-C5B89E318CE6}"/>
              </a:ext>
            </a:extLst>
          </p:cNvPr>
          <p:cNvSpPr/>
          <p:nvPr/>
        </p:nvSpPr>
        <p:spPr>
          <a:xfrm rot="1694835">
            <a:off x="3968570" y="525022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2" name="Organigramme : Procédé 71">
            <a:extLst>
              <a:ext uri="{FF2B5EF4-FFF2-40B4-BE49-F238E27FC236}">
                <a16:creationId xmlns:a16="http://schemas.microsoft.com/office/drawing/2014/main" id="{9D7C4A76-18CD-EEB7-398B-684EF13B49C0}"/>
              </a:ext>
            </a:extLst>
          </p:cNvPr>
          <p:cNvSpPr/>
          <p:nvPr/>
        </p:nvSpPr>
        <p:spPr>
          <a:xfrm rot="1694835">
            <a:off x="3797533" y="524897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Organigramme : Procédé 72">
            <a:extLst>
              <a:ext uri="{FF2B5EF4-FFF2-40B4-BE49-F238E27FC236}">
                <a16:creationId xmlns:a16="http://schemas.microsoft.com/office/drawing/2014/main" id="{0F245AF2-7AA6-8C83-0F03-51BB2AB0AFD7}"/>
              </a:ext>
            </a:extLst>
          </p:cNvPr>
          <p:cNvSpPr/>
          <p:nvPr/>
        </p:nvSpPr>
        <p:spPr>
          <a:xfrm rot="1694835">
            <a:off x="3611980" y="524948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Organigramme : Procédé 73">
            <a:extLst>
              <a:ext uri="{FF2B5EF4-FFF2-40B4-BE49-F238E27FC236}">
                <a16:creationId xmlns:a16="http://schemas.microsoft.com/office/drawing/2014/main" id="{07439116-88AE-2D71-99F7-2072CAFDB396}"/>
              </a:ext>
            </a:extLst>
          </p:cNvPr>
          <p:cNvSpPr/>
          <p:nvPr/>
        </p:nvSpPr>
        <p:spPr>
          <a:xfrm rot="1694835">
            <a:off x="3462010" y="524948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Organigramme : Procédé 74">
            <a:extLst>
              <a:ext uri="{FF2B5EF4-FFF2-40B4-BE49-F238E27FC236}">
                <a16:creationId xmlns:a16="http://schemas.microsoft.com/office/drawing/2014/main" id="{43D2649D-0F58-5C3C-B444-394ABCF88D2C}"/>
              </a:ext>
            </a:extLst>
          </p:cNvPr>
          <p:cNvSpPr/>
          <p:nvPr/>
        </p:nvSpPr>
        <p:spPr>
          <a:xfrm rot="1694835">
            <a:off x="3282588" y="524250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6" name="Organigramme : Procédé 75">
            <a:extLst>
              <a:ext uri="{FF2B5EF4-FFF2-40B4-BE49-F238E27FC236}">
                <a16:creationId xmlns:a16="http://schemas.microsoft.com/office/drawing/2014/main" id="{F83CE5D2-D257-C7B9-F584-E481893A68DF}"/>
              </a:ext>
            </a:extLst>
          </p:cNvPr>
          <p:cNvSpPr/>
          <p:nvPr/>
        </p:nvSpPr>
        <p:spPr>
          <a:xfrm rot="1694835">
            <a:off x="3110104" y="52490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7" name="Organigramme : Procédé 76">
            <a:extLst>
              <a:ext uri="{FF2B5EF4-FFF2-40B4-BE49-F238E27FC236}">
                <a16:creationId xmlns:a16="http://schemas.microsoft.com/office/drawing/2014/main" id="{EF050C8A-C2D0-3FCE-FDC7-7238A823CBC2}"/>
              </a:ext>
            </a:extLst>
          </p:cNvPr>
          <p:cNvSpPr/>
          <p:nvPr/>
        </p:nvSpPr>
        <p:spPr>
          <a:xfrm rot="1694835">
            <a:off x="2922858" y="524667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8" name="Organigramme : Procédé 77">
            <a:extLst>
              <a:ext uri="{FF2B5EF4-FFF2-40B4-BE49-F238E27FC236}">
                <a16:creationId xmlns:a16="http://schemas.microsoft.com/office/drawing/2014/main" id="{7B6C3012-4562-04A7-D6BD-62A78746E81C}"/>
              </a:ext>
            </a:extLst>
          </p:cNvPr>
          <p:cNvSpPr/>
          <p:nvPr/>
        </p:nvSpPr>
        <p:spPr>
          <a:xfrm rot="1694835">
            <a:off x="2752066" y="52489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9" name="Organigramme : Procédé 78">
            <a:extLst>
              <a:ext uri="{FF2B5EF4-FFF2-40B4-BE49-F238E27FC236}">
                <a16:creationId xmlns:a16="http://schemas.microsoft.com/office/drawing/2014/main" id="{3264A05E-996E-F820-F856-B1CA89E5EA71}"/>
              </a:ext>
            </a:extLst>
          </p:cNvPr>
          <p:cNvSpPr/>
          <p:nvPr/>
        </p:nvSpPr>
        <p:spPr>
          <a:xfrm rot="1694835">
            <a:off x="2576189" y="524496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0" name="Organigramme : Procédé 79">
            <a:extLst>
              <a:ext uri="{FF2B5EF4-FFF2-40B4-BE49-F238E27FC236}">
                <a16:creationId xmlns:a16="http://schemas.microsoft.com/office/drawing/2014/main" id="{BAE1294F-03C5-DD55-0E89-22B065176C75}"/>
              </a:ext>
            </a:extLst>
          </p:cNvPr>
          <p:cNvSpPr/>
          <p:nvPr/>
        </p:nvSpPr>
        <p:spPr>
          <a:xfrm rot="1694835">
            <a:off x="2400080" y="524837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1" name="Organigramme : Procédé 80">
            <a:extLst>
              <a:ext uri="{FF2B5EF4-FFF2-40B4-BE49-F238E27FC236}">
                <a16:creationId xmlns:a16="http://schemas.microsoft.com/office/drawing/2014/main" id="{3D9B6A2E-1566-4D29-814B-78F8FD95BEAB}"/>
              </a:ext>
            </a:extLst>
          </p:cNvPr>
          <p:cNvSpPr/>
          <p:nvPr/>
        </p:nvSpPr>
        <p:spPr>
          <a:xfrm rot="1694835">
            <a:off x="2232477" y="52489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2" name="Organigramme : Procédé 81">
            <a:extLst>
              <a:ext uri="{FF2B5EF4-FFF2-40B4-BE49-F238E27FC236}">
                <a16:creationId xmlns:a16="http://schemas.microsoft.com/office/drawing/2014/main" id="{3E23CD68-E93F-A5AE-D263-63D8B3435F69}"/>
              </a:ext>
            </a:extLst>
          </p:cNvPr>
          <p:cNvSpPr/>
          <p:nvPr/>
        </p:nvSpPr>
        <p:spPr>
          <a:xfrm rot="1694835">
            <a:off x="2075414" y="52489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3" name="Organigramme : Procédé 82">
            <a:extLst>
              <a:ext uri="{FF2B5EF4-FFF2-40B4-BE49-F238E27FC236}">
                <a16:creationId xmlns:a16="http://schemas.microsoft.com/office/drawing/2014/main" id="{AFC35CDA-3ECE-7FA0-6EBD-F5EE0DEC080B}"/>
              </a:ext>
            </a:extLst>
          </p:cNvPr>
          <p:cNvSpPr/>
          <p:nvPr/>
        </p:nvSpPr>
        <p:spPr>
          <a:xfrm rot="1694835">
            <a:off x="1896520" y="524984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4" name="Organigramme : Procédé 83">
            <a:extLst>
              <a:ext uri="{FF2B5EF4-FFF2-40B4-BE49-F238E27FC236}">
                <a16:creationId xmlns:a16="http://schemas.microsoft.com/office/drawing/2014/main" id="{02AADE1F-61EA-5437-32D3-9781837C031F}"/>
              </a:ext>
            </a:extLst>
          </p:cNvPr>
          <p:cNvSpPr/>
          <p:nvPr/>
        </p:nvSpPr>
        <p:spPr>
          <a:xfrm rot="1694835">
            <a:off x="1735137" y="524897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Organigramme : Procédé 84">
            <a:extLst>
              <a:ext uri="{FF2B5EF4-FFF2-40B4-BE49-F238E27FC236}">
                <a16:creationId xmlns:a16="http://schemas.microsoft.com/office/drawing/2014/main" id="{D634EB74-D463-4429-09B4-81EE6AE2BEBA}"/>
              </a:ext>
            </a:extLst>
          </p:cNvPr>
          <p:cNvSpPr/>
          <p:nvPr/>
        </p:nvSpPr>
        <p:spPr>
          <a:xfrm rot="1694835">
            <a:off x="1553169" y="524897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6" name="Organigramme : Procédé 85">
            <a:extLst>
              <a:ext uri="{FF2B5EF4-FFF2-40B4-BE49-F238E27FC236}">
                <a16:creationId xmlns:a16="http://schemas.microsoft.com/office/drawing/2014/main" id="{7672668D-C18B-8481-CC8D-85D465E5514F}"/>
              </a:ext>
            </a:extLst>
          </p:cNvPr>
          <p:cNvSpPr/>
          <p:nvPr/>
        </p:nvSpPr>
        <p:spPr>
          <a:xfrm rot="1694835">
            <a:off x="1379250" y="525222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7" name="Organigramme : Procédé 86">
            <a:extLst>
              <a:ext uri="{FF2B5EF4-FFF2-40B4-BE49-F238E27FC236}">
                <a16:creationId xmlns:a16="http://schemas.microsoft.com/office/drawing/2014/main" id="{CB962D0C-7089-45F6-8526-8A5E917B9814}"/>
              </a:ext>
            </a:extLst>
          </p:cNvPr>
          <p:cNvSpPr/>
          <p:nvPr/>
        </p:nvSpPr>
        <p:spPr>
          <a:xfrm rot="1694835">
            <a:off x="1209490" y="524896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8" name="Organigramme : Procédé 87">
            <a:extLst>
              <a:ext uri="{FF2B5EF4-FFF2-40B4-BE49-F238E27FC236}">
                <a16:creationId xmlns:a16="http://schemas.microsoft.com/office/drawing/2014/main" id="{475A093D-5FCB-8808-A279-DBD69AFBD39F}"/>
              </a:ext>
            </a:extLst>
          </p:cNvPr>
          <p:cNvSpPr/>
          <p:nvPr/>
        </p:nvSpPr>
        <p:spPr>
          <a:xfrm rot="1694835">
            <a:off x="1035484" y="52489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9" name="Organigramme : Procédé 88">
            <a:extLst>
              <a:ext uri="{FF2B5EF4-FFF2-40B4-BE49-F238E27FC236}">
                <a16:creationId xmlns:a16="http://schemas.microsoft.com/office/drawing/2014/main" id="{47436340-840C-C18E-6E3E-7E32F4D87F0D}"/>
              </a:ext>
            </a:extLst>
          </p:cNvPr>
          <p:cNvSpPr/>
          <p:nvPr/>
        </p:nvSpPr>
        <p:spPr>
          <a:xfrm rot="1694835">
            <a:off x="860510" y="524897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0" name="Organigramme : Procédé 89">
            <a:extLst>
              <a:ext uri="{FF2B5EF4-FFF2-40B4-BE49-F238E27FC236}">
                <a16:creationId xmlns:a16="http://schemas.microsoft.com/office/drawing/2014/main" id="{3D9AE6AD-F9F8-9F07-B97F-3201EAEB4011}"/>
              </a:ext>
            </a:extLst>
          </p:cNvPr>
          <p:cNvSpPr/>
          <p:nvPr/>
        </p:nvSpPr>
        <p:spPr>
          <a:xfrm rot="1694835">
            <a:off x="684833" y="52489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1" name="Organigramme : Procédé 90">
            <a:extLst>
              <a:ext uri="{FF2B5EF4-FFF2-40B4-BE49-F238E27FC236}">
                <a16:creationId xmlns:a16="http://schemas.microsoft.com/office/drawing/2014/main" id="{145DC0E0-DF9D-FF10-12A2-98F161DD473B}"/>
              </a:ext>
            </a:extLst>
          </p:cNvPr>
          <p:cNvSpPr/>
          <p:nvPr/>
        </p:nvSpPr>
        <p:spPr>
          <a:xfrm rot="1694835">
            <a:off x="513923" y="525536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2" name="Organigramme : Procédé 91">
            <a:extLst>
              <a:ext uri="{FF2B5EF4-FFF2-40B4-BE49-F238E27FC236}">
                <a16:creationId xmlns:a16="http://schemas.microsoft.com/office/drawing/2014/main" id="{81AFF4BB-E23F-F8A5-F20B-1D9F868DDD0A}"/>
              </a:ext>
            </a:extLst>
          </p:cNvPr>
          <p:cNvSpPr/>
          <p:nvPr/>
        </p:nvSpPr>
        <p:spPr>
          <a:xfrm rot="1694835">
            <a:off x="339143" y="525536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3" name="Organigramme : Procédé 92">
            <a:extLst>
              <a:ext uri="{FF2B5EF4-FFF2-40B4-BE49-F238E27FC236}">
                <a16:creationId xmlns:a16="http://schemas.microsoft.com/office/drawing/2014/main" id="{97CA05C5-6649-F598-B110-1D3C809A8E60}"/>
              </a:ext>
            </a:extLst>
          </p:cNvPr>
          <p:cNvSpPr/>
          <p:nvPr/>
        </p:nvSpPr>
        <p:spPr>
          <a:xfrm rot="1694835">
            <a:off x="198831" y="524751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" name="Organigramme : Procédé 93">
            <a:extLst>
              <a:ext uri="{FF2B5EF4-FFF2-40B4-BE49-F238E27FC236}">
                <a16:creationId xmlns:a16="http://schemas.microsoft.com/office/drawing/2014/main" id="{00766F33-3963-E7D5-8849-8E1BACC3177E}"/>
              </a:ext>
            </a:extLst>
          </p:cNvPr>
          <p:cNvSpPr/>
          <p:nvPr/>
        </p:nvSpPr>
        <p:spPr>
          <a:xfrm rot="1694835">
            <a:off x="59240" y="5246105"/>
            <a:ext cx="45719" cy="98440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Organigramme : Procédé 21">
            <a:extLst>
              <a:ext uri="{FF2B5EF4-FFF2-40B4-BE49-F238E27FC236}">
                <a16:creationId xmlns:a16="http://schemas.microsoft.com/office/drawing/2014/main" id="{B8552ABD-3617-F4CB-A44E-450421D68ED0}"/>
              </a:ext>
            </a:extLst>
          </p:cNvPr>
          <p:cNvSpPr/>
          <p:nvPr/>
        </p:nvSpPr>
        <p:spPr>
          <a:xfrm>
            <a:off x="52390" y="5348973"/>
            <a:ext cx="12098847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Organigramme : Procédé 24">
            <a:extLst>
              <a:ext uri="{FF2B5EF4-FFF2-40B4-BE49-F238E27FC236}">
                <a16:creationId xmlns:a16="http://schemas.microsoft.com/office/drawing/2014/main" id="{6C115105-85E5-19A5-1F16-773400E71661}"/>
              </a:ext>
            </a:extLst>
          </p:cNvPr>
          <p:cNvSpPr/>
          <p:nvPr/>
        </p:nvSpPr>
        <p:spPr>
          <a:xfrm>
            <a:off x="3925615" y="5210151"/>
            <a:ext cx="6776663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Organigramme : Procédé 101">
            <a:extLst>
              <a:ext uri="{FF2B5EF4-FFF2-40B4-BE49-F238E27FC236}">
                <a16:creationId xmlns:a16="http://schemas.microsoft.com/office/drawing/2014/main" id="{A994225D-4C4B-E173-BEB8-8BC2B1B32704}"/>
              </a:ext>
            </a:extLst>
          </p:cNvPr>
          <p:cNvSpPr/>
          <p:nvPr/>
        </p:nvSpPr>
        <p:spPr>
          <a:xfrm>
            <a:off x="60356" y="5210681"/>
            <a:ext cx="3841458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93BD68FC-E699-C3F8-73AA-C45D20A7D8AC}"/>
              </a:ext>
            </a:extLst>
          </p:cNvPr>
          <p:cNvSpPr txBox="1"/>
          <p:nvPr/>
        </p:nvSpPr>
        <p:spPr>
          <a:xfrm>
            <a:off x="1855329" y="3664733"/>
            <a:ext cx="2009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Reprise de la marche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A798AEB-C33C-F410-DE9B-3BA4E2EDCF7B}"/>
              </a:ext>
            </a:extLst>
          </p:cNvPr>
          <p:cNvSpPr txBox="1"/>
          <p:nvPr/>
        </p:nvSpPr>
        <p:spPr>
          <a:xfrm>
            <a:off x="5256518" y="2682738"/>
            <a:ext cx="1792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Règles du SS</a:t>
            </a:r>
            <a:endParaRPr lang="fr-FR" sz="105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6EA06C-62E2-3885-6D45-3348904B4157}"/>
              </a:ext>
            </a:extLst>
          </p:cNvPr>
          <p:cNvSpPr/>
          <p:nvPr/>
        </p:nvSpPr>
        <p:spPr>
          <a:xfrm>
            <a:off x="40762" y="2628899"/>
            <a:ext cx="12110475" cy="38512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A9543E-7BC6-7B18-DF1B-E3E3CBA45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015" y="4133356"/>
            <a:ext cx="551241" cy="82852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1FBD1AA-609C-5850-AF4D-20C7658BB9D8}"/>
              </a:ext>
            </a:extLst>
          </p:cNvPr>
          <p:cNvSpPr txBox="1"/>
          <p:nvPr/>
        </p:nvSpPr>
        <p:spPr>
          <a:xfrm>
            <a:off x="9211246" y="5487517"/>
            <a:ext cx="1283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Départ en marche normale </a:t>
            </a:r>
            <a:r>
              <a:rPr lang="fr-FR" sz="1000" i="1" dirty="0">
                <a:latin typeface="Helvetica" panose="020B0604020202020204" pitchFamily="34" charset="0"/>
                <a:cs typeface="Helvetica" panose="020B0604020202020204" pitchFamily="34" charset="0"/>
              </a:rPr>
              <a:t>(sauf si le signal sortie est en cause)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AA4036-168D-079A-3AC3-576A466E9906}"/>
              </a:ext>
            </a:extLst>
          </p:cNvPr>
          <p:cNvSpPr txBox="1"/>
          <p:nvPr/>
        </p:nvSpPr>
        <p:spPr>
          <a:xfrm>
            <a:off x="5733529" y="4133356"/>
            <a:ext cx="30107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Marque l’arrêt devant tout signal d’espacement fermé, (rouge ou douteux)   </a:t>
            </a: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Appuie sur le B.SF avant le franchissement du signal d’espacement fermé, (rouge ou douteux)</a:t>
            </a: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Mets son train en mouvement en marche à vue. Attention à la ZVR </a:t>
            </a:r>
            <a:r>
              <a:rPr lang="fr-FR" sz="1000" i="1" dirty="0">
                <a:latin typeface="Helvetica" panose="020B0604020202020204" pitchFamily="34" charset="0"/>
                <a:cs typeface="Helvetica" panose="020B0604020202020204" pitchFamily="34" charset="0"/>
              </a:rPr>
              <a:t>(zone de visibilité réduite)</a:t>
            </a: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endParaRPr lang="fr-FR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0817965-A4DB-2727-F4D0-5073DFAD94D3}"/>
              </a:ext>
            </a:extLst>
          </p:cNvPr>
          <p:cNvSpPr txBox="1"/>
          <p:nvPr/>
        </p:nvSpPr>
        <p:spPr>
          <a:xfrm>
            <a:off x="1158698" y="4313920"/>
            <a:ext cx="3054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Reprend la marche normale à partir du franchissement d’un signal d’espacement ou de manœuvre ouvert.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0D61764-45D1-F905-D8E2-013A19A70A5F}"/>
              </a:ext>
            </a:extLst>
          </p:cNvPr>
          <p:cNvSpPr txBox="1"/>
          <p:nvPr/>
        </p:nvSpPr>
        <p:spPr>
          <a:xfrm>
            <a:off x="11154379" y="5392129"/>
            <a:ext cx="1059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>
                <a:latin typeface="Helvetica" panose="020B0604020202020204" pitchFamily="34" charset="0"/>
                <a:cs typeface="Helvetica" panose="020B0604020202020204" pitchFamily="34" charset="0"/>
              </a:rPr>
              <a:t>+ de précisions</a:t>
            </a:r>
          </a:p>
        </p:txBody>
      </p:sp>
      <p:pic>
        <p:nvPicPr>
          <p:cNvPr id="95" name="Image 94">
            <a:extLst>
              <a:ext uri="{FF2B5EF4-FFF2-40B4-BE49-F238E27FC236}">
                <a16:creationId xmlns:a16="http://schemas.microsoft.com/office/drawing/2014/main" id="{5EFFA9AD-CB6C-6722-F304-A487E6469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1340392" y="5657532"/>
            <a:ext cx="753637" cy="7536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8ADCF8-21E4-A56D-C0D1-5DE3CD465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9081" y="4184902"/>
            <a:ext cx="451084" cy="8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8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E971-2DC6-661C-8A2E-2C0CAC09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oneTexte 23">
            <a:extLst>
              <a:ext uri="{FF2B5EF4-FFF2-40B4-BE49-F238E27FC236}">
                <a16:creationId xmlns:a16="http://schemas.microsoft.com/office/drawing/2014/main" id="{C94539B4-4DBA-37D1-441D-0D770AC1FA2E}"/>
              </a:ext>
            </a:extLst>
          </p:cNvPr>
          <p:cNvSpPr txBox="1"/>
          <p:nvPr/>
        </p:nvSpPr>
        <p:spPr>
          <a:xfrm>
            <a:off x="7755164" y="2439617"/>
            <a:ext cx="188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Au départ de la station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31996F5-C141-6FAC-517A-45535A6B3458}"/>
              </a:ext>
            </a:extLst>
          </p:cNvPr>
          <p:cNvSpPr txBox="1"/>
          <p:nvPr/>
        </p:nvSpPr>
        <p:spPr>
          <a:xfrm>
            <a:off x="1678800" y="2402670"/>
            <a:ext cx="1329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À pied d'œuvre</a:t>
            </a:r>
          </a:p>
        </p:txBody>
      </p:sp>
      <p:sp>
        <p:nvSpPr>
          <p:cNvPr id="29" name="Organigramme : Connecteur 28">
            <a:extLst>
              <a:ext uri="{FF2B5EF4-FFF2-40B4-BE49-F238E27FC236}">
                <a16:creationId xmlns:a16="http://schemas.microsoft.com/office/drawing/2014/main" id="{AAE5A165-A280-75A2-A95C-AD8FA2B8D37C}"/>
              </a:ext>
            </a:extLst>
          </p:cNvPr>
          <p:cNvSpPr/>
          <p:nvPr/>
        </p:nvSpPr>
        <p:spPr>
          <a:xfrm>
            <a:off x="7420646" y="2433401"/>
            <a:ext cx="319834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30" name="Organigramme : Connecteur 29">
            <a:extLst>
              <a:ext uri="{FF2B5EF4-FFF2-40B4-BE49-F238E27FC236}">
                <a16:creationId xmlns:a16="http://schemas.microsoft.com/office/drawing/2014/main" id="{33A98043-383D-5055-AC36-F747FF8BD239}"/>
              </a:ext>
            </a:extLst>
          </p:cNvPr>
          <p:cNvSpPr/>
          <p:nvPr/>
        </p:nvSpPr>
        <p:spPr>
          <a:xfrm>
            <a:off x="1286953" y="2389817"/>
            <a:ext cx="312406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EFE0EC4-040B-2E27-7C59-89705DCD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476" y="4512579"/>
            <a:ext cx="1761785" cy="809340"/>
          </a:xfrm>
          <a:prstGeom prst="rect">
            <a:avLst/>
          </a:prstGeom>
        </p:spPr>
      </p:pic>
      <p:sp>
        <p:nvSpPr>
          <p:cNvPr id="27" name="Organigramme : Procédé 26">
            <a:extLst>
              <a:ext uri="{FF2B5EF4-FFF2-40B4-BE49-F238E27FC236}">
                <a16:creationId xmlns:a16="http://schemas.microsoft.com/office/drawing/2014/main" id="{8938DDF1-E9A3-EE8F-95FB-FBCD86A9D983}"/>
              </a:ext>
            </a:extLst>
          </p:cNvPr>
          <p:cNvSpPr/>
          <p:nvPr/>
        </p:nvSpPr>
        <p:spPr>
          <a:xfrm rot="1694835">
            <a:off x="10567573" y="521449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Organigramme : Procédé 27">
            <a:extLst>
              <a:ext uri="{FF2B5EF4-FFF2-40B4-BE49-F238E27FC236}">
                <a16:creationId xmlns:a16="http://schemas.microsoft.com/office/drawing/2014/main" id="{4E2525D6-6FE9-8C2E-C638-F3948C9E289E}"/>
              </a:ext>
            </a:extLst>
          </p:cNvPr>
          <p:cNvSpPr/>
          <p:nvPr/>
        </p:nvSpPr>
        <p:spPr>
          <a:xfrm rot="1694835">
            <a:off x="10394836" y="521393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Organigramme : Procédé 32">
            <a:extLst>
              <a:ext uri="{FF2B5EF4-FFF2-40B4-BE49-F238E27FC236}">
                <a16:creationId xmlns:a16="http://schemas.microsoft.com/office/drawing/2014/main" id="{15AB4987-56E0-4603-C7E6-DFB48E393C67}"/>
              </a:ext>
            </a:extLst>
          </p:cNvPr>
          <p:cNvSpPr/>
          <p:nvPr/>
        </p:nvSpPr>
        <p:spPr>
          <a:xfrm rot="1694835">
            <a:off x="10223332" y="52139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Organigramme : Procédé 34">
            <a:extLst>
              <a:ext uri="{FF2B5EF4-FFF2-40B4-BE49-F238E27FC236}">
                <a16:creationId xmlns:a16="http://schemas.microsoft.com/office/drawing/2014/main" id="{23DC3891-DE13-86CE-C89E-949F7E31913A}"/>
              </a:ext>
            </a:extLst>
          </p:cNvPr>
          <p:cNvSpPr/>
          <p:nvPr/>
        </p:nvSpPr>
        <p:spPr>
          <a:xfrm rot="1694835">
            <a:off x="10043478" y="521393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Organigramme : Procédé 35">
            <a:extLst>
              <a:ext uri="{FF2B5EF4-FFF2-40B4-BE49-F238E27FC236}">
                <a16:creationId xmlns:a16="http://schemas.microsoft.com/office/drawing/2014/main" id="{CB4D9E92-FE5F-F8E0-F593-7B8BA167A3D0}"/>
              </a:ext>
            </a:extLst>
          </p:cNvPr>
          <p:cNvSpPr/>
          <p:nvPr/>
        </p:nvSpPr>
        <p:spPr>
          <a:xfrm rot="1694835">
            <a:off x="10721597" y="5218271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Organigramme : Procédé 36">
            <a:extLst>
              <a:ext uri="{FF2B5EF4-FFF2-40B4-BE49-F238E27FC236}">
                <a16:creationId xmlns:a16="http://schemas.microsoft.com/office/drawing/2014/main" id="{E0BACAB4-1190-82D5-D705-B21027C73C90}"/>
              </a:ext>
            </a:extLst>
          </p:cNvPr>
          <p:cNvSpPr/>
          <p:nvPr/>
        </p:nvSpPr>
        <p:spPr>
          <a:xfrm rot="1694835">
            <a:off x="9870742" y="521111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A4CEC5CF-BA95-E478-A6B2-68A630B5B601}"/>
              </a:ext>
            </a:extLst>
          </p:cNvPr>
          <p:cNvSpPr/>
          <p:nvPr/>
        </p:nvSpPr>
        <p:spPr>
          <a:xfrm rot="1694835">
            <a:off x="9698005" y="521055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Organigramme : Procédé 38">
            <a:extLst>
              <a:ext uri="{FF2B5EF4-FFF2-40B4-BE49-F238E27FC236}">
                <a16:creationId xmlns:a16="http://schemas.microsoft.com/office/drawing/2014/main" id="{F552B4A0-EEEC-1F50-F1BA-E4745B34D475}"/>
              </a:ext>
            </a:extLst>
          </p:cNvPr>
          <p:cNvSpPr/>
          <p:nvPr/>
        </p:nvSpPr>
        <p:spPr>
          <a:xfrm rot="1694835">
            <a:off x="9526499" y="52105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Organigramme : Procédé 39">
            <a:extLst>
              <a:ext uri="{FF2B5EF4-FFF2-40B4-BE49-F238E27FC236}">
                <a16:creationId xmlns:a16="http://schemas.microsoft.com/office/drawing/2014/main" id="{D681B808-63E1-A477-9FEB-579A5AA3752E}"/>
              </a:ext>
            </a:extLst>
          </p:cNvPr>
          <p:cNvSpPr/>
          <p:nvPr/>
        </p:nvSpPr>
        <p:spPr>
          <a:xfrm rot="1694835">
            <a:off x="9346647" y="521055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Organigramme : Procédé 40">
            <a:extLst>
              <a:ext uri="{FF2B5EF4-FFF2-40B4-BE49-F238E27FC236}">
                <a16:creationId xmlns:a16="http://schemas.microsoft.com/office/drawing/2014/main" id="{82768743-8870-5490-AE9F-333B023BA607}"/>
              </a:ext>
            </a:extLst>
          </p:cNvPr>
          <p:cNvSpPr/>
          <p:nvPr/>
        </p:nvSpPr>
        <p:spPr>
          <a:xfrm rot="1694835">
            <a:off x="9186981" y="521746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Organigramme : Procédé 41">
            <a:extLst>
              <a:ext uri="{FF2B5EF4-FFF2-40B4-BE49-F238E27FC236}">
                <a16:creationId xmlns:a16="http://schemas.microsoft.com/office/drawing/2014/main" id="{9D26135F-A091-7EC4-290D-F4F6DF4915AE}"/>
              </a:ext>
            </a:extLst>
          </p:cNvPr>
          <p:cNvSpPr/>
          <p:nvPr/>
        </p:nvSpPr>
        <p:spPr>
          <a:xfrm rot="1694835">
            <a:off x="9014244" y="521690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Organigramme : Procédé 42">
            <a:extLst>
              <a:ext uri="{FF2B5EF4-FFF2-40B4-BE49-F238E27FC236}">
                <a16:creationId xmlns:a16="http://schemas.microsoft.com/office/drawing/2014/main" id="{BE704A56-74B7-059A-AD62-981FB0712818}"/>
              </a:ext>
            </a:extLst>
          </p:cNvPr>
          <p:cNvSpPr/>
          <p:nvPr/>
        </p:nvSpPr>
        <p:spPr>
          <a:xfrm rot="1694835">
            <a:off x="8842738" y="521690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Organigramme : Procédé 43">
            <a:extLst>
              <a:ext uri="{FF2B5EF4-FFF2-40B4-BE49-F238E27FC236}">
                <a16:creationId xmlns:a16="http://schemas.microsoft.com/office/drawing/2014/main" id="{019FF2C2-A7DA-9AB5-A1EE-D87801EB40E8}"/>
              </a:ext>
            </a:extLst>
          </p:cNvPr>
          <p:cNvSpPr/>
          <p:nvPr/>
        </p:nvSpPr>
        <p:spPr>
          <a:xfrm rot="1694835">
            <a:off x="8662886" y="521690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Organigramme : Procédé 44">
            <a:extLst>
              <a:ext uri="{FF2B5EF4-FFF2-40B4-BE49-F238E27FC236}">
                <a16:creationId xmlns:a16="http://schemas.microsoft.com/office/drawing/2014/main" id="{D32952BD-A462-B6DD-7FCD-E2C4C9C4D1BA}"/>
              </a:ext>
            </a:extLst>
          </p:cNvPr>
          <p:cNvSpPr/>
          <p:nvPr/>
        </p:nvSpPr>
        <p:spPr>
          <a:xfrm rot="1694835">
            <a:off x="8490148" y="52140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Organigramme : Procédé 45">
            <a:extLst>
              <a:ext uri="{FF2B5EF4-FFF2-40B4-BE49-F238E27FC236}">
                <a16:creationId xmlns:a16="http://schemas.microsoft.com/office/drawing/2014/main" id="{B72D6E32-8B96-FD32-19EC-CE0CF32F927E}"/>
              </a:ext>
            </a:extLst>
          </p:cNvPr>
          <p:cNvSpPr/>
          <p:nvPr/>
        </p:nvSpPr>
        <p:spPr>
          <a:xfrm rot="1694835">
            <a:off x="8317411" y="521351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Organigramme : Procédé 46">
            <a:extLst>
              <a:ext uri="{FF2B5EF4-FFF2-40B4-BE49-F238E27FC236}">
                <a16:creationId xmlns:a16="http://schemas.microsoft.com/office/drawing/2014/main" id="{D3A8BB8F-37F5-6CDD-FD16-5B6074B48E1C}"/>
              </a:ext>
            </a:extLst>
          </p:cNvPr>
          <p:cNvSpPr/>
          <p:nvPr/>
        </p:nvSpPr>
        <p:spPr>
          <a:xfrm rot="1694835">
            <a:off x="8145907" y="521351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Organigramme : Procédé 47">
            <a:extLst>
              <a:ext uri="{FF2B5EF4-FFF2-40B4-BE49-F238E27FC236}">
                <a16:creationId xmlns:a16="http://schemas.microsoft.com/office/drawing/2014/main" id="{1922FCBC-6E6F-AB9C-6705-B15FE91FDC0A}"/>
              </a:ext>
            </a:extLst>
          </p:cNvPr>
          <p:cNvSpPr/>
          <p:nvPr/>
        </p:nvSpPr>
        <p:spPr>
          <a:xfrm rot="1694835">
            <a:off x="7966053" y="521351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Organigramme : Procédé 48">
            <a:extLst>
              <a:ext uri="{FF2B5EF4-FFF2-40B4-BE49-F238E27FC236}">
                <a16:creationId xmlns:a16="http://schemas.microsoft.com/office/drawing/2014/main" id="{C48AD760-AC50-E396-9414-EF5AC0CE1E40}"/>
              </a:ext>
            </a:extLst>
          </p:cNvPr>
          <p:cNvSpPr/>
          <p:nvPr/>
        </p:nvSpPr>
        <p:spPr>
          <a:xfrm rot="1694835">
            <a:off x="7810863" y="521303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Organigramme : Procédé 49">
            <a:extLst>
              <a:ext uri="{FF2B5EF4-FFF2-40B4-BE49-F238E27FC236}">
                <a16:creationId xmlns:a16="http://schemas.microsoft.com/office/drawing/2014/main" id="{BB9EC56A-F05A-1EFF-624F-EB2BCE1FB867}"/>
              </a:ext>
            </a:extLst>
          </p:cNvPr>
          <p:cNvSpPr/>
          <p:nvPr/>
        </p:nvSpPr>
        <p:spPr>
          <a:xfrm rot="1694835">
            <a:off x="7638126" y="521247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Organigramme : Procédé 50">
            <a:extLst>
              <a:ext uri="{FF2B5EF4-FFF2-40B4-BE49-F238E27FC236}">
                <a16:creationId xmlns:a16="http://schemas.microsoft.com/office/drawing/2014/main" id="{1B9DB1F1-EDCD-D764-B586-A52E5E571357}"/>
              </a:ext>
            </a:extLst>
          </p:cNvPr>
          <p:cNvSpPr/>
          <p:nvPr/>
        </p:nvSpPr>
        <p:spPr>
          <a:xfrm rot="1694835">
            <a:off x="7466621" y="521247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Organigramme : Procédé 51">
            <a:extLst>
              <a:ext uri="{FF2B5EF4-FFF2-40B4-BE49-F238E27FC236}">
                <a16:creationId xmlns:a16="http://schemas.microsoft.com/office/drawing/2014/main" id="{AAF16544-A327-31BC-5498-70945FC169D9}"/>
              </a:ext>
            </a:extLst>
          </p:cNvPr>
          <p:cNvSpPr/>
          <p:nvPr/>
        </p:nvSpPr>
        <p:spPr>
          <a:xfrm rot="1694835">
            <a:off x="7286768" y="521247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3" name="Organigramme : Procédé 52">
            <a:extLst>
              <a:ext uri="{FF2B5EF4-FFF2-40B4-BE49-F238E27FC236}">
                <a16:creationId xmlns:a16="http://schemas.microsoft.com/office/drawing/2014/main" id="{349EB801-F7AF-B34D-F895-8CFE936E2C70}"/>
              </a:ext>
            </a:extLst>
          </p:cNvPr>
          <p:cNvSpPr/>
          <p:nvPr/>
        </p:nvSpPr>
        <p:spPr>
          <a:xfrm rot="1694835">
            <a:off x="7114031" y="520965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Organigramme : Procédé 53">
            <a:extLst>
              <a:ext uri="{FF2B5EF4-FFF2-40B4-BE49-F238E27FC236}">
                <a16:creationId xmlns:a16="http://schemas.microsoft.com/office/drawing/2014/main" id="{C97F99AD-AD34-4B48-C31F-78EDEEE545AA}"/>
              </a:ext>
            </a:extLst>
          </p:cNvPr>
          <p:cNvSpPr/>
          <p:nvPr/>
        </p:nvSpPr>
        <p:spPr>
          <a:xfrm rot="1694835">
            <a:off x="6941296" y="520909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5" name="Organigramme : Procédé 54">
            <a:extLst>
              <a:ext uri="{FF2B5EF4-FFF2-40B4-BE49-F238E27FC236}">
                <a16:creationId xmlns:a16="http://schemas.microsoft.com/office/drawing/2014/main" id="{7827AD71-D770-B602-F586-6F7232E4CF43}"/>
              </a:ext>
            </a:extLst>
          </p:cNvPr>
          <p:cNvSpPr/>
          <p:nvPr/>
        </p:nvSpPr>
        <p:spPr>
          <a:xfrm rot="1694835">
            <a:off x="6769791" y="520909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6" name="Organigramme : Procédé 55">
            <a:extLst>
              <a:ext uri="{FF2B5EF4-FFF2-40B4-BE49-F238E27FC236}">
                <a16:creationId xmlns:a16="http://schemas.microsoft.com/office/drawing/2014/main" id="{73FAB9EF-1630-9448-4EDB-24B2E5B9E1EE}"/>
              </a:ext>
            </a:extLst>
          </p:cNvPr>
          <p:cNvSpPr/>
          <p:nvPr/>
        </p:nvSpPr>
        <p:spPr>
          <a:xfrm rot="1694835">
            <a:off x="6589937" y="520909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7" name="Organigramme : Procédé 56">
            <a:extLst>
              <a:ext uri="{FF2B5EF4-FFF2-40B4-BE49-F238E27FC236}">
                <a16:creationId xmlns:a16="http://schemas.microsoft.com/office/drawing/2014/main" id="{CD537376-74D7-57C3-3BBD-9EF1452B547D}"/>
              </a:ext>
            </a:extLst>
          </p:cNvPr>
          <p:cNvSpPr/>
          <p:nvPr/>
        </p:nvSpPr>
        <p:spPr>
          <a:xfrm rot="1694835">
            <a:off x="6420247" y="520926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8" name="Organigramme : Procédé 57">
            <a:extLst>
              <a:ext uri="{FF2B5EF4-FFF2-40B4-BE49-F238E27FC236}">
                <a16:creationId xmlns:a16="http://schemas.microsoft.com/office/drawing/2014/main" id="{AE657B3B-3A5A-A9B4-61B6-FE8B010AFCF3}"/>
              </a:ext>
            </a:extLst>
          </p:cNvPr>
          <p:cNvSpPr/>
          <p:nvPr/>
        </p:nvSpPr>
        <p:spPr>
          <a:xfrm rot="1694835">
            <a:off x="6247510" y="520870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Organigramme : Procédé 58">
            <a:extLst>
              <a:ext uri="{FF2B5EF4-FFF2-40B4-BE49-F238E27FC236}">
                <a16:creationId xmlns:a16="http://schemas.microsoft.com/office/drawing/2014/main" id="{FE6E703A-1C53-A667-9582-A611DE0D69A7}"/>
              </a:ext>
            </a:extLst>
          </p:cNvPr>
          <p:cNvSpPr/>
          <p:nvPr/>
        </p:nvSpPr>
        <p:spPr>
          <a:xfrm rot="1694835">
            <a:off x="6074056" y="521704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0" name="Organigramme : Procédé 59">
            <a:extLst>
              <a:ext uri="{FF2B5EF4-FFF2-40B4-BE49-F238E27FC236}">
                <a16:creationId xmlns:a16="http://schemas.microsoft.com/office/drawing/2014/main" id="{99940667-FC7C-CD87-5D34-9E0313517DE1}"/>
              </a:ext>
            </a:extLst>
          </p:cNvPr>
          <p:cNvSpPr/>
          <p:nvPr/>
        </p:nvSpPr>
        <p:spPr>
          <a:xfrm rot="1694835">
            <a:off x="5884674" y="521517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1" name="Organigramme : Procédé 60">
            <a:extLst>
              <a:ext uri="{FF2B5EF4-FFF2-40B4-BE49-F238E27FC236}">
                <a16:creationId xmlns:a16="http://schemas.microsoft.com/office/drawing/2014/main" id="{F1EE01A7-4595-09A3-1FFD-64C166EFBB1A}"/>
              </a:ext>
            </a:extLst>
          </p:cNvPr>
          <p:cNvSpPr/>
          <p:nvPr/>
        </p:nvSpPr>
        <p:spPr>
          <a:xfrm rot="1694835">
            <a:off x="5707229" y="522032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2" name="Organigramme : Procédé 61">
            <a:extLst>
              <a:ext uri="{FF2B5EF4-FFF2-40B4-BE49-F238E27FC236}">
                <a16:creationId xmlns:a16="http://schemas.microsoft.com/office/drawing/2014/main" id="{619AACDF-EEA7-E40A-087C-4F7AD4FAE2F1}"/>
              </a:ext>
            </a:extLst>
          </p:cNvPr>
          <p:cNvSpPr/>
          <p:nvPr/>
        </p:nvSpPr>
        <p:spPr>
          <a:xfrm rot="1694835">
            <a:off x="5532157" y="521746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3" name="Organigramme : Procédé 62">
            <a:extLst>
              <a:ext uri="{FF2B5EF4-FFF2-40B4-BE49-F238E27FC236}">
                <a16:creationId xmlns:a16="http://schemas.microsoft.com/office/drawing/2014/main" id="{747EAB64-745A-2D0F-3427-C0CDA442B2CF}"/>
              </a:ext>
            </a:extLst>
          </p:cNvPr>
          <p:cNvSpPr/>
          <p:nvPr/>
        </p:nvSpPr>
        <p:spPr>
          <a:xfrm rot="1694835">
            <a:off x="5376040" y="521695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4" name="Organigramme : Procédé 63">
            <a:extLst>
              <a:ext uri="{FF2B5EF4-FFF2-40B4-BE49-F238E27FC236}">
                <a16:creationId xmlns:a16="http://schemas.microsoft.com/office/drawing/2014/main" id="{E25D1CB2-FA80-F62C-1BFF-4C2B1FD3C312}"/>
              </a:ext>
            </a:extLst>
          </p:cNvPr>
          <p:cNvSpPr/>
          <p:nvPr/>
        </p:nvSpPr>
        <p:spPr>
          <a:xfrm rot="1694835">
            <a:off x="5198595" y="521695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5" name="Organigramme : Procédé 64">
            <a:extLst>
              <a:ext uri="{FF2B5EF4-FFF2-40B4-BE49-F238E27FC236}">
                <a16:creationId xmlns:a16="http://schemas.microsoft.com/office/drawing/2014/main" id="{6CA53BA0-34FD-9D64-51EC-0925869B8A23}"/>
              </a:ext>
            </a:extLst>
          </p:cNvPr>
          <p:cNvSpPr/>
          <p:nvPr/>
        </p:nvSpPr>
        <p:spPr>
          <a:xfrm rot="1694835">
            <a:off x="4887033" y="521111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6" name="Organigramme : Procédé 65">
            <a:extLst>
              <a:ext uri="{FF2B5EF4-FFF2-40B4-BE49-F238E27FC236}">
                <a16:creationId xmlns:a16="http://schemas.microsoft.com/office/drawing/2014/main" id="{8901A691-9153-DF92-5DDA-5B6010C80C4E}"/>
              </a:ext>
            </a:extLst>
          </p:cNvPr>
          <p:cNvSpPr/>
          <p:nvPr/>
        </p:nvSpPr>
        <p:spPr>
          <a:xfrm rot="1694835">
            <a:off x="4716893" y="521113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7" name="Organigramme : Procédé 66">
            <a:extLst>
              <a:ext uri="{FF2B5EF4-FFF2-40B4-BE49-F238E27FC236}">
                <a16:creationId xmlns:a16="http://schemas.microsoft.com/office/drawing/2014/main" id="{49FAC1EC-6FF0-9992-AD4C-FE03316AC025}"/>
              </a:ext>
            </a:extLst>
          </p:cNvPr>
          <p:cNvSpPr/>
          <p:nvPr/>
        </p:nvSpPr>
        <p:spPr>
          <a:xfrm rot="1694835">
            <a:off x="4549303" y="520637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8" name="Organigramme : Procédé 67">
            <a:extLst>
              <a:ext uri="{FF2B5EF4-FFF2-40B4-BE49-F238E27FC236}">
                <a16:creationId xmlns:a16="http://schemas.microsoft.com/office/drawing/2014/main" id="{69000453-CE2F-0C73-044C-2D54295D70BA}"/>
              </a:ext>
            </a:extLst>
          </p:cNvPr>
          <p:cNvSpPr/>
          <p:nvPr/>
        </p:nvSpPr>
        <p:spPr>
          <a:xfrm rot="1694835">
            <a:off x="4365366" y="52082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9" name="Organigramme : Procédé 68">
            <a:extLst>
              <a:ext uri="{FF2B5EF4-FFF2-40B4-BE49-F238E27FC236}">
                <a16:creationId xmlns:a16="http://schemas.microsoft.com/office/drawing/2014/main" id="{0246103A-FC56-F687-D741-855606D402E4}"/>
              </a:ext>
            </a:extLst>
          </p:cNvPr>
          <p:cNvSpPr/>
          <p:nvPr/>
        </p:nvSpPr>
        <p:spPr>
          <a:xfrm rot="1694835">
            <a:off x="5031572" y="5223840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0" name="Organigramme : Procédé 69">
            <a:extLst>
              <a:ext uri="{FF2B5EF4-FFF2-40B4-BE49-F238E27FC236}">
                <a16:creationId xmlns:a16="http://schemas.microsoft.com/office/drawing/2014/main" id="{54408FE5-636E-57B9-561E-7BCC1259662C}"/>
              </a:ext>
            </a:extLst>
          </p:cNvPr>
          <p:cNvSpPr/>
          <p:nvPr/>
        </p:nvSpPr>
        <p:spPr>
          <a:xfrm rot="1694835">
            <a:off x="4189115" y="521247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1" name="Organigramme : Procédé 70">
            <a:extLst>
              <a:ext uri="{FF2B5EF4-FFF2-40B4-BE49-F238E27FC236}">
                <a16:creationId xmlns:a16="http://schemas.microsoft.com/office/drawing/2014/main" id="{F4ADCFE1-6A81-674A-6D1C-EA45DE3FC42A}"/>
              </a:ext>
            </a:extLst>
          </p:cNvPr>
          <p:cNvSpPr/>
          <p:nvPr/>
        </p:nvSpPr>
        <p:spPr>
          <a:xfrm rot="1694835">
            <a:off x="4011913" y="521518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2" name="Organigramme : Procédé 71">
            <a:extLst>
              <a:ext uri="{FF2B5EF4-FFF2-40B4-BE49-F238E27FC236}">
                <a16:creationId xmlns:a16="http://schemas.microsoft.com/office/drawing/2014/main" id="{8530A7D6-BE15-04B3-F672-D25C456900FA}"/>
              </a:ext>
            </a:extLst>
          </p:cNvPr>
          <p:cNvSpPr/>
          <p:nvPr/>
        </p:nvSpPr>
        <p:spPr>
          <a:xfrm rot="1694835">
            <a:off x="3840876" y="521393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Organigramme : Procédé 72">
            <a:extLst>
              <a:ext uri="{FF2B5EF4-FFF2-40B4-BE49-F238E27FC236}">
                <a16:creationId xmlns:a16="http://schemas.microsoft.com/office/drawing/2014/main" id="{49C1F8FB-31BA-17E6-C92D-E01F08877BD2}"/>
              </a:ext>
            </a:extLst>
          </p:cNvPr>
          <p:cNvSpPr/>
          <p:nvPr/>
        </p:nvSpPr>
        <p:spPr>
          <a:xfrm rot="1694835">
            <a:off x="3655323" y="52144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Organigramme : Procédé 73">
            <a:extLst>
              <a:ext uri="{FF2B5EF4-FFF2-40B4-BE49-F238E27FC236}">
                <a16:creationId xmlns:a16="http://schemas.microsoft.com/office/drawing/2014/main" id="{2207403F-C9D6-C579-1250-586C166D27A5}"/>
              </a:ext>
            </a:extLst>
          </p:cNvPr>
          <p:cNvSpPr/>
          <p:nvPr/>
        </p:nvSpPr>
        <p:spPr>
          <a:xfrm rot="1694835">
            <a:off x="3505353" y="521444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Organigramme : Procédé 74">
            <a:extLst>
              <a:ext uri="{FF2B5EF4-FFF2-40B4-BE49-F238E27FC236}">
                <a16:creationId xmlns:a16="http://schemas.microsoft.com/office/drawing/2014/main" id="{5AAE5538-70A2-8AEE-FDFE-CAADF239FAFB}"/>
              </a:ext>
            </a:extLst>
          </p:cNvPr>
          <p:cNvSpPr/>
          <p:nvPr/>
        </p:nvSpPr>
        <p:spPr>
          <a:xfrm rot="1694835">
            <a:off x="3325931" y="520746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6" name="Organigramme : Procédé 75">
            <a:extLst>
              <a:ext uri="{FF2B5EF4-FFF2-40B4-BE49-F238E27FC236}">
                <a16:creationId xmlns:a16="http://schemas.microsoft.com/office/drawing/2014/main" id="{DE7E56DA-3A3E-9C2E-34FB-EE4C45089C42}"/>
              </a:ext>
            </a:extLst>
          </p:cNvPr>
          <p:cNvSpPr/>
          <p:nvPr/>
        </p:nvSpPr>
        <p:spPr>
          <a:xfrm rot="1694835">
            <a:off x="3153447" y="521401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7" name="Organigramme : Procédé 76">
            <a:extLst>
              <a:ext uri="{FF2B5EF4-FFF2-40B4-BE49-F238E27FC236}">
                <a16:creationId xmlns:a16="http://schemas.microsoft.com/office/drawing/2014/main" id="{6F39AFF8-8EF0-93A7-FF72-5464BFB426BC}"/>
              </a:ext>
            </a:extLst>
          </p:cNvPr>
          <p:cNvSpPr/>
          <p:nvPr/>
        </p:nvSpPr>
        <p:spPr>
          <a:xfrm rot="1694835">
            <a:off x="2966201" y="521163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8" name="Organigramme : Procédé 77">
            <a:extLst>
              <a:ext uri="{FF2B5EF4-FFF2-40B4-BE49-F238E27FC236}">
                <a16:creationId xmlns:a16="http://schemas.microsoft.com/office/drawing/2014/main" id="{DBAB3A07-910B-78A3-D4B1-302925853771}"/>
              </a:ext>
            </a:extLst>
          </p:cNvPr>
          <p:cNvSpPr/>
          <p:nvPr/>
        </p:nvSpPr>
        <p:spPr>
          <a:xfrm rot="1694835">
            <a:off x="2795409" y="52139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9" name="Organigramme : Procédé 78">
            <a:extLst>
              <a:ext uri="{FF2B5EF4-FFF2-40B4-BE49-F238E27FC236}">
                <a16:creationId xmlns:a16="http://schemas.microsoft.com/office/drawing/2014/main" id="{8E3AB01C-BC4E-E44E-F8CB-BE70D4F7477F}"/>
              </a:ext>
            </a:extLst>
          </p:cNvPr>
          <p:cNvSpPr/>
          <p:nvPr/>
        </p:nvSpPr>
        <p:spPr>
          <a:xfrm rot="1694835">
            <a:off x="2619532" y="520992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0" name="Organigramme : Procédé 79">
            <a:extLst>
              <a:ext uri="{FF2B5EF4-FFF2-40B4-BE49-F238E27FC236}">
                <a16:creationId xmlns:a16="http://schemas.microsoft.com/office/drawing/2014/main" id="{0FA80829-6823-30FA-F5B5-552C0123573A}"/>
              </a:ext>
            </a:extLst>
          </p:cNvPr>
          <p:cNvSpPr/>
          <p:nvPr/>
        </p:nvSpPr>
        <p:spPr>
          <a:xfrm rot="1694835">
            <a:off x="2443423" y="521334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1" name="Organigramme : Procédé 80">
            <a:extLst>
              <a:ext uri="{FF2B5EF4-FFF2-40B4-BE49-F238E27FC236}">
                <a16:creationId xmlns:a16="http://schemas.microsoft.com/office/drawing/2014/main" id="{1AC8DF66-7068-AB26-0A06-088443EC12CA}"/>
              </a:ext>
            </a:extLst>
          </p:cNvPr>
          <p:cNvSpPr/>
          <p:nvPr/>
        </p:nvSpPr>
        <p:spPr>
          <a:xfrm rot="1694835">
            <a:off x="2275820" y="52139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2" name="Organigramme : Procédé 81">
            <a:extLst>
              <a:ext uri="{FF2B5EF4-FFF2-40B4-BE49-F238E27FC236}">
                <a16:creationId xmlns:a16="http://schemas.microsoft.com/office/drawing/2014/main" id="{E51CA9D0-EC3B-570E-8A98-00AAAF0C138B}"/>
              </a:ext>
            </a:extLst>
          </p:cNvPr>
          <p:cNvSpPr/>
          <p:nvPr/>
        </p:nvSpPr>
        <p:spPr>
          <a:xfrm rot="1694835">
            <a:off x="2118757" y="52139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3" name="Organigramme : Procédé 82">
            <a:extLst>
              <a:ext uri="{FF2B5EF4-FFF2-40B4-BE49-F238E27FC236}">
                <a16:creationId xmlns:a16="http://schemas.microsoft.com/office/drawing/2014/main" id="{F1D348F0-C9A1-C229-638E-C3A2CB871600}"/>
              </a:ext>
            </a:extLst>
          </p:cNvPr>
          <p:cNvSpPr/>
          <p:nvPr/>
        </p:nvSpPr>
        <p:spPr>
          <a:xfrm rot="1694835">
            <a:off x="1939863" y="52148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4" name="Organigramme : Procédé 83">
            <a:extLst>
              <a:ext uri="{FF2B5EF4-FFF2-40B4-BE49-F238E27FC236}">
                <a16:creationId xmlns:a16="http://schemas.microsoft.com/office/drawing/2014/main" id="{E6940EB2-9FDE-CD7E-5799-B99924AA0467}"/>
              </a:ext>
            </a:extLst>
          </p:cNvPr>
          <p:cNvSpPr/>
          <p:nvPr/>
        </p:nvSpPr>
        <p:spPr>
          <a:xfrm rot="1694835">
            <a:off x="1778480" y="521393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Organigramme : Procédé 84">
            <a:extLst>
              <a:ext uri="{FF2B5EF4-FFF2-40B4-BE49-F238E27FC236}">
                <a16:creationId xmlns:a16="http://schemas.microsoft.com/office/drawing/2014/main" id="{E09D6B19-668C-DFFA-083A-AFF6A707BEC2}"/>
              </a:ext>
            </a:extLst>
          </p:cNvPr>
          <p:cNvSpPr/>
          <p:nvPr/>
        </p:nvSpPr>
        <p:spPr>
          <a:xfrm rot="1694835">
            <a:off x="1596512" y="521393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6" name="Organigramme : Procédé 85">
            <a:extLst>
              <a:ext uri="{FF2B5EF4-FFF2-40B4-BE49-F238E27FC236}">
                <a16:creationId xmlns:a16="http://schemas.microsoft.com/office/drawing/2014/main" id="{9A982EB0-D558-D5DF-4072-FAA601EAF31C}"/>
              </a:ext>
            </a:extLst>
          </p:cNvPr>
          <p:cNvSpPr/>
          <p:nvPr/>
        </p:nvSpPr>
        <p:spPr>
          <a:xfrm rot="1694835">
            <a:off x="1422593" y="521718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7" name="Organigramme : Procédé 86">
            <a:extLst>
              <a:ext uri="{FF2B5EF4-FFF2-40B4-BE49-F238E27FC236}">
                <a16:creationId xmlns:a16="http://schemas.microsoft.com/office/drawing/2014/main" id="{DD5FB997-2D16-8F1D-34AE-22640094AA4C}"/>
              </a:ext>
            </a:extLst>
          </p:cNvPr>
          <p:cNvSpPr/>
          <p:nvPr/>
        </p:nvSpPr>
        <p:spPr>
          <a:xfrm rot="1694835">
            <a:off x="1252833" y="521393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8" name="Organigramme : Procédé 87">
            <a:extLst>
              <a:ext uri="{FF2B5EF4-FFF2-40B4-BE49-F238E27FC236}">
                <a16:creationId xmlns:a16="http://schemas.microsoft.com/office/drawing/2014/main" id="{DEF7682A-3DEC-5BD9-B310-89EE7D7F93BB}"/>
              </a:ext>
            </a:extLst>
          </p:cNvPr>
          <p:cNvSpPr/>
          <p:nvPr/>
        </p:nvSpPr>
        <p:spPr>
          <a:xfrm rot="1694835">
            <a:off x="1078827" y="52139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9" name="Organigramme : Procédé 88">
            <a:extLst>
              <a:ext uri="{FF2B5EF4-FFF2-40B4-BE49-F238E27FC236}">
                <a16:creationId xmlns:a16="http://schemas.microsoft.com/office/drawing/2014/main" id="{08767935-D490-13A2-8856-C28868A10DA9}"/>
              </a:ext>
            </a:extLst>
          </p:cNvPr>
          <p:cNvSpPr/>
          <p:nvPr/>
        </p:nvSpPr>
        <p:spPr>
          <a:xfrm rot="1694835">
            <a:off x="903853" y="521393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0" name="Organigramme : Procédé 89">
            <a:extLst>
              <a:ext uri="{FF2B5EF4-FFF2-40B4-BE49-F238E27FC236}">
                <a16:creationId xmlns:a16="http://schemas.microsoft.com/office/drawing/2014/main" id="{5868B9FA-D5C4-DC4C-D66B-DEB29457356C}"/>
              </a:ext>
            </a:extLst>
          </p:cNvPr>
          <p:cNvSpPr/>
          <p:nvPr/>
        </p:nvSpPr>
        <p:spPr>
          <a:xfrm rot="1694835">
            <a:off x="728176" y="521393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1" name="Organigramme : Procédé 90">
            <a:extLst>
              <a:ext uri="{FF2B5EF4-FFF2-40B4-BE49-F238E27FC236}">
                <a16:creationId xmlns:a16="http://schemas.microsoft.com/office/drawing/2014/main" id="{89B45029-9786-46A4-9D28-38A05A3F8C3D}"/>
              </a:ext>
            </a:extLst>
          </p:cNvPr>
          <p:cNvSpPr/>
          <p:nvPr/>
        </p:nvSpPr>
        <p:spPr>
          <a:xfrm rot="1694835">
            <a:off x="557266" y="522033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2" name="Organigramme : Procédé 91">
            <a:extLst>
              <a:ext uri="{FF2B5EF4-FFF2-40B4-BE49-F238E27FC236}">
                <a16:creationId xmlns:a16="http://schemas.microsoft.com/office/drawing/2014/main" id="{173FFC18-767A-EE70-6B8E-805F90281581}"/>
              </a:ext>
            </a:extLst>
          </p:cNvPr>
          <p:cNvSpPr/>
          <p:nvPr/>
        </p:nvSpPr>
        <p:spPr>
          <a:xfrm rot="1694835">
            <a:off x="382486" y="522032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3" name="Organigramme : Procédé 92">
            <a:extLst>
              <a:ext uri="{FF2B5EF4-FFF2-40B4-BE49-F238E27FC236}">
                <a16:creationId xmlns:a16="http://schemas.microsoft.com/office/drawing/2014/main" id="{256DFA05-C7D9-3627-466C-D102F171AD22}"/>
              </a:ext>
            </a:extLst>
          </p:cNvPr>
          <p:cNvSpPr/>
          <p:nvPr/>
        </p:nvSpPr>
        <p:spPr>
          <a:xfrm rot="1694835">
            <a:off x="242174" y="521247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" name="Organigramme : Procédé 93">
            <a:extLst>
              <a:ext uri="{FF2B5EF4-FFF2-40B4-BE49-F238E27FC236}">
                <a16:creationId xmlns:a16="http://schemas.microsoft.com/office/drawing/2014/main" id="{4AFD9C80-C146-DADD-4AB4-FC1A625EC7D0}"/>
              </a:ext>
            </a:extLst>
          </p:cNvPr>
          <p:cNvSpPr/>
          <p:nvPr/>
        </p:nvSpPr>
        <p:spPr>
          <a:xfrm rot="1694835">
            <a:off x="102583" y="5211067"/>
            <a:ext cx="45719" cy="98440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Organigramme : Procédé 21">
            <a:extLst>
              <a:ext uri="{FF2B5EF4-FFF2-40B4-BE49-F238E27FC236}">
                <a16:creationId xmlns:a16="http://schemas.microsoft.com/office/drawing/2014/main" id="{6D6A9990-26B2-8E22-545F-D26C62664894}"/>
              </a:ext>
            </a:extLst>
          </p:cNvPr>
          <p:cNvSpPr/>
          <p:nvPr/>
        </p:nvSpPr>
        <p:spPr>
          <a:xfrm>
            <a:off x="82011" y="5313935"/>
            <a:ext cx="12043568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Organigramme : Procédé 101">
            <a:extLst>
              <a:ext uri="{FF2B5EF4-FFF2-40B4-BE49-F238E27FC236}">
                <a16:creationId xmlns:a16="http://schemas.microsoft.com/office/drawing/2014/main" id="{80CD0EB4-06F9-2AA9-AFD1-96BB94848D33}"/>
              </a:ext>
            </a:extLst>
          </p:cNvPr>
          <p:cNvSpPr/>
          <p:nvPr/>
        </p:nvSpPr>
        <p:spPr>
          <a:xfrm>
            <a:off x="82010" y="5175643"/>
            <a:ext cx="3863147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EFB1359-DD2D-0E37-C70F-6427D6D88D10}"/>
              </a:ext>
            </a:extLst>
          </p:cNvPr>
          <p:cNvSpPr txBox="1"/>
          <p:nvPr/>
        </p:nvSpPr>
        <p:spPr>
          <a:xfrm>
            <a:off x="4508834" y="1392634"/>
            <a:ext cx="3659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Manœuvre de changement de voie</a:t>
            </a:r>
            <a:endParaRPr lang="fr-FR" sz="105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4E0D0-B11A-62E9-AF2D-39A7F08E3EDC}"/>
              </a:ext>
            </a:extLst>
          </p:cNvPr>
          <p:cNvSpPr/>
          <p:nvPr/>
        </p:nvSpPr>
        <p:spPr>
          <a:xfrm>
            <a:off x="40762" y="1167055"/>
            <a:ext cx="12110475" cy="53131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221B01B-CBA1-DABB-746E-6821BD94A54A}"/>
              </a:ext>
            </a:extLst>
          </p:cNvPr>
          <p:cNvSpPr txBox="1"/>
          <p:nvPr/>
        </p:nvSpPr>
        <p:spPr>
          <a:xfrm>
            <a:off x="11203222" y="5467668"/>
            <a:ext cx="11072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latin typeface="Parisine" pitchFamily="50" charset="0"/>
              </a:rPr>
              <a:t>+ </a:t>
            </a:r>
            <a:r>
              <a:rPr lang="fr-FR" sz="900" dirty="0">
                <a:latin typeface="Helvetica" panose="020B0604020202020204" pitchFamily="34" charset="0"/>
                <a:cs typeface="Helvetica" panose="020B0604020202020204" pitchFamily="34" charset="0"/>
              </a:rPr>
              <a:t>de</a:t>
            </a:r>
            <a:r>
              <a:rPr lang="fr-FR" sz="900" dirty="0">
                <a:latin typeface="Parisine" pitchFamily="50" charset="0"/>
              </a:rPr>
              <a:t> précisions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AD642D-9B9D-BC6B-EA9D-40821343A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2569" y="5675331"/>
            <a:ext cx="763010" cy="76301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428DF5D-1B9A-8CBB-36DE-DCB5D57FD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037" y="3443993"/>
            <a:ext cx="363430" cy="2984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1DA41C6-9817-6A68-A8EC-1A9A9E8AF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8289" y="3457128"/>
            <a:ext cx="332609" cy="2905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6F5B731-8616-3902-C95F-4D54512053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443" y="2810637"/>
            <a:ext cx="544110" cy="4653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9A330DA-FF6D-6C75-723D-4C227B3BD9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0480" y="3942364"/>
            <a:ext cx="331973" cy="34683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781F909-3471-0374-2B38-C4CE5F1D6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1384" y="3956847"/>
            <a:ext cx="348637" cy="32842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90074E0-5F89-24B6-6F40-4A6AB30CF425}"/>
              </a:ext>
            </a:extLst>
          </p:cNvPr>
          <p:cNvSpPr/>
          <p:nvPr/>
        </p:nvSpPr>
        <p:spPr>
          <a:xfrm>
            <a:off x="1669795" y="3029079"/>
            <a:ext cx="613987" cy="4066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b="1" dirty="0"/>
              <a:t>Limite</a:t>
            </a:r>
          </a:p>
          <a:p>
            <a:pPr algn="ctr"/>
            <a:r>
              <a:rPr lang="fr-FR" sz="700" b="1" dirty="0"/>
              <a:t>de</a:t>
            </a:r>
          </a:p>
          <a:p>
            <a:pPr algn="ctr"/>
            <a:r>
              <a:rPr lang="fr-FR" sz="700" b="1" dirty="0"/>
              <a:t>manœuvre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355740D-51D4-0DAC-BA3F-146DBAA4A2A9}"/>
              </a:ext>
            </a:extLst>
          </p:cNvPr>
          <p:cNvSpPr txBox="1"/>
          <p:nvPr/>
        </p:nvSpPr>
        <p:spPr>
          <a:xfrm>
            <a:off x="6179342" y="2970002"/>
            <a:ext cx="430549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Un </a:t>
            </a:r>
            <a:r>
              <a:rPr lang="fr-FR" sz="1000" b="1" dirty="0">
                <a:latin typeface="Helvetica" panose="020B0604020202020204" pitchFamily="34" charset="0"/>
                <a:cs typeface="Helvetica" panose="020B0604020202020204" pitchFamily="34" charset="0"/>
              </a:rPr>
              <a:t>indicateur SP clignotant</a:t>
            </a: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, informe le conducteur de l’utilisation de la communication</a:t>
            </a:r>
          </a:p>
          <a:p>
            <a:pPr marL="285750" indent="-285750">
              <a:spcBef>
                <a:spcPts val="1800"/>
              </a:spcBef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Une </a:t>
            </a:r>
            <a:r>
              <a:rPr lang="fr-FR" sz="1000" b="1" dirty="0">
                <a:latin typeface="Helvetica" panose="020B0604020202020204" pitchFamily="34" charset="0"/>
                <a:cs typeface="Helvetica" panose="020B0604020202020204" pitchFamily="34" charset="0"/>
              </a:rPr>
              <a:t>plaque bleue </a:t>
            </a: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indique si il s’agit d’un SP après ou avant gare</a:t>
            </a:r>
          </a:p>
          <a:p>
            <a:pPr marL="285750" indent="-285750">
              <a:spcBef>
                <a:spcPts val="1800"/>
              </a:spcBef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Un </a:t>
            </a:r>
            <a:r>
              <a:rPr lang="fr-FR" sz="1000" b="1" dirty="0">
                <a:latin typeface="Helvetica" panose="020B0604020202020204" pitchFamily="34" charset="0"/>
                <a:cs typeface="Helvetica" panose="020B0604020202020204" pitchFamily="34" charset="0"/>
              </a:rPr>
              <a:t>indicateur « Départ ou Quai » </a:t>
            </a: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allumé au fixe, définit si le train doit revenir au Quai 1 (ou au Quai 2) après avoir changé de voie, ou partir directement vers la station suivante</a:t>
            </a:r>
          </a:p>
          <a:p>
            <a:pPr marL="285750" indent="-285750">
              <a:spcBef>
                <a:spcPts val="1800"/>
              </a:spcBef>
              <a:buFont typeface="+mj-lt"/>
              <a:buAutoNum type="romanUcPeriod"/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Bien </a:t>
            </a:r>
            <a:r>
              <a:rPr lang="fr-FR" sz="1000" b="1" dirty="0">
                <a:latin typeface="Helvetica" panose="020B0604020202020204" pitchFamily="34" charset="0"/>
                <a:cs typeface="Helvetica" panose="020B0604020202020204" pitchFamily="34" charset="0"/>
              </a:rPr>
              <a:t>vérifier la signalisation </a:t>
            </a: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avant la mise en mouvement du train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47512D8-975B-9FB0-428B-9E66C0B4AB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6295" y="4581384"/>
            <a:ext cx="630000" cy="46384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A0E7673-33B7-F0C0-F731-AAD40F276F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6980" y="4575924"/>
            <a:ext cx="628787" cy="46295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89EF5ED-0363-2AE4-E80C-09279B467E70}"/>
              </a:ext>
            </a:extLst>
          </p:cNvPr>
          <p:cNvSpPr txBox="1"/>
          <p:nvPr/>
        </p:nvSpPr>
        <p:spPr>
          <a:xfrm>
            <a:off x="462619" y="3554777"/>
            <a:ext cx="349067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romanUcPeriod"/>
            </a:pPr>
            <a:r>
              <a:rPr lang="fr-FR" sz="1100" dirty="0">
                <a:latin typeface="Helvetica" panose="020B0604020202020204" pitchFamily="34" charset="0"/>
                <a:cs typeface="Helvetica" panose="020B0604020202020204" pitchFamily="34" charset="0"/>
              </a:rPr>
              <a:t>Une plaque limite de manœuvre indique l’emplacement précis ou le train doit être arrêté avant de changer de loge.</a:t>
            </a:r>
          </a:p>
          <a:p>
            <a:pPr marL="285750" indent="-285750">
              <a:buFont typeface="+mj-lt"/>
              <a:buAutoNum type="romanUcPeriod"/>
            </a:pPr>
            <a:endParaRPr lang="fr-FR" sz="11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+mj-lt"/>
              <a:buAutoNum type="romanUcPeriod"/>
            </a:pPr>
            <a:r>
              <a:rPr lang="fr-FR" sz="1100" dirty="0">
                <a:latin typeface="Helvetica" panose="020B0604020202020204" pitchFamily="34" charset="0"/>
                <a:cs typeface="Helvetica" panose="020B0604020202020204" pitchFamily="34" charset="0"/>
              </a:rPr>
              <a:t>Au changement de loge, bien vérifier la signalisation avant de mettre en mouvement le train.</a:t>
            </a:r>
          </a:p>
        </p:txBody>
      </p:sp>
      <p:sp>
        <p:nvSpPr>
          <p:cNvPr id="25" name="Organigramme : Procédé 24">
            <a:extLst>
              <a:ext uri="{FF2B5EF4-FFF2-40B4-BE49-F238E27FC236}">
                <a16:creationId xmlns:a16="http://schemas.microsoft.com/office/drawing/2014/main" id="{F872F088-1FCC-A1C5-9465-92A944241938}"/>
              </a:ext>
            </a:extLst>
          </p:cNvPr>
          <p:cNvSpPr/>
          <p:nvPr/>
        </p:nvSpPr>
        <p:spPr>
          <a:xfrm>
            <a:off x="82009" y="5175113"/>
            <a:ext cx="10663613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48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29F3-3844-26FD-D39F-45D796EC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2CDD927-6096-3C4A-A54F-98D9CF39EC37}"/>
              </a:ext>
            </a:extLst>
          </p:cNvPr>
          <p:cNvSpPr/>
          <p:nvPr/>
        </p:nvSpPr>
        <p:spPr>
          <a:xfrm>
            <a:off x="9800189" y="4272764"/>
            <a:ext cx="2328266" cy="11986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Organigramme : Données 19">
            <a:extLst>
              <a:ext uri="{FF2B5EF4-FFF2-40B4-BE49-F238E27FC236}">
                <a16:creationId xmlns:a16="http://schemas.microsoft.com/office/drawing/2014/main" id="{D37DF3B5-E428-F5D7-7B6F-D25518B6A63A}"/>
              </a:ext>
            </a:extLst>
          </p:cNvPr>
          <p:cNvSpPr/>
          <p:nvPr/>
        </p:nvSpPr>
        <p:spPr>
          <a:xfrm>
            <a:off x="9211247" y="5479263"/>
            <a:ext cx="2921336" cy="542660"/>
          </a:xfrm>
          <a:prstGeom prst="flowChartInputOutpu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343DE5-EB98-7156-6C02-20719D13C04A}"/>
              </a:ext>
            </a:extLst>
          </p:cNvPr>
          <p:cNvSpPr/>
          <p:nvPr/>
        </p:nvSpPr>
        <p:spPr>
          <a:xfrm>
            <a:off x="4036178" y="4272764"/>
            <a:ext cx="4592832" cy="1111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rganigramme : Données 13">
            <a:extLst>
              <a:ext uri="{FF2B5EF4-FFF2-40B4-BE49-F238E27FC236}">
                <a16:creationId xmlns:a16="http://schemas.microsoft.com/office/drawing/2014/main" id="{62E1E9F8-5784-E09B-5020-FF4423D62DB3}"/>
              </a:ext>
            </a:extLst>
          </p:cNvPr>
          <p:cNvSpPr/>
          <p:nvPr/>
        </p:nvSpPr>
        <p:spPr>
          <a:xfrm>
            <a:off x="2864999" y="5384049"/>
            <a:ext cx="5764011" cy="637874"/>
          </a:xfrm>
          <a:prstGeom prst="flowChartInputOutpu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6F7141C-2448-72BD-3DFE-61EFF30ABB5B}"/>
              </a:ext>
            </a:extLst>
          </p:cNvPr>
          <p:cNvSpPr txBox="1"/>
          <p:nvPr/>
        </p:nvSpPr>
        <p:spPr>
          <a:xfrm>
            <a:off x="10192181" y="4505053"/>
            <a:ext cx="188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Au départ de la station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F0885FF-979C-9AB6-333C-A87D4A8178FE}"/>
              </a:ext>
            </a:extLst>
          </p:cNvPr>
          <p:cNvSpPr txBox="1"/>
          <p:nvPr/>
        </p:nvSpPr>
        <p:spPr>
          <a:xfrm>
            <a:off x="6658271" y="4489764"/>
            <a:ext cx="1886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Traversée de la station</a:t>
            </a:r>
          </a:p>
        </p:txBody>
      </p:sp>
      <p:sp>
        <p:nvSpPr>
          <p:cNvPr id="29" name="Organigramme : Connecteur 28">
            <a:extLst>
              <a:ext uri="{FF2B5EF4-FFF2-40B4-BE49-F238E27FC236}">
                <a16:creationId xmlns:a16="http://schemas.microsoft.com/office/drawing/2014/main" id="{65643709-BD31-E96D-8596-C62A5DA8D246}"/>
              </a:ext>
            </a:extLst>
          </p:cNvPr>
          <p:cNvSpPr/>
          <p:nvPr/>
        </p:nvSpPr>
        <p:spPr>
          <a:xfrm>
            <a:off x="9872347" y="4518953"/>
            <a:ext cx="319834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30" name="Organigramme : Connecteur 29">
            <a:extLst>
              <a:ext uri="{FF2B5EF4-FFF2-40B4-BE49-F238E27FC236}">
                <a16:creationId xmlns:a16="http://schemas.microsoft.com/office/drawing/2014/main" id="{185EA0D5-D3D6-9639-CE85-365F01BA223A}"/>
              </a:ext>
            </a:extLst>
          </p:cNvPr>
          <p:cNvSpPr/>
          <p:nvPr/>
        </p:nvSpPr>
        <p:spPr>
          <a:xfrm>
            <a:off x="6254069" y="4461965"/>
            <a:ext cx="312406" cy="27699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31" name="Organigramme : Connecteur 30">
            <a:extLst>
              <a:ext uri="{FF2B5EF4-FFF2-40B4-BE49-F238E27FC236}">
                <a16:creationId xmlns:a16="http://schemas.microsoft.com/office/drawing/2014/main" id="{AF234072-A906-C38B-9633-00D528C04640}"/>
              </a:ext>
            </a:extLst>
          </p:cNvPr>
          <p:cNvSpPr/>
          <p:nvPr/>
        </p:nvSpPr>
        <p:spPr>
          <a:xfrm>
            <a:off x="4190154" y="4446761"/>
            <a:ext cx="319834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9C95599-5B67-BD31-DD4B-1DA2CC5A3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133" y="5452492"/>
            <a:ext cx="1761785" cy="809340"/>
          </a:xfrm>
          <a:prstGeom prst="rect">
            <a:avLst/>
          </a:prstGeom>
        </p:spPr>
      </p:pic>
      <p:sp>
        <p:nvSpPr>
          <p:cNvPr id="27" name="Organigramme : Procédé 26">
            <a:extLst>
              <a:ext uri="{FF2B5EF4-FFF2-40B4-BE49-F238E27FC236}">
                <a16:creationId xmlns:a16="http://schemas.microsoft.com/office/drawing/2014/main" id="{81C23325-B422-E5CA-19B5-49B36355DEA5}"/>
              </a:ext>
            </a:extLst>
          </p:cNvPr>
          <p:cNvSpPr/>
          <p:nvPr/>
        </p:nvSpPr>
        <p:spPr>
          <a:xfrm rot="1694835">
            <a:off x="10524230" y="615440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Organigramme : Procédé 27">
            <a:extLst>
              <a:ext uri="{FF2B5EF4-FFF2-40B4-BE49-F238E27FC236}">
                <a16:creationId xmlns:a16="http://schemas.microsoft.com/office/drawing/2014/main" id="{729D5921-17E3-73F5-216E-6DFFA4CFE388}"/>
              </a:ext>
            </a:extLst>
          </p:cNvPr>
          <p:cNvSpPr/>
          <p:nvPr/>
        </p:nvSpPr>
        <p:spPr>
          <a:xfrm rot="1694835">
            <a:off x="10351493" y="61538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Organigramme : Procédé 32">
            <a:extLst>
              <a:ext uri="{FF2B5EF4-FFF2-40B4-BE49-F238E27FC236}">
                <a16:creationId xmlns:a16="http://schemas.microsoft.com/office/drawing/2014/main" id="{1FAF1016-0CD3-B4BC-D79F-0AA46904C875}"/>
              </a:ext>
            </a:extLst>
          </p:cNvPr>
          <p:cNvSpPr/>
          <p:nvPr/>
        </p:nvSpPr>
        <p:spPr>
          <a:xfrm rot="1694835">
            <a:off x="10179989" y="61538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Organigramme : Procédé 34">
            <a:extLst>
              <a:ext uri="{FF2B5EF4-FFF2-40B4-BE49-F238E27FC236}">
                <a16:creationId xmlns:a16="http://schemas.microsoft.com/office/drawing/2014/main" id="{FA4362B1-ED87-4297-6017-DBAC3315766B}"/>
              </a:ext>
            </a:extLst>
          </p:cNvPr>
          <p:cNvSpPr/>
          <p:nvPr/>
        </p:nvSpPr>
        <p:spPr>
          <a:xfrm rot="1694835">
            <a:off x="10000135" y="61538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Organigramme : Procédé 35">
            <a:extLst>
              <a:ext uri="{FF2B5EF4-FFF2-40B4-BE49-F238E27FC236}">
                <a16:creationId xmlns:a16="http://schemas.microsoft.com/office/drawing/2014/main" id="{B6A70E60-725F-639B-4803-0113D15DF671}"/>
              </a:ext>
            </a:extLst>
          </p:cNvPr>
          <p:cNvSpPr/>
          <p:nvPr/>
        </p:nvSpPr>
        <p:spPr>
          <a:xfrm rot="1694835">
            <a:off x="10678254" y="6158184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Organigramme : Procédé 36">
            <a:extLst>
              <a:ext uri="{FF2B5EF4-FFF2-40B4-BE49-F238E27FC236}">
                <a16:creationId xmlns:a16="http://schemas.microsoft.com/office/drawing/2014/main" id="{624C4DC8-761C-2BF5-E4C3-137A375F7FEC}"/>
              </a:ext>
            </a:extLst>
          </p:cNvPr>
          <p:cNvSpPr/>
          <p:nvPr/>
        </p:nvSpPr>
        <p:spPr>
          <a:xfrm rot="1694835">
            <a:off x="9827399" y="615102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1EA9BE66-FF35-7EBB-32E2-2A04D209110D}"/>
              </a:ext>
            </a:extLst>
          </p:cNvPr>
          <p:cNvSpPr/>
          <p:nvPr/>
        </p:nvSpPr>
        <p:spPr>
          <a:xfrm rot="1694835">
            <a:off x="9654662" y="615046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Organigramme : Procédé 38">
            <a:extLst>
              <a:ext uri="{FF2B5EF4-FFF2-40B4-BE49-F238E27FC236}">
                <a16:creationId xmlns:a16="http://schemas.microsoft.com/office/drawing/2014/main" id="{F8054E9A-5514-81C5-68F0-FD0632DFE2E4}"/>
              </a:ext>
            </a:extLst>
          </p:cNvPr>
          <p:cNvSpPr/>
          <p:nvPr/>
        </p:nvSpPr>
        <p:spPr>
          <a:xfrm rot="1694835">
            <a:off x="9483156" y="615046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Organigramme : Procédé 39">
            <a:extLst>
              <a:ext uri="{FF2B5EF4-FFF2-40B4-BE49-F238E27FC236}">
                <a16:creationId xmlns:a16="http://schemas.microsoft.com/office/drawing/2014/main" id="{652B2A3E-91FE-9CE3-DB35-7273A5CD8278}"/>
              </a:ext>
            </a:extLst>
          </p:cNvPr>
          <p:cNvSpPr/>
          <p:nvPr/>
        </p:nvSpPr>
        <p:spPr>
          <a:xfrm rot="1694835">
            <a:off x="9303304" y="615046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Organigramme : Procédé 40">
            <a:extLst>
              <a:ext uri="{FF2B5EF4-FFF2-40B4-BE49-F238E27FC236}">
                <a16:creationId xmlns:a16="http://schemas.microsoft.com/office/drawing/2014/main" id="{A60F3A70-C561-CF7B-6CA3-7880F67B2930}"/>
              </a:ext>
            </a:extLst>
          </p:cNvPr>
          <p:cNvSpPr/>
          <p:nvPr/>
        </p:nvSpPr>
        <p:spPr>
          <a:xfrm rot="1694835">
            <a:off x="9143638" y="615737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Organigramme : Procédé 41">
            <a:extLst>
              <a:ext uri="{FF2B5EF4-FFF2-40B4-BE49-F238E27FC236}">
                <a16:creationId xmlns:a16="http://schemas.microsoft.com/office/drawing/2014/main" id="{F7FF7FE4-74E1-D8AE-A750-7C11FE88394E}"/>
              </a:ext>
            </a:extLst>
          </p:cNvPr>
          <p:cNvSpPr/>
          <p:nvPr/>
        </p:nvSpPr>
        <p:spPr>
          <a:xfrm rot="1694835">
            <a:off x="8970901" y="615681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Organigramme : Procédé 42">
            <a:extLst>
              <a:ext uri="{FF2B5EF4-FFF2-40B4-BE49-F238E27FC236}">
                <a16:creationId xmlns:a16="http://schemas.microsoft.com/office/drawing/2014/main" id="{274DDED2-E2CE-DBB5-BAC3-926055D84D29}"/>
              </a:ext>
            </a:extLst>
          </p:cNvPr>
          <p:cNvSpPr/>
          <p:nvPr/>
        </p:nvSpPr>
        <p:spPr>
          <a:xfrm rot="1694835">
            <a:off x="8799395" y="615681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Organigramme : Procédé 43">
            <a:extLst>
              <a:ext uri="{FF2B5EF4-FFF2-40B4-BE49-F238E27FC236}">
                <a16:creationId xmlns:a16="http://schemas.microsoft.com/office/drawing/2014/main" id="{455391B8-9A93-7D04-6616-B888773D3F21}"/>
              </a:ext>
            </a:extLst>
          </p:cNvPr>
          <p:cNvSpPr/>
          <p:nvPr/>
        </p:nvSpPr>
        <p:spPr>
          <a:xfrm rot="1694835">
            <a:off x="8619543" y="615681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Organigramme : Procédé 44">
            <a:extLst>
              <a:ext uri="{FF2B5EF4-FFF2-40B4-BE49-F238E27FC236}">
                <a16:creationId xmlns:a16="http://schemas.microsoft.com/office/drawing/2014/main" id="{69862594-663A-8E70-0919-9B3E2CEEE71E}"/>
              </a:ext>
            </a:extLst>
          </p:cNvPr>
          <p:cNvSpPr/>
          <p:nvPr/>
        </p:nvSpPr>
        <p:spPr>
          <a:xfrm rot="1694835">
            <a:off x="8446805" y="615398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Organigramme : Procédé 45">
            <a:extLst>
              <a:ext uri="{FF2B5EF4-FFF2-40B4-BE49-F238E27FC236}">
                <a16:creationId xmlns:a16="http://schemas.microsoft.com/office/drawing/2014/main" id="{3EB4F8A0-E638-C6DB-DC9A-4E090F32F41F}"/>
              </a:ext>
            </a:extLst>
          </p:cNvPr>
          <p:cNvSpPr/>
          <p:nvPr/>
        </p:nvSpPr>
        <p:spPr>
          <a:xfrm rot="1694835">
            <a:off x="8274068" y="615343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Organigramme : Procédé 46">
            <a:extLst>
              <a:ext uri="{FF2B5EF4-FFF2-40B4-BE49-F238E27FC236}">
                <a16:creationId xmlns:a16="http://schemas.microsoft.com/office/drawing/2014/main" id="{6D1F0B65-0E5E-28B0-9871-39CC01FA1CE3}"/>
              </a:ext>
            </a:extLst>
          </p:cNvPr>
          <p:cNvSpPr/>
          <p:nvPr/>
        </p:nvSpPr>
        <p:spPr>
          <a:xfrm rot="1694835">
            <a:off x="8102564" y="615342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Organigramme : Procédé 47">
            <a:extLst>
              <a:ext uri="{FF2B5EF4-FFF2-40B4-BE49-F238E27FC236}">
                <a16:creationId xmlns:a16="http://schemas.microsoft.com/office/drawing/2014/main" id="{7A95538C-D48D-2ED3-DA74-2957E9ECFF70}"/>
              </a:ext>
            </a:extLst>
          </p:cNvPr>
          <p:cNvSpPr/>
          <p:nvPr/>
        </p:nvSpPr>
        <p:spPr>
          <a:xfrm rot="1694835">
            <a:off x="7922710" y="615342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Organigramme : Procédé 48">
            <a:extLst>
              <a:ext uri="{FF2B5EF4-FFF2-40B4-BE49-F238E27FC236}">
                <a16:creationId xmlns:a16="http://schemas.microsoft.com/office/drawing/2014/main" id="{EDD6FB58-8B1A-DC29-B49F-FFE8021DC996}"/>
              </a:ext>
            </a:extLst>
          </p:cNvPr>
          <p:cNvSpPr/>
          <p:nvPr/>
        </p:nvSpPr>
        <p:spPr>
          <a:xfrm rot="1694835">
            <a:off x="7767520" y="615295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Organigramme : Procédé 49">
            <a:extLst>
              <a:ext uri="{FF2B5EF4-FFF2-40B4-BE49-F238E27FC236}">
                <a16:creationId xmlns:a16="http://schemas.microsoft.com/office/drawing/2014/main" id="{0F95B5A0-E083-E9E8-10E3-7DB9313EE213}"/>
              </a:ext>
            </a:extLst>
          </p:cNvPr>
          <p:cNvSpPr/>
          <p:nvPr/>
        </p:nvSpPr>
        <p:spPr>
          <a:xfrm rot="1694835">
            <a:off x="7594783" y="615239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Organigramme : Procédé 50">
            <a:extLst>
              <a:ext uri="{FF2B5EF4-FFF2-40B4-BE49-F238E27FC236}">
                <a16:creationId xmlns:a16="http://schemas.microsoft.com/office/drawing/2014/main" id="{89295175-C51C-57AB-AEC7-3E1E19862633}"/>
              </a:ext>
            </a:extLst>
          </p:cNvPr>
          <p:cNvSpPr/>
          <p:nvPr/>
        </p:nvSpPr>
        <p:spPr>
          <a:xfrm rot="1694835">
            <a:off x="7423278" y="615239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Organigramme : Procédé 51">
            <a:extLst>
              <a:ext uri="{FF2B5EF4-FFF2-40B4-BE49-F238E27FC236}">
                <a16:creationId xmlns:a16="http://schemas.microsoft.com/office/drawing/2014/main" id="{ACAEDF5C-5E2B-E604-54B9-C6F9B78FF707}"/>
              </a:ext>
            </a:extLst>
          </p:cNvPr>
          <p:cNvSpPr/>
          <p:nvPr/>
        </p:nvSpPr>
        <p:spPr>
          <a:xfrm rot="1694835">
            <a:off x="7243425" y="615239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3" name="Organigramme : Procédé 52">
            <a:extLst>
              <a:ext uri="{FF2B5EF4-FFF2-40B4-BE49-F238E27FC236}">
                <a16:creationId xmlns:a16="http://schemas.microsoft.com/office/drawing/2014/main" id="{22F82B87-8BB2-E88D-A7B2-2AC4AA8108DC}"/>
              </a:ext>
            </a:extLst>
          </p:cNvPr>
          <p:cNvSpPr/>
          <p:nvPr/>
        </p:nvSpPr>
        <p:spPr>
          <a:xfrm rot="1694835">
            <a:off x="7070688" y="614956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Organigramme : Procédé 53">
            <a:extLst>
              <a:ext uri="{FF2B5EF4-FFF2-40B4-BE49-F238E27FC236}">
                <a16:creationId xmlns:a16="http://schemas.microsoft.com/office/drawing/2014/main" id="{23157B92-8273-F77B-2E5B-22C756412B7A}"/>
              </a:ext>
            </a:extLst>
          </p:cNvPr>
          <p:cNvSpPr/>
          <p:nvPr/>
        </p:nvSpPr>
        <p:spPr>
          <a:xfrm rot="1694835">
            <a:off x="6897953" y="614900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5" name="Organigramme : Procédé 54">
            <a:extLst>
              <a:ext uri="{FF2B5EF4-FFF2-40B4-BE49-F238E27FC236}">
                <a16:creationId xmlns:a16="http://schemas.microsoft.com/office/drawing/2014/main" id="{517BC1EB-F385-B342-34F2-E9B86A55F253}"/>
              </a:ext>
            </a:extLst>
          </p:cNvPr>
          <p:cNvSpPr/>
          <p:nvPr/>
        </p:nvSpPr>
        <p:spPr>
          <a:xfrm rot="1694835">
            <a:off x="6726448" y="614900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6" name="Organigramme : Procédé 55">
            <a:extLst>
              <a:ext uri="{FF2B5EF4-FFF2-40B4-BE49-F238E27FC236}">
                <a16:creationId xmlns:a16="http://schemas.microsoft.com/office/drawing/2014/main" id="{B935BF06-E320-7BA5-02E4-5C3DF60244EC}"/>
              </a:ext>
            </a:extLst>
          </p:cNvPr>
          <p:cNvSpPr/>
          <p:nvPr/>
        </p:nvSpPr>
        <p:spPr>
          <a:xfrm rot="1694835">
            <a:off x="6546594" y="614900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7" name="Organigramme : Procédé 56">
            <a:extLst>
              <a:ext uri="{FF2B5EF4-FFF2-40B4-BE49-F238E27FC236}">
                <a16:creationId xmlns:a16="http://schemas.microsoft.com/office/drawing/2014/main" id="{A5A07DC2-2EE4-27F8-F959-7C21AE794566}"/>
              </a:ext>
            </a:extLst>
          </p:cNvPr>
          <p:cNvSpPr/>
          <p:nvPr/>
        </p:nvSpPr>
        <p:spPr>
          <a:xfrm rot="1694835">
            <a:off x="6376904" y="6149175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8" name="Organigramme : Procédé 57">
            <a:extLst>
              <a:ext uri="{FF2B5EF4-FFF2-40B4-BE49-F238E27FC236}">
                <a16:creationId xmlns:a16="http://schemas.microsoft.com/office/drawing/2014/main" id="{553D161A-98A9-DE2C-8C41-CF304CF05A85}"/>
              </a:ext>
            </a:extLst>
          </p:cNvPr>
          <p:cNvSpPr/>
          <p:nvPr/>
        </p:nvSpPr>
        <p:spPr>
          <a:xfrm rot="1694835">
            <a:off x="6204167" y="614861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Organigramme : Procédé 58">
            <a:extLst>
              <a:ext uri="{FF2B5EF4-FFF2-40B4-BE49-F238E27FC236}">
                <a16:creationId xmlns:a16="http://schemas.microsoft.com/office/drawing/2014/main" id="{1EBA128C-A32D-1612-1085-C3ADA3A8361D}"/>
              </a:ext>
            </a:extLst>
          </p:cNvPr>
          <p:cNvSpPr/>
          <p:nvPr/>
        </p:nvSpPr>
        <p:spPr>
          <a:xfrm rot="1694835">
            <a:off x="6030713" y="615695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0" name="Organigramme : Procédé 59">
            <a:extLst>
              <a:ext uri="{FF2B5EF4-FFF2-40B4-BE49-F238E27FC236}">
                <a16:creationId xmlns:a16="http://schemas.microsoft.com/office/drawing/2014/main" id="{83F83A55-A8F5-7FC8-7100-D67531F82727}"/>
              </a:ext>
            </a:extLst>
          </p:cNvPr>
          <p:cNvSpPr/>
          <p:nvPr/>
        </p:nvSpPr>
        <p:spPr>
          <a:xfrm rot="1694835">
            <a:off x="5852809" y="614861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1" name="Organigramme : Procédé 60">
            <a:extLst>
              <a:ext uri="{FF2B5EF4-FFF2-40B4-BE49-F238E27FC236}">
                <a16:creationId xmlns:a16="http://schemas.microsoft.com/office/drawing/2014/main" id="{E456D570-D0C0-C342-39C7-5C1010B9F333}"/>
              </a:ext>
            </a:extLst>
          </p:cNvPr>
          <p:cNvSpPr/>
          <p:nvPr/>
        </p:nvSpPr>
        <p:spPr>
          <a:xfrm rot="1694835">
            <a:off x="5680072" y="614579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2" name="Organigramme : Procédé 61">
            <a:extLst>
              <a:ext uri="{FF2B5EF4-FFF2-40B4-BE49-F238E27FC236}">
                <a16:creationId xmlns:a16="http://schemas.microsoft.com/office/drawing/2014/main" id="{8B047CFA-9694-1547-DA13-D0694DC12C69}"/>
              </a:ext>
            </a:extLst>
          </p:cNvPr>
          <p:cNvSpPr/>
          <p:nvPr/>
        </p:nvSpPr>
        <p:spPr>
          <a:xfrm rot="1694835">
            <a:off x="5507334" y="614523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3" name="Organigramme : Procédé 62">
            <a:extLst>
              <a:ext uri="{FF2B5EF4-FFF2-40B4-BE49-F238E27FC236}">
                <a16:creationId xmlns:a16="http://schemas.microsoft.com/office/drawing/2014/main" id="{B2CFAE1A-B87A-3C0F-BBA7-4FA510545E06}"/>
              </a:ext>
            </a:extLst>
          </p:cNvPr>
          <p:cNvSpPr/>
          <p:nvPr/>
        </p:nvSpPr>
        <p:spPr>
          <a:xfrm rot="1694835">
            <a:off x="5332697" y="615686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4" name="Organigramme : Procédé 63">
            <a:extLst>
              <a:ext uri="{FF2B5EF4-FFF2-40B4-BE49-F238E27FC236}">
                <a16:creationId xmlns:a16="http://schemas.microsoft.com/office/drawing/2014/main" id="{E1552989-A11A-581D-39AD-2313BB9E6385}"/>
              </a:ext>
            </a:extLst>
          </p:cNvPr>
          <p:cNvSpPr/>
          <p:nvPr/>
        </p:nvSpPr>
        <p:spPr>
          <a:xfrm rot="1694835">
            <a:off x="5155252" y="615686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5" name="Organigramme : Procédé 64">
            <a:extLst>
              <a:ext uri="{FF2B5EF4-FFF2-40B4-BE49-F238E27FC236}">
                <a16:creationId xmlns:a16="http://schemas.microsoft.com/office/drawing/2014/main" id="{02AB9983-9438-582D-BE67-DA4A23D642A3}"/>
              </a:ext>
            </a:extLst>
          </p:cNvPr>
          <p:cNvSpPr/>
          <p:nvPr/>
        </p:nvSpPr>
        <p:spPr>
          <a:xfrm rot="1694835">
            <a:off x="4843690" y="615102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6" name="Organigramme : Procédé 65">
            <a:extLst>
              <a:ext uri="{FF2B5EF4-FFF2-40B4-BE49-F238E27FC236}">
                <a16:creationId xmlns:a16="http://schemas.microsoft.com/office/drawing/2014/main" id="{116EBC7C-EC6A-979D-B3B1-2E7BA8B18A36}"/>
              </a:ext>
            </a:extLst>
          </p:cNvPr>
          <p:cNvSpPr/>
          <p:nvPr/>
        </p:nvSpPr>
        <p:spPr>
          <a:xfrm rot="1694835">
            <a:off x="4673550" y="615105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7" name="Organigramme : Procédé 66">
            <a:extLst>
              <a:ext uri="{FF2B5EF4-FFF2-40B4-BE49-F238E27FC236}">
                <a16:creationId xmlns:a16="http://schemas.microsoft.com/office/drawing/2014/main" id="{B1D86B56-D2A7-4950-459F-3551D1DB3B88}"/>
              </a:ext>
            </a:extLst>
          </p:cNvPr>
          <p:cNvSpPr/>
          <p:nvPr/>
        </p:nvSpPr>
        <p:spPr>
          <a:xfrm rot="1694835">
            <a:off x="4505960" y="614629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8" name="Organigramme : Procédé 67">
            <a:extLst>
              <a:ext uri="{FF2B5EF4-FFF2-40B4-BE49-F238E27FC236}">
                <a16:creationId xmlns:a16="http://schemas.microsoft.com/office/drawing/2014/main" id="{618E2AAE-4C03-9175-E459-F5DFF3B4BE1F}"/>
              </a:ext>
            </a:extLst>
          </p:cNvPr>
          <p:cNvSpPr/>
          <p:nvPr/>
        </p:nvSpPr>
        <p:spPr>
          <a:xfrm rot="1694835">
            <a:off x="4322023" y="614816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9" name="Organigramme : Procédé 68">
            <a:extLst>
              <a:ext uri="{FF2B5EF4-FFF2-40B4-BE49-F238E27FC236}">
                <a16:creationId xmlns:a16="http://schemas.microsoft.com/office/drawing/2014/main" id="{6ACAF143-C53B-28D4-5C5E-95471AE5E659}"/>
              </a:ext>
            </a:extLst>
          </p:cNvPr>
          <p:cNvSpPr/>
          <p:nvPr/>
        </p:nvSpPr>
        <p:spPr>
          <a:xfrm rot="1694835">
            <a:off x="5000311" y="6148730"/>
            <a:ext cx="48040" cy="99685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0" name="Organigramme : Procédé 69">
            <a:extLst>
              <a:ext uri="{FF2B5EF4-FFF2-40B4-BE49-F238E27FC236}">
                <a16:creationId xmlns:a16="http://schemas.microsoft.com/office/drawing/2014/main" id="{613B9104-BB17-8F22-9F1C-F20AB8F0F454}"/>
              </a:ext>
            </a:extLst>
          </p:cNvPr>
          <p:cNvSpPr/>
          <p:nvPr/>
        </p:nvSpPr>
        <p:spPr>
          <a:xfrm rot="1694835">
            <a:off x="4145772" y="615239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1" name="Organigramme : Procédé 70">
            <a:extLst>
              <a:ext uri="{FF2B5EF4-FFF2-40B4-BE49-F238E27FC236}">
                <a16:creationId xmlns:a16="http://schemas.microsoft.com/office/drawing/2014/main" id="{90DEF175-4F5D-E8EF-336F-E19C97F8FCC5}"/>
              </a:ext>
            </a:extLst>
          </p:cNvPr>
          <p:cNvSpPr/>
          <p:nvPr/>
        </p:nvSpPr>
        <p:spPr>
          <a:xfrm rot="1694835">
            <a:off x="3968570" y="615510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2" name="Organigramme : Procédé 71">
            <a:extLst>
              <a:ext uri="{FF2B5EF4-FFF2-40B4-BE49-F238E27FC236}">
                <a16:creationId xmlns:a16="http://schemas.microsoft.com/office/drawing/2014/main" id="{23CA246E-6F24-690E-51FE-1671199BC133}"/>
              </a:ext>
            </a:extLst>
          </p:cNvPr>
          <p:cNvSpPr/>
          <p:nvPr/>
        </p:nvSpPr>
        <p:spPr>
          <a:xfrm rot="1694835">
            <a:off x="3797533" y="615384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Organigramme : Procédé 72">
            <a:extLst>
              <a:ext uri="{FF2B5EF4-FFF2-40B4-BE49-F238E27FC236}">
                <a16:creationId xmlns:a16="http://schemas.microsoft.com/office/drawing/2014/main" id="{3917CE06-38F7-7CCD-7D3B-FD9112FEF409}"/>
              </a:ext>
            </a:extLst>
          </p:cNvPr>
          <p:cNvSpPr/>
          <p:nvPr/>
        </p:nvSpPr>
        <p:spPr>
          <a:xfrm rot="1694835">
            <a:off x="3611980" y="615436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Organigramme : Procédé 73">
            <a:extLst>
              <a:ext uri="{FF2B5EF4-FFF2-40B4-BE49-F238E27FC236}">
                <a16:creationId xmlns:a16="http://schemas.microsoft.com/office/drawing/2014/main" id="{350CDB32-EADF-DB81-5749-62BA34B52934}"/>
              </a:ext>
            </a:extLst>
          </p:cNvPr>
          <p:cNvSpPr/>
          <p:nvPr/>
        </p:nvSpPr>
        <p:spPr>
          <a:xfrm rot="1694835">
            <a:off x="3462010" y="6154361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Organigramme : Procédé 74">
            <a:extLst>
              <a:ext uri="{FF2B5EF4-FFF2-40B4-BE49-F238E27FC236}">
                <a16:creationId xmlns:a16="http://schemas.microsoft.com/office/drawing/2014/main" id="{110AC7DC-A5AF-3B27-11DB-69D312D82E53}"/>
              </a:ext>
            </a:extLst>
          </p:cNvPr>
          <p:cNvSpPr/>
          <p:nvPr/>
        </p:nvSpPr>
        <p:spPr>
          <a:xfrm rot="1694835">
            <a:off x="3282588" y="614737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6" name="Organigramme : Procédé 75">
            <a:extLst>
              <a:ext uri="{FF2B5EF4-FFF2-40B4-BE49-F238E27FC236}">
                <a16:creationId xmlns:a16="http://schemas.microsoft.com/office/drawing/2014/main" id="{8F400B85-3D8E-B821-F9E8-CAE09528BF52}"/>
              </a:ext>
            </a:extLst>
          </p:cNvPr>
          <p:cNvSpPr/>
          <p:nvPr/>
        </p:nvSpPr>
        <p:spPr>
          <a:xfrm rot="1694835">
            <a:off x="3110104" y="615392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7" name="Organigramme : Procédé 76">
            <a:extLst>
              <a:ext uri="{FF2B5EF4-FFF2-40B4-BE49-F238E27FC236}">
                <a16:creationId xmlns:a16="http://schemas.microsoft.com/office/drawing/2014/main" id="{48B79195-B736-6CC8-2316-D2768287C46E}"/>
              </a:ext>
            </a:extLst>
          </p:cNvPr>
          <p:cNvSpPr/>
          <p:nvPr/>
        </p:nvSpPr>
        <p:spPr>
          <a:xfrm rot="1694835">
            <a:off x="2922858" y="615154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8" name="Organigramme : Procédé 77">
            <a:extLst>
              <a:ext uri="{FF2B5EF4-FFF2-40B4-BE49-F238E27FC236}">
                <a16:creationId xmlns:a16="http://schemas.microsoft.com/office/drawing/2014/main" id="{6B1625A3-00F8-A730-C50C-B5E66B1E50FF}"/>
              </a:ext>
            </a:extLst>
          </p:cNvPr>
          <p:cNvSpPr/>
          <p:nvPr/>
        </p:nvSpPr>
        <p:spPr>
          <a:xfrm rot="1694835">
            <a:off x="2752066" y="61538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9" name="Organigramme : Procédé 78">
            <a:extLst>
              <a:ext uri="{FF2B5EF4-FFF2-40B4-BE49-F238E27FC236}">
                <a16:creationId xmlns:a16="http://schemas.microsoft.com/office/drawing/2014/main" id="{8DFF7AAF-03EE-6E03-18A4-EBDEA8AD1C47}"/>
              </a:ext>
            </a:extLst>
          </p:cNvPr>
          <p:cNvSpPr/>
          <p:nvPr/>
        </p:nvSpPr>
        <p:spPr>
          <a:xfrm rot="1694835">
            <a:off x="2576189" y="6149838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0" name="Organigramme : Procédé 79">
            <a:extLst>
              <a:ext uri="{FF2B5EF4-FFF2-40B4-BE49-F238E27FC236}">
                <a16:creationId xmlns:a16="http://schemas.microsoft.com/office/drawing/2014/main" id="{ABF37E0B-DE42-88F2-3DEE-9E96F2BC9026}"/>
              </a:ext>
            </a:extLst>
          </p:cNvPr>
          <p:cNvSpPr/>
          <p:nvPr/>
        </p:nvSpPr>
        <p:spPr>
          <a:xfrm rot="1694835">
            <a:off x="2400080" y="615325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1" name="Organigramme : Procédé 80">
            <a:extLst>
              <a:ext uri="{FF2B5EF4-FFF2-40B4-BE49-F238E27FC236}">
                <a16:creationId xmlns:a16="http://schemas.microsoft.com/office/drawing/2014/main" id="{15781D9B-381A-CB65-00C2-8A65E7EC52A0}"/>
              </a:ext>
            </a:extLst>
          </p:cNvPr>
          <p:cNvSpPr/>
          <p:nvPr/>
        </p:nvSpPr>
        <p:spPr>
          <a:xfrm rot="1694835">
            <a:off x="2232477" y="61538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2" name="Organigramme : Procédé 81">
            <a:extLst>
              <a:ext uri="{FF2B5EF4-FFF2-40B4-BE49-F238E27FC236}">
                <a16:creationId xmlns:a16="http://schemas.microsoft.com/office/drawing/2014/main" id="{AC14914E-76DA-7290-A000-A744F424B3A5}"/>
              </a:ext>
            </a:extLst>
          </p:cNvPr>
          <p:cNvSpPr/>
          <p:nvPr/>
        </p:nvSpPr>
        <p:spPr>
          <a:xfrm rot="1694835">
            <a:off x="2075414" y="61538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3" name="Organigramme : Procédé 82">
            <a:extLst>
              <a:ext uri="{FF2B5EF4-FFF2-40B4-BE49-F238E27FC236}">
                <a16:creationId xmlns:a16="http://schemas.microsoft.com/office/drawing/2014/main" id="{2FCDF2D0-6353-7F0C-AC57-641E4EA4CC5B}"/>
              </a:ext>
            </a:extLst>
          </p:cNvPr>
          <p:cNvSpPr/>
          <p:nvPr/>
        </p:nvSpPr>
        <p:spPr>
          <a:xfrm rot="1694835">
            <a:off x="1896520" y="615472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4" name="Organigramme : Procédé 83">
            <a:extLst>
              <a:ext uri="{FF2B5EF4-FFF2-40B4-BE49-F238E27FC236}">
                <a16:creationId xmlns:a16="http://schemas.microsoft.com/office/drawing/2014/main" id="{C68B09A2-4E2C-FBCF-0C5C-8FF1EE5EDF4F}"/>
              </a:ext>
            </a:extLst>
          </p:cNvPr>
          <p:cNvSpPr/>
          <p:nvPr/>
        </p:nvSpPr>
        <p:spPr>
          <a:xfrm rot="1694835">
            <a:off x="1735137" y="615384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Organigramme : Procédé 84">
            <a:extLst>
              <a:ext uri="{FF2B5EF4-FFF2-40B4-BE49-F238E27FC236}">
                <a16:creationId xmlns:a16="http://schemas.microsoft.com/office/drawing/2014/main" id="{2DBD917C-A072-2DB1-A7C4-3130FC97AE13}"/>
              </a:ext>
            </a:extLst>
          </p:cNvPr>
          <p:cNvSpPr/>
          <p:nvPr/>
        </p:nvSpPr>
        <p:spPr>
          <a:xfrm rot="1694835">
            <a:off x="1553169" y="6153847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6" name="Organigramme : Procédé 85">
            <a:extLst>
              <a:ext uri="{FF2B5EF4-FFF2-40B4-BE49-F238E27FC236}">
                <a16:creationId xmlns:a16="http://schemas.microsoft.com/office/drawing/2014/main" id="{D416014C-0DFF-4724-0E7E-8E5038A6F743}"/>
              </a:ext>
            </a:extLst>
          </p:cNvPr>
          <p:cNvSpPr/>
          <p:nvPr/>
        </p:nvSpPr>
        <p:spPr>
          <a:xfrm rot="1694835">
            <a:off x="1379250" y="615710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7" name="Organigramme : Procédé 86">
            <a:extLst>
              <a:ext uri="{FF2B5EF4-FFF2-40B4-BE49-F238E27FC236}">
                <a16:creationId xmlns:a16="http://schemas.microsoft.com/office/drawing/2014/main" id="{B698FCFC-2D2F-5091-F54D-67921D75C7EA}"/>
              </a:ext>
            </a:extLst>
          </p:cNvPr>
          <p:cNvSpPr/>
          <p:nvPr/>
        </p:nvSpPr>
        <p:spPr>
          <a:xfrm rot="1694835">
            <a:off x="1209490" y="6153844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8" name="Organigramme : Procédé 87">
            <a:extLst>
              <a:ext uri="{FF2B5EF4-FFF2-40B4-BE49-F238E27FC236}">
                <a16:creationId xmlns:a16="http://schemas.microsoft.com/office/drawing/2014/main" id="{5F911869-E6FC-C9FA-017B-31F87B3EBF58}"/>
              </a:ext>
            </a:extLst>
          </p:cNvPr>
          <p:cNvSpPr/>
          <p:nvPr/>
        </p:nvSpPr>
        <p:spPr>
          <a:xfrm rot="1694835">
            <a:off x="1035484" y="61538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9" name="Organigramme : Procédé 88">
            <a:extLst>
              <a:ext uri="{FF2B5EF4-FFF2-40B4-BE49-F238E27FC236}">
                <a16:creationId xmlns:a16="http://schemas.microsoft.com/office/drawing/2014/main" id="{8B5395AE-8801-D39E-930C-C9F2FFD347E7}"/>
              </a:ext>
            </a:extLst>
          </p:cNvPr>
          <p:cNvSpPr/>
          <p:nvPr/>
        </p:nvSpPr>
        <p:spPr>
          <a:xfrm rot="1694835">
            <a:off x="860510" y="6153846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0" name="Organigramme : Procédé 89">
            <a:extLst>
              <a:ext uri="{FF2B5EF4-FFF2-40B4-BE49-F238E27FC236}">
                <a16:creationId xmlns:a16="http://schemas.microsoft.com/office/drawing/2014/main" id="{2CD6D498-513A-C952-9DC5-8A722DCB111B}"/>
              </a:ext>
            </a:extLst>
          </p:cNvPr>
          <p:cNvSpPr/>
          <p:nvPr/>
        </p:nvSpPr>
        <p:spPr>
          <a:xfrm rot="1694835">
            <a:off x="684833" y="6153849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1" name="Organigramme : Procédé 90">
            <a:extLst>
              <a:ext uri="{FF2B5EF4-FFF2-40B4-BE49-F238E27FC236}">
                <a16:creationId xmlns:a16="http://schemas.microsoft.com/office/drawing/2014/main" id="{68ACFF58-61C6-0A56-8DE1-5F189862AADA}"/>
              </a:ext>
            </a:extLst>
          </p:cNvPr>
          <p:cNvSpPr/>
          <p:nvPr/>
        </p:nvSpPr>
        <p:spPr>
          <a:xfrm rot="1694835">
            <a:off x="513923" y="6160243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2" name="Organigramme : Procédé 91">
            <a:extLst>
              <a:ext uri="{FF2B5EF4-FFF2-40B4-BE49-F238E27FC236}">
                <a16:creationId xmlns:a16="http://schemas.microsoft.com/office/drawing/2014/main" id="{64217972-2D27-8B4D-6A2B-2066BB312F05}"/>
              </a:ext>
            </a:extLst>
          </p:cNvPr>
          <p:cNvSpPr/>
          <p:nvPr/>
        </p:nvSpPr>
        <p:spPr>
          <a:xfrm rot="1694835">
            <a:off x="339143" y="6160242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3" name="Organigramme : Procédé 92">
            <a:extLst>
              <a:ext uri="{FF2B5EF4-FFF2-40B4-BE49-F238E27FC236}">
                <a16:creationId xmlns:a16="http://schemas.microsoft.com/office/drawing/2014/main" id="{47442EE5-E6B1-0CB9-B740-848003AFAA0F}"/>
              </a:ext>
            </a:extLst>
          </p:cNvPr>
          <p:cNvSpPr/>
          <p:nvPr/>
        </p:nvSpPr>
        <p:spPr>
          <a:xfrm rot="1694835">
            <a:off x="198831" y="6152390"/>
            <a:ext cx="45719" cy="104002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" name="Organigramme : Procédé 93">
            <a:extLst>
              <a:ext uri="{FF2B5EF4-FFF2-40B4-BE49-F238E27FC236}">
                <a16:creationId xmlns:a16="http://schemas.microsoft.com/office/drawing/2014/main" id="{59F8E0D8-32D4-FEA6-8B24-D9BB824F512B}"/>
              </a:ext>
            </a:extLst>
          </p:cNvPr>
          <p:cNvSpPr/>
          <p:nvPr/>
        </p:nvSpPr>
        <p:spPr>
          <a:xfrm rot="1694835">
            <a:off x="59240" y="6150980"/>
            <a:ext cx="45719" cy="98440"/>
          </a:xfrm>
          <a:prstGeom prst="flowChartProcess">
            <a:avLst/>
          </a:prstGeom>
          <a:solidFill>
            <a:srgbClr val="9B7F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Organigramme : Procédé 21">
            <a:extLst>
              <a:ext uri="{FF2B5EF4-FFF2-40B4-BE49-F238E27FC236}">
                <a16:creationId xmlns:a16="http://schemas.microsoft.com/office/drawing/2014/main" id="{707A4FF3-F3CD-8C52-A2B6-6358D1BF65C7}"/>
              </a:ext>
            </a:extLst>
          </p:cNvPr>
          <p:cNvSpPr/>
          <p:nvPr/>
        </p:nvSpPr>
        <p:spPr>
          <a:xfrm>
            <a:off x="52390" y="6253848"/>
            <a:ext cx="12098847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Organigramme : Procédé 24">
            <a:extLst>
              <a:ext uri="{FF2B5EF4-FFF2-40B4-BE49-F238E27FC236}">
                <a16:creationId xmlns:a16="http://schemas.microsoft.com/office/drawing/2014/main" id="{C9A38C57-DD38-3DD3-DF79-8CF3DDF5440E}"/>
              </a:ext>
            </a:extLst>
          </p:cNvPr>
          <p:cNvSpPr/>
          <p:nvPr/>
        </p:nvSpPr>
        <p:spPr>
          <a:xfrm>
            <a:off x="3925615" y="6115026"/>
            <a:ext cx="6776663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Organigramme : Procédé 101">
            <a:extLst>
              <a:ext uri="{FF2B5EF4-FFF2-40B4-BE49-F238E27FC236}">
                <a16:creationId xmlns:a16="http://schemas.microsoft.com/office/drawing/2014/main" id="{52A03B43-339A-CB4C-DD64-2B8AAE8D64CB}"/>
              </a:ext>
            </a:extLst>
          </p:cNvPr>
          <p:cNvSpPr/>
          <p:nvPr/>
        </p:nvSpPr>
        <p:spPr>
          <a:xfrm>
            <a:off x="60356" y="6115556"/>
            <a:ext cx="3841458" cy="45719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B95BD8A6-A2BC-990D-63A2-12B87F702627}"/>
              </a:ext>
            </a:extLst>
          </p:cNvPr>
          <p:cNvSpPr txBox="1"/>
          <p:nvPr/>
        </p:nvSpPr>
        <p:spPr>
          <a:xfrm>
            <a:off x="4514893" y="4464091"/>
            <a:ext cx="1405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Sortie de station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25C63900-0118-9703-82F5-5B0711A02372}"/>
              </a:ext>
            </a:extLst>
          </p:cNvPr>
          <p:cNvSpPr txBox="1"/>
          <p:nvPr/>
        </p:nvSpPr>
        <p:spPr>
          <a:xfrm>
            <a:off x="4959433" y="3640014"/>
            <a:ext cx="2995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Traversée d’une station HLP</a:t>
            </a:r>
            <a:endParaRPr lang="fr-FR" sz="105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5128E-164C-BDBA-A0AE-28B01ABCB084}"/>
              </a:ext>
            </a:extLst>
          </p:cNvPr>
          <p:cNvSpPr/>
          <p:nvPr/>
        </p:nvSpPr>
        <p:spPr>
          <a:xfrm>
            <a:off x="40762" y="3581400"/>
            <a:ext cx="12110475" cy="289877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0754C0B-CCC0-8A1F-541B-E650DF4880B7}"/>
              </a:ext>
            </a:extLst>
          </p:cNvPr>
          <p:cNvSpPr txBox="1"/>
          <p:nvPr/>
        </p:nvSpPr>
        <p:spPr>
          <a:xfrm>
            <a:off x="10037272" y="4992247"/>
            <a:ext cx="176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Départ en marche normale</a:t>
            </a:r>
            <a:endParaRPr lang="fr-FR" sz="1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DE03578-7CFB-D989-5613-708F9203F142}"/>
              </a:ext>
            </a:extLst>
          </p:cNvPr>
          <p:cNvSpPr txBox="1"/>
          <p:nvPr/>
        </p:nvSpPr>
        <p:spPr>
          <a:xfrm>
            <a:off x="4123883" y="4954265"/>
            <a:ext cx="18301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Vitesse de 40km/h maximum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303DDA-8BF0-72E6-62F5-A21F92B706E0}"/>
              </a:ext>
            </a:extLst>
          </p:cNvPr>
          <p:cNvSpPr txBox="1"/>
          <p:nvPr/>
        </p:nvSpPr>
        <p:spPr>
          <a:xfrm>
            <a:off x="6547417" y="4942949"/>
            <a:ext cx="1886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Vitesse de 30km/h maximum</a:t>
            </a:r>
            <a:endParaRPr lang="fr-FR" sz="1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5D7C3AFF-710B-C110-8A3B-1FA2F779520A}"/>
              </a:ext>
            </a:extLst>
          </p:cNvPr>
          <p:cNvSpPr/>
          <p:nvPr/>
        </p:nvSpPr>
        <p:spPr>
          <a:xfrm>
            <a:off x="347419" y="4444635"/>
            <a:ext cx="319834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FC0B8EE-DBD7-FEDF-831F-9B177A5A351F}"/>
              </a:ext>
            </a:extLst>
          </p:cNvPr>
          <p:cNvSpPr txBox="1"/>
          <p:nvPr/>
        </p:nvSpPr>
        <p:spPr>
          <a:xfrm>
            <a:off x="672157" y="4461965"/>
            <a:ext cx="2435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Franchissement signal ouvert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C04301-DE1B-0BFD-5ED4-05DD805C7925}"/>
              </a:ext>
            </a:extLst>
          </p:cNvPr>
          <p:cNvSpPr txBox="1"/>
          <p:nvPr/>
        </p:nvSpPr>
        <p:spPr>
          <a:xfrm>
            <a:off x="838621" y="4811592"/>
            <a:ext cx="2051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>
                <a:latin typeface="Helvetica" panose="020B0604020202020204" pitchFamily="34" charset="0"/>
                <a:cs typeface="Helvetica" panose="020B0604020202020204" pitchFamily="34" charset="0"/>
              </a:rPr>
              <a:t>Au franchissement du premier signal d’espace ou de manœuvre ouvert, reprise de la vitesse TIV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85EB14E-2428-A3C8-B639-774A1D090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08" y="5178453"/>
            <a:ext cx="476316" cy="68589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6F9935E-8711-0BB8-5207-14F2C4A0C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596" y="5313168"/>
            <a:ext cx="47631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7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9322-0E86-F233-6EFE-7CACC845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951782B-CABC-C219-5619-A79A2BCFF77E}"/>
              </a:ext>
            </a:extLst>
          </p:cNvPr>
          <p:cNvSpPr txBox="1"/>
          <p:nvPr/>
        </p:nvSpPr>
        <p:spPr>
          <a:xfrm>
            <a:off x="3751659" y="195028"/>
            <a:ext cx="4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latin typeface="Parisine" pitchFamily="50" charset="0"/>
              </a:rPr>
              <a:t>Interruption de trafic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579FA99-8F70-0294-44FD-48898183B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735" y="189612"/>
            <a:ext cx="528637" cy="52863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A4DD33B-0900-5FCD-8525-8C0C4D154CA5}"/>
              </a:ext>
            </a:extLst>
          </p:cNvPr>
          <p:cNvSpPr txBox="1"/>
          <p:nvPr/>
        </p:nvSpPr>
        <p:spPr>
          <a:xfrm>
            <a:off x="11172835" y="4575298"/>
            <a:ext cx="11001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latin typeface="Parisine" pitchFamily="50" charset="0"/>
              </a:rPr>
              <a:t>+ de précisions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C65798-CE00-056E-1189-F1E31911A4FC}"/>
              </a:ext>
            </a:extLst>
          </p:cNvPr>
          <p:cNvSpPr txBox="1"/>
          <p:nvPr/>
        </p:nvSpPr>
        <p:spPr>
          <a:xfrm>
            <a:off x="2164458" y="1123048"/>
            <a:ext cx="5616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fr-FR" sz="1000" dirty="0">
                <a:latin typeface="Gill Sans MT" panose="020B0502020104020203" pitchFamily="34" charset="0"/>
              </a:rPr>
              <a:t>Un indicateur </a:t>
            </a:r>
            <a:r>
              <a:rPr lang="fr-FR" sz="1000" b="1" dirty="0">
                <a:latin typeface="Gill Sans MT" panose="020B0502020104020203" pitchFamily="34" charset="0"/>
              </a:rPr>
              <a:t>SP clignotant</a:t>
            </a:r>
            <a:r>
              <a:rPr lang="fr-FR" sz="1000" dirty="0">
                <a:latin typeface="Gill Sans MT" panose="020B0502020104020203" pitchFamily="34" charset="0"/>
              </a:rPr>
              <a:t>, informe le conducteur de l’utilisation de la communication.</a:t>
            </a:r>
          </a:p>
          <a:p>
            <a:pPr>
              <a:spcBef>
                <a:spcPts val="1200"/>
              </a:spcBef>
            </a:pPr>
            <a:r>
              <a:rPr lang="fr-FR" sz="1000" dirty="0">
                <a:latin typeface="Gill Sans MT" panose="020B0502020104020203" pitchFamily="34" charset="0"/>
              </a:rPr>
              <a:t>Une plaque bleue indique si il s’agit d’un </a:t>
            </a:r>
            <a:r>
              <a:rPr lang="fr-FR" sz="1000" b="1" dirty="0">
                <a:latin typeface="Gill Sans MT" panose="020B0502020104020203" pitchFamily="34" charset="0"/>
              </a:rPr>
              <a:t>SP après </a:t>
            </a:r>
            <a:r>
              <a:rPr lang="fr-FR" sz="1000" dirty="0">
                <a:latin typeface="Gill Sans MT" panose="020B0502020104020203" pitchFamily="34" charset="0"/>
              </a:rPr>
              <a:t>ou </a:t>
            </a:r>
            <a:r>
              <a:rPr lang="fr-FR" sz="1000" b="1" dirty="0">
                <a:latin typeface="Gill Sans MT" panose="020B0502020104020203" pitchFamily="34" charset="0"/>
              </a:rPr>
              <a:t>avant gare.</a:t>
            </a:r>
            <a:endParaRPr lang="fr-FR" sz="1000" dirty="0">
              <a:latin typeface="Gill Sans MT" panose="020B0502020104020203" pitchFamily="34" charset="0"/>
            </a:endParaRPr>
          </a:p>
          <a:p>
            <a:pPr>
              <a:spcBef>
                <a:spcPts val="1200"/>
              </a:spcBef>
            </a:pPr>
            <a:r>
              <a:rPr lang="fr-FR" sz="1000" b="1" dirty="0">
                <a:latin typeface="Gill Sans MT" panose="020B0502020104020203" pitchFamily="34" charset="0"/>
              </a:rPr>
              <a:t>Un indicateur « Départ ou Quai » allumé au fixe</a:t>
            </a:r>
            <a:r>
              <a:rPr lang="fr-FR" sz="1000" dirty="0">
                <a:latin typeface="Gill Sans MT" panose="020B0502020104020203" pitchFamily="34" charset="0"/>
              </a:rPr>
              <a:t>, définit si le train doit revenir au Quai 1 (ou au Quai 2) après avoir changé de voie, ou partir directement vers la station suivante.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8FC433-421E-06DA-17EC-B28CE460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696" y="2463817"/>
            <a:ext cx="442240" cy="43553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659AD5-1BEE-D244-2758-B6BDDE887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3947" y="2475339"/>
            <a:ext cx="404735" cy="42400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3FA8BE0-28D0-FCD7-48EC-DCD026436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7957" y="1705816"/>
            <a:ext cx="724001" cy="61921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E65FB4F-0868-35DE-FEEB-9CDAFAE4C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2698" y="3153108"/>
            <a:ext cx="429436" cy="44866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31F827C-2952-F339-B2D2-DD453A9DE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1346" y="3176922"/>
            <a:ext cx="450993" cy="42484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915EE80-108C-8515-A848-F61548000B95}"/>
              </a:ext>
            </a:extLst>
          </p:cNvPr>
          <p:cNvSpPr/>
          <p:nvPr/>
        </p:nvSpPr>
        <p:spPr>
          <a:xfrm>
            <a:off x="10075879" y="4021586"/>
            <a:ext cx="738135" cy="424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Limite</a:t>
            </a:r>
          </a:p>
          <a:p>
            <a:pPr algn="ctr"/>
            <a:r>
              <a:rPr lang="fr-FR" sz="800" b="1" dirty="0"/>
              <a:t>de</a:t>
            </a:r>
          </a:p>
          <a:p>
            <a:pPr algn="ctr"/>
            <a:r>
              <a:rPr lang="fr-FR" sz="800" b="1" dirty="0"/>
              <a:t>manœuvre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752BB2B-C508-F262-8531-20B1BB665A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835" y="4798715"/>
            <a:ext cx="981075" cy="981075"/>
          </a:xfrm>
          <a:prstGeom prst="rect">
            <a:avLst/>
          </a:prstGeom>
        </p:spPr>
      </p:pic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41792CB9-86E2-1D20-E855-415120EC6661}"/>
              </a:ext>
            </a:extLst>
          </p:cNvPr>
          <p:cNvSpPr/>
          <p:nvPr/>
        </p:nvSpPr>
        <p:spPr>
          <a:xfrm>
            <a:off x="1237963" y="1779194"/>
            <a:ext cx="319833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1</a:t>
            </a:r>
          </a:p>
        </p:txBody>
      </p:sp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43F7ADE1-12C5-D454-4E05-565D6A2F81BE}"/>
              </a:ext>
            </a:extLst>
          </p:cNvPr>
          <p:cNvSpPr/>
          <p:nvPr/>
        </p:nvSpPr>
        <p:spPr>
          <a:xfrm>
            <a:off x="1237963" y="2475341"/>
            <a:ext cx="319833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2</a:t>
            </a:r>
          </a:p>
        </p:txBody>
      </p:sp>
      <p:sp>
        <p:nvSpPr>
          <p:cNvPr id="11" name="Organigramme : Connecteur 10">
            <a:extLst>
              <a:ext uri="{FF2B5EF4-FFF2-40B4-BE49-F238E27FC236}">
                <a16:creationId xmlns:a16="http://schemas.microsoft.com/office/drawing/2014/main" id="{BF107986-7B8A-878E-81F5-133E9F138538}"/>
              </a:ext>
            </a:extLst>
          </p:cNvPr>
          <p:cNvSpPr/>
          <p:nvPr/>
        </p:nvSpPr>
        <p:spPr>
          <a:xfrm>
            <a:off x="1237963" y="3331233"/>
            <a:ext cx="319833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3</a:t>
            </a:r>
          </a:p>
        </p:txBody>
      </p:sp>
      <p:sp>
        <p:nvSpPr>
          <p:cNvPr id="13" name="Organigramme : Connecteur 12">
            <a:extLst>
              <a:ext uri="{FF2B5EF4-FFF2-40B4-BE49-F238E27FC236}">
                <a16:creationId xmlns:a16="http://schemas.microsoft.com/office/drawing/2014/main" id="{38005F76-CD6F-5B65-35C6-B14A821519FE}"/>
              </a:ext>
            </a:extLst>
          </p:cNvPr>
          <p:cNvSpPr/>
          <p:nvPr/>
        </p:nvSpPr>
        <p:spPr>
          <a:xfrm>
            <a:off x="1237963" y="4141642"/>
            <a:ext cx="319833" cy="30479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61FDA-CE61-9306-FBCD-04E95C2FD2EE}"/>
              </a:ext>
            </a:extLst>
          </p:cNvPr>
          <p:cNvSpPr/>
          <p:nvPr/>
        </p:nvSpPr>
        <p:spPr>
          <a:xfrm>
            <a:off x="0" y="-188913"/>
            <a:ext cx="12192000" cy="596869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6078753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533</Words>
  <Application>Microsoft Office PowerPoint</Application>
  <PresentationFormat>Personnalisé</PresentationFormat>
  <Paragraphs>99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Gill Sans MT</vt:lpstr>
      <vt:lpstr>Helvetica</vt:lpstr>
      <vt:lpstr>Parisine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Jérémy REDING</dc:creator>
  <cp:lastModifiedBy>Jérémy REDING</cp:lastModifiedBy>
  <cp:revision>1</cp:revision>
  <dcterms:created xsi:type="dcterms:W3CDTF">2025-07-24T12:19:08Z</dcterms:created>
  <dcterms:modified xsi:type="dcterms:W3CDTF">2026-06-02T17:53:56Z</dcterms:modified>
</cp:coreProperties>
</file>