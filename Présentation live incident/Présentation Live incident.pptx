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4"/>
  </p:notesMasterIdLst>
  <p:sldIdLst>
    <p:sldId id="256" r:id="rId3"/>
    <p:sldId id="258" r:id="rId4"/>
    <p:sldId id="257" r:id="rId5"/>
    <p:sldId id="259" r:id="rId6"/>
    <p:sldId id="260" r:id="rId7"/>
    <p:sldId id="262" r:id="rId8"/>
    <p:sldId id="282" r:id="rId9"/>
    <p:sldId id="283" r:id="rId10"/>
    <p:sldId id="284" r:id="rId11"/>
    <p:sldId id="263" r:id="rId12"/>
    <p:sldId id="281" r:id="rId13"/>
  </p:sldIdLst>
  <p:sldSz cx="12192000" cy="6858000"/>
  <p:notesSz cx="7104063" cy="102346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érémy REDING" userId="170a12f5445ece79" providerId="LiveId" clId="{360BF847-3268-4048-84EB-800DAEE00C92}"/>
    <pc:docChg chg="undo custSel addSld delSld modSld sldOrd modNotesMaster">
      <pc:chgData name="Jérémy REDING" userId="170a12f5445ece79" providerId="LiveId" clId="{360BF847-3268-4048-84EB-800DAEE00C92}" dt="2025-08-28T15:17:32.359" v="4756"/>
      <pc:docMkLst>
        <pc:docMk/>
      </pc:docMkLst>
      <pc:sldChg chg="addSp delSp modSp mod">
        <pc:chgData name="Jérémy REDING" userId="170a12f5445ece79" providerId="LiveId" clId="{360BF847-3268-4048-84EB-800DAEE00C92}" dt="2025-07-29T14:44:17.320" v="4202" actId="1076"/>
        <pc:sldMkLst>
          <pc:docMk/>
          <pc:sldMk cId="3420963603" sldId="256"/>
        </pc:sldMkLst>
        <pc:picChg chg="add mod">
          <ac:chgData name="Jérémy REDING" userId="170a12f5445ece79" providerId="LiveId" clId="{360BF847-3268-4048-84EB-800DAEE00C92}" dt="2025-07-29T14:44:17.320" v="4202" actId="1076"/>
          <ac:picMkLst>
            <pc:docMk/>
            <pc:sldMk cId="3420963603" sldId="256"/>
            <ac:picMk id="3" creationId="{C782F868-EE09-01C6-6574-F7CAFE3EC80C}"/>
          </ac:picMkLst>
        </pc:picChg>
        <pc:picChg chg="add mod">
          <ac:chgData name="Jérémy REDING" userId="170a12f5445ece79" providerId="LiveId" clId="{360BF847-3268-4048-84EB-800DAEE00C92}" dt="2025-07-29T14:44:17.320" v="4202" actId="1076"/>
          <ac:picMkLst>
            <pc:docMk/>
            <pc:sldMk cId="3420963603" sldId="256"/>
            <ac:picMk id="5" creationId="{528D4977-3B75-A1A1-5F0F-076F8EDE71FD}"/>
          </ac:picMkLst>
        </pc:picChg>
      </pc:sldChg>
      <pc:sldChg chg="addSp delSp modSp mod">
        <pc:chgData name="Jérémy REDING" userId="170a12f5445ece79" providerId="LiveId" clId="{360BF847-3268-4048-84EB-800DAEE00C92}" dt="2025-08-06T14:49:17.274" v="4492" actId="1076"/>
        <pc:sldMkLst>
          <pc:docMk/>
          <pc:sldMk cId="793956963" sldId="257"/>
        </pc:sldMkLst>
        <pc:spChg chg="add mod">
          <ac:chgData name="Jérémy REDING" userId="170a12f5445ece79" providerId="LiveId" clId="{360BF847-3268-4048-84EB-800DAEE00C92}" dt="2025-08-06T14:49:17.274" v="4492" actId="1076"/>
          <ac:spMkLst>
            <pc:docMk/>
            <pc:sldMk cId="793956963" sldId="257"/>
            <ac:spMk id="2" creationId="{CE1B7CBD-0968-B4E7-CC8B-C8A392F40E23}"/>
          </ac:spMkLst>
        </pc:spChg>
        <pc:spChg chg="mod">
          <ac:chgData name="Jérémy REDING" userId="170a12f5445ece79" providerId="LiveId" clId="{360BF847-3268-4048-84EB-800DAEE00C92}" dt="2025-08-06T14:48:18.575" v="4488" actId="1076"/>
          <ac:spMkLst>
            <pc:docMk/>
            <pc:sldMk cId="793956963" sldId="257"/>
            <ac:spMk id="4" creationId="{2C446518-5E9D-6108-2779-25DF370C95F3}"/>
          </ac:spMkLst>
        </pc:spChg>
        <pc:cxnChg chg="add mod">
          <ac:chgData name="Jérémy REDING" userId="170a12f5445ece79" providerId="LiveId" clId="{360BF847-3268-4048-84EB-800DAEE00C92}" dt="2025-08-06T14:49:13.222" v="4491" actId="14100"/>
          <ac:cxnSpMkLst>
            <pc:docMk/>
            <pc:sldMk cId="793956963" sldId="257"/>
            <ac:cxnSpMk id="39" creationId="{94D48AD3-DBDE-AA08-62CC-2AAB9705586A}"/>
          </ac:cxnSpMkLst>
        </pc:cxnChg>
      </pc:sldChg>
      <pc:sldChg chg="addSp delSp modSp new mod ord">
        <pc:chgData name="Jérémy REDING" userId="170a12f5445ece79" providerId="LiveId" clId="{360BF847-3268-4048-84EB-800DAEE00C92}" dt="2025-08-06T14:47:57.081" v="4487" actId="20577"/>
        <pc:sldMkLst>
          <pc:docMk/>
          <pc:sldMk cId="71364715" sldId="258"/>
        </pc:sldMkLst>
        <pc:spChg chg="add mod">
          <ac:chgData name="Jérémy REDING" userId="170a12f5445ece79" providerId="LiveId" clId="{360BF847-3268-4048-84EB-800DAEE00C92}" dt="2025-07-29T14:49:51.773" v="4217" actId="5793"/>
          <ac:spMkLst>
            <pc:docMk/>
            <pc:sldMk cId="71364715" sldId="258"/>
            <ac:spMk id="2" creationId="{5C6EE083-E942-D853-4983-947E229D52E6}"/>
          </ac:spMkLst>
        </pc:spChg>
        <pc:spChg chg="add mod">
          <ac:chgData name="Jérémy REDING" userId="170a12f5445ece79" providerId="LiveId" clId="{360BF847-3268-4048-84EB-800DAEE00C92}" dt="2025-07-31T17:17:06.684" v="4435" actId="14100"/>
          <ac:spMkLst>
            <pc:docMk/>
            <pc:sldMk cId="71364715" sldId="258"/>
            <ac:spMk id="3" creationId="{CDDAC04A-5082-BB89-2466-B8F31C0C50DF}"/>
          </ac:spMkLst>
        </pc:spChg>
        <pc:spChg chg="add mod">
          <ac:chgData name="Jérémy REDING" userId="170a12f5445ece79" providerId="LiveId" clId="{360BF847-3268-4048-84EB-800DAEE00C92}" dt="2025-07-31T17:17:13.538" v="4436" actId="14100"/>
          <ac:spMkLst>
            <pc:docMk/>
            <pc:sldMk cId="71364715" sldId="258"/>
            <ac:spMk id="4" creationId="{F71E626D-75DA-DC56-CC7F-4A1586D899B1}"/>
          </ac:spMkLst>
        </pc:spChg>
        <pc:spChg chg="add mod">
          <ac:chgData name="Jérémy REDING" userId="170a12f5445ece79" providerId="LiveId" clId="{360BF847-3268-4048-84EB-800DAEE00C92}" dt="2025-08-06T14:47:57.081" v="4487" actId="20577"/>
          <ac:spMkLst>
            <pc:docMk/>
            <pc:sldMk cId="71364715" sldId="258"/>
            <ac:spMk id="6" creationId="{AA35D274-4D34-9AFF-0A56-C5A03F25C5C9}"/>
          </ac:spMkLst>
        </pc:spChg>
      </pc:sldChg>
      <pc:sldChg chg="addSp delSp modSp new mod">
        <pc:chgData name="Jérémy REDING" userId="170a12f5445ece79" providerId="LiveId" clId="{360BF847-3268-4048-84EB-800DAEE00C92}" dt="2025-08-06T14:54:48.446" v="4586" actId="20577"/>
        <pc:sldMkLst>
          <pc:docMk/>
          <pc:sldMk cId="393858104" sldId="259"/>
        </pc:sldMkLst>
        <pc:spChg chg="add mod">
          <ac:chgData name="Jérémy REDING" userId="170a12f5445ece79" providerId="LiveId" clId="{360BF847-3268-4048-84EB-800DAEE00C92}" dt="2025-08-06T14:50:22.399" v="4502" actId="1076"/>
          <ac:spMkLst>
            <pc:docMk/>
            <pc:sldMk cId="393858104" sldId="259"/>
            <ac:spMk id="3" creationId="{CE091D1F-166E-E9EE-DDB7-5F80A93627A0}"/>
          </ac:spMkLst>
        </pc:spChg>
        <pc:spChg chg="add mod">
          <ac:chgData name="Jérémy REDING" userId="170a12f5445ece79" providerId="LiveId" clId="{360BF847-3268-4048-84EB-800DAEE00C92}" dt="2025-08-06T14:54:48.446" v="4586" actId="20577"/>
          <ac:spMkLst>
            <pc:docMk/>
            <pc:sldMk cId="393858104" sldId="259"/>
            <ac:spMk id="5" creationId="{20EFB5E8-122B-6B8B-0E5C-93C01169050F}"/>
          </ac:spMkLst>
        </pc:spChg>
      </pc:sldChg>
      <pc:sldChg chg="addSp delSp modSp new mod">
        <pc:chgData name="Jérémy REDING" userId="170a12f5445ece79" providerId="LiveId" clId="{360BF847-3268-4048-84EB-800DAEE00C92}" dt="2025-08-28T15:17:23.684" v="4755" actId="14100"/>
        <pc:sldMkLst>
          <pc:docMk/>
          <pc:sldMk cId="3263667783" sldId="260"/>
        </pc:sldMkLst>
        <pc:spChg chg="add mod">
          <ac:chgData name="Jérémy REDING" userId="170a12f5445ece79" providerId="LiveId" clId="{360BF847-3268-4048-84EB-800DAEE00C92}" dt="2025-08-28T09:36:22.968" v="4688" actId="20577"/>
          <ac:spMkLst>
            <pc:docMk/>
            <pc:sldMk cId="3263667783" sldId="260"/>
            <ac:spMk id="18" creationId="{16E62AA8-4E85-6D21-FD99-9EAC893C6221}"/>
          </ac:spMkLst>
        </pc:spChg>
        <pc:spChg chg="add mod">
          <ac:chgData name="Jérémy REDING" userId="170a12f5445ece79" providerId="LiveId" clId="{360BF847-3268-4048-84EB-800DAEE00C92}" dt="2025-08-28T15:15:45.296" v="4739" actId="1076"/>
          <ac:spMkLst>
            <pc:docMk/>
            <pc:sldMk cId="3263667783" sldId="260"/>
            <ac:spMk id="27" creationId="{0769C48E-BE66-82CC-6715-C51421704BB7}"/>
          </ac:spMkLst>
        </pc:spChg>
        <pc:spChg chg="mod">
          <ac:chgData name="Jérémy REDING" userId="170a12f5445ece79" providerId="LiveId" clId="{360BF847-3268-4048-84EB-800DAEE00C92}" dt="2025-08-28T15:15:45.296" v="4739" actId="1076"/>
          <ac:spMkLst>
            <pc:docMk/>
            <pc:sldMk cId="3263667783" sldId="260"/>
            <ac:spMk id="35" creationId="{A0220ED9-D2A1-A925-6D10-D6C3EAA66F74}"/>
          </ac:spMkLst>
        </pc:spChg>
        <pc:picChg chg="add del mod ord">
          <ac:chgData name="Jérémy REDING" userId="170a12f5445ece79" providerId="LiveId" clId="{360BF847-3268-4048-84EB-800DAEE00C92}" dt="2025-08-28T15:16:48.638" v="4747" actId="478"/>
          <ac:picMkLst>
            <pc:docMk/>
            <pc:sldMk cId="3263667783" sldId="260"/>
            <ac:picMk id="3" creationId="{497764DA-7022-3712-A509-59DF1347621C}"/>
          </ac:picMkLst>
        </pc:picChg>
        <pc:picChg chg="add mod ord">
          <ac:chgData name="Jérémy REDING" userId="170a12f5445ece79" providerId="LiveId" clId="{360BF847-3268-4048-84EB-800DAEE00C92}" dt="2025-08-28T15:17:20.480" v="4754" actId="1076"/>
          <ac:picMkLst>
            <pc:docMk/>
            <pc:sldMk cId="3263667783" sldId="260"/>
            <ac:picMk id="8" creationId="{212227B5-E945-2C89-B47B-376D7B9847AA}"/>
          </ac:picMkLst>
        </pc:picChg>
        <pc:picChg chg="add del mod">
          <ac:chgData name="Jérémy REDING" userId="170a12f5445ece79" providerId="LiveId" clId="{360BF847-3268-4048-84EB-800DAEE00C92}" dt="2025-08-28T09:34:59.074" v="4635" actId="478"/>
          <ac:picMkLst>
            <pc:docMk/>
            <pc:sldMk cId="3263667783" sldId="260"/>
            <ac:picMk id="8" creationId="{3A4B62B3-4AD0-700A-084D-008D10B66680}"/>
          </ac:picMkLst>
        </pc:picChg>
        <pc:cxnChg chg="add mod">
          <ac:chgData name="Jérémy REDING" userId="170a12f5445ece79" providerId="LiveId" clId="{360BF847-3268-4048-84EB-800DAEE00C92}" dt="2025-08-28T15:15:24.381" v="4734" actId="14100"/>
          <ac:cxnSpMkLst>
            <pc:docMk/>
            <pc:sldMk cId="3263667783" sldId="260"/>
            <ac:cxnSpMk id="16" creationId="{B0D9FFA5-7A9E-1115-B098-BD1AA1DABED6}"/>
          </ac:cxnSpMkLst>
        </pc:cxnChg>
        <pc:cxnChg chg="add mod">
          <ac:chgData name="Jérémy REDING" userId="170a12f5445ece79" providerId="LiveId" clId="{360BF847-3268-4048-84EB-800DAEE00C92}" dt="2025-08-28T15:15:26.211" v="4735" actId="14100"/>
          <ac:cxnSpMkLst>
            <pc:docMk/>
            <pc:sldMk cId="3263667783" sldId="260"/>
            <ac:cxnSpMk id="23" creationId="{42C59D9A-37FF-24EA-1E27-46BEFB038742}"/>
          </ac:cxnSpMkLst>
        </pc:cxnChg>
        <pc:cxnChg chg="mod">
          <ac:chgData name="Jérémy REDING" userId="170a12f5445ece79" providerId="LiveId" clId="{360BF847-3268-4048-84EB-800DAEE00C92}" dt="2025-08-28T15:17:23.684" v="4755" actId="14100"/>
          <ac:cxnSpMkLst>
            <pc:docMk/>
            <pc:sldMk cId="3263667783" sldId="260"/>
            <ac:cxnSpMk id="29" creationId="{8B3F3B3C-2060-1093-FB44-38CE5C6874A1}"/>
          </ac:cxnSpMkLst>
        </pc:cxnChg>
      </pc:sldChg>
      <pc:sldChg chg="addSp delSp modSp new del mod">
        <pc:chgData name="Jérémy REDING" userId="170a12f5445ece79" providerId="LiveId" clId="{360BF847-3268-4048-84EB-800DAEE00C92}" dt="2025-08-28T09:38:23.273" v="4700" actId="47"/>
        <pc:sldMkLst>
          <pc:docMk/>
          <pc:sldMk cId="3044206659" sldId="261"/>
        </pc:sldMkLst>
      </pc:sldChg>
      <pc:sldChg chg="addSp delSp modSp new mod">
        <pc:chgData name="Jérémy REDING" userId="170a12f5445ece79" providerId="LiveId" clId="{360BF847-3268-4048-84EB-800DAEE00C92}" dt="2025-08-28T15:14:39.021" v="4726" actId="14100"/>
        <pc:sldMkLst>
          <pc:docMk/>
          <pc:sldMk cId="3766140461" sldId="262"/>
        </pc:sldMkLst>
        <pc:spChg chg="add del mod">
          <ac:chgData name="Jérémy REDING" userId="170a12f5445ece79" providerId="LiveId" clId="{360BF847-3268-4048-84EB-800DAEE00C92}" dt="2025-08-28T09:36:54.640" v="4691" actId="478"/>
          <ac:spMkLst>
            <pc:docMk/>
            <pc:sldMk cId="3766140461" sldId="262"/>
            <ac:spMk id="6" creationId="{547683ED-B1DC-3276-7AFB-25586D5DAD9B}"/>
          </ac:spMkLst>
        </pc:spChg>
        <pc:picChg chg="add mod">
          <ac:chgData name="Jérémy REDING" userId="170a12f5445ece79" providerId="LiveId" clId="{360BF847-3268-4048-84EB-800DAEE00C92}" dt="2025-08-28T15:14:39.021" v="4726" actId="14100"/>
          <ac:picMkLst>
            <pc:docMk/>
            <pc:sldMk cId="3766140461" sldId="262"/>
            <ac:picMk id="3" creationId="{A41FB0F2-B311-B8D6-E36D-DF15B04E87E2}"/>
          </ac:picMkLst>
        </pc:picChg>
        <pc:picChg chg="add del mod">
          <ac:chgData name="Jérémy REDING" userId="170a12f5445ece79" providerId="LiveId" clId="{360BF847-3268-4048-84EB-800DAEE00C92}" dt="2025-08-28T09:36:55.522" v="4692" actId="478"/>
          <ac:picMkLst>
            <pc:docMk/>
            <pc:sldMk cId="3766140461" sldId="262"/>
            <ac:picMk id="5" creationId="{767CC5C5-C0ED-48C0-6C4C-90DDCC5587E8}"/>
          </ac:picMkLst>
        </pc:picChg>
      </pc:sldChg>
      <pc:sldChg chg="addSp delSp modSp new mod">
        <pc:chgData name="Jérémy REDING" userId="170a12f5445ece79" providerId="LiveId" clId="{360BF847-3268-4048-84EB-800DAEE00C92}" dt="2025-08-06T15:08:00.015" v="4633" actId="20577"/>
        <pc:sldMkLst>
          <pc:docMk/>
          <pc:sldMk cId="1555116684" sldId="263"/>
        </pc:sldMkLst>
        <pc:graphicFrameChg chg="add mod modGraphic">
          <ac:chgData name="Jérémy REDING" userId="170a12f5445ece79" providerId="LiveId" clId="{360BF847-3268-4048-84EB-800DAEE00C92}" dt="2025-08-06T15:08:00.015" v="4633" actId="20577"/>
          <ac:graphicFrameMkLst>
            <pc:docMk/>
            <pc:sldMk cId="1555116684" sldId="263"/>
            <ac:graphicFrameMk id="5" creationId="{985044C0-4309-AC62-A754-2CA34B88D3AE}"/>
          </ac:graphicFrameMkLst>
        </pc:graphicFrameChg>
        <pc:picChg chg="add mod">
          <ac:chgData name="Jérémy REDING" userId="170a12f5445ece79" providerId="LiveId" clId="{360BF847-3268-4048-84EB-800DAEE00C92}" dt="2025-07-29T14:39:30.877" v="4174" actId="1076"/>
          <ac:picMkLst>
            <pc:docMk/>
            <pc:sldMk cId="1555116684" sldId="263"/>
            <ac:picMk id="6" creationId="{1E1412B9-A661-7D91-3B1D-D3ECF691CD05}"/>
          </ac:picMkLst>
        </pc:picChg>
      </pc:sldChg>
      <pc:sldChg chg="add del">
        <pc:chgData name="Jérémy REDING" userId="170a12f5445ece79" providerId="LiveId" clId="{360BF847-3268-4048-84EB-800DAEE00C92}" dt="2025-07-29T14:44:03.253" v="4201"/>
        <pc:sldMkLst>
          <pc:docMk/>
          <pc:sldMk cId="2007536846" sldId="281"/>
        </pc:sldMkLst>
      </pc:sldChg>
      <pc:sldChg chg="addSp delSp modSp new del mod">
        <pc:chgData name="Jérémy REDING" userId="170a12f5445ece79" providerId="LiveId" clId="{360BF847-3268-4048-84EB-800DAEE00C92}" dt="2025-07-29T14:49:33.702" v="4213" actId="47"/>
        <pc:sldMkLst>
          <pc:docMk/>
          <pc:sldMk cId="1593021970" sldId="282"/>
        </pc:sldMkLst>
      </pc:sldChg>
      <pc:sldChg chg="addSp delSp modSp new mod">
        <pc:chgData name="Jérémy REDING" userId="170a12f5445ece79" providerId="LiveId" clId="{360BF847-3268-4048-84EB-800DAEE00C92}" dt="2025-08-28T15:14:39.419" v="4727" actId="14100"/>
        <pc:sldMkLst>
          <pc:docMk/>
          <pc:sldMk cId="3851217207" sldId="282"/>
        </pc:sldMkLst>
        <pc:picChg chg="add mod">
          <ac:chgData name="Jérémy REDING" userId="170a12f5445ece79" providerId="LiveId" clId="{360BF847-3268-4048-84EB-800DAEE00C92}" dt="2025-08-28T15:14:39.419" v="4727" actId="14100"/>
          <ac:picMkLst>
            <pc:docMk/>
            <pc:sldMk cId="3851217207" sldId="282"/>
            <ac:picMk id="3" creationId="{BA37E88A-33EE-7B55-D5CA-82F7A0C39445}"/>
          </ac:picMkLst>
        </pc:picChg>
        <pc:picChg chg="add del mod">
          <ac:chgData name="Jérémy REDING" userId="170a12f5445ece79" providerId="LiveId" clId="{360BF847-3268-4048-84EB-800DAEE00C92}" dt="2025-08-28T09:37:26.955" v="4694" actId="478"/>
          <ac:picMkLst>
            <pc:docMk/>
            <pc:sldMk cId="3851217207" sldId="282"/>
            <ac:picMk id="9" creationId="{5762CB48-0846-4EDC-1781-14CC9549C4C0}"/>
          </ac:picMkLst>
        </pc:picChg>
        <pc:picChg chg="add del mod">
          <ac:chgData name="Jérémy REDING" userId="170a12f5445ece79" providerId="LiveId" clId="{360BF847-3268-4048-84EB-800DAEE00C92}" dt="2025-08-28T09:37:27.569" v="4695" actId="478"/>
          <ac:picMkLst>
            <pc:docMk/>
            <pc:sldMk cId="3851217207" sldId="282"/>
            <ac:picMk id="10" creationId="{66391AC7-2CF9-A197-F4E6-29B96319AB79}"/>
          </ac:picMkLst>
        </pc:picChg>
      </pc:sldChg>
      <pc:sldChg chg="addSp delSp modSp add mod">
        <pc:chgData name="Jérémy REDING" userId="170a12f5445ece79" providerId="LiveId" clId="{360BF847-3268-4048-84EB-800DAEE00C92}" dt="2025-08-28T15:14:40.522" v="4729" actId="14100"/>
        <pc:sldMkLst>
          <pc:docMk/>
          <pc:sldMk cId="1776926032" sldId="283"/>
        </pc:sldMkLst>
        <pc:picChg chg="del">
          <ac:chgData name="Jérémy REDING" userId="170a12f5445ece79" providerId="LiveId" clId="{360BF847-3268-4048-84EB-800DAEE00C92}" dt="2025-08-28T09:37:59.736" v="4698" actId="478"/>
          <ac:picMkLst>
            <pc:docMk/>
            <pc:sldMk cId="1776926032" sldId="283"/>
            <ac:picMk id="3" creationId="{CB1C2F7F-03D2-5C9A-3B9A-F279B30D92B0}"/>
          </ac:picMkLst>
        </pc:picChg>
        <pc:picChg chg="add mod">
          <ac:chgData name="Jérémy REDING" userId="170a12f5445ece79" providerId="LiveId" clId="{360BF847-3268-4048-84EB-800DAEE00C92}" dt="2025-08-28T15:14:40.522" v="4729" actId="14100"/>
          <ac:picMkLst>
            <pc:docMk/>
            <pc:sldMk cId="1776926032" sldId="283"/>
            <ac:picMk id="4" creationId="{F8634FCF-DF1D-A3BA-F22F-8A0F439C65B4}"/>
          </ac:picMkLst>
        </pc:picChg>
      </pc:sldChg>
      <pc:sldChg chg="addSp delSp modSp new mod">
        <pc:chgData name="Jérémy REDING" userId="170a12f5445ece79" providerId="LiveId" clId="{360BF847-3268-4048-84EB-800DAEE00C92}" dt="2025-08-28T15:14:43.878" v="4730" actId="14100"/>
        <pc:sldMkLst>
          <pc:docMk/>
          <pc:sldMk cId="2488681802" sldId="284"/>
        </pc:sldMkLst>
        <pc:spChg chg="del">
          <ac:chgData name="Jérémy REDING" userId="170a12f5445ece79" providerId="LiveId" clId="{360BF847-3268-4048-84EB-800DAEE00C92}" dt="2025-08-28T15:11:24.022" v="4703" actId="478"/>
          <ac:spMkLst>
            <pc:docMk/>
            <pc:sldMk cId="2488681802" sldId="284"/>
            <ac:spMk id="2" creationId="{901647EF-012A-561D-7C18-1FE99EDF7BFA}"/>
          </ac:spMkLst>
        </pc:spChg>
        <pc:spChg chg="del">
          <ac:chgData name="Jérémy REDING" userId="170a12f5445ece79" providerId="LiveId" clId="{360BF847-3268-4048-84EB-800DAEE00C92}" dt="2025-08-28T15:11:22.747" v="4702" actId="478"/>
          <ac:spMkLst>
            <pc:docMk/>
            <pc:sldMk cId="2488681802" sldId="284"/>
            <ac:spMk id="3" creationId="{598C78A6-84AE-7316-D3F2-B7D8115B7AF6}"/>
          </ac:spMkLst>
        </pc:spChg>
        <pc:picChg chg="add mod">
          <ac:chgData name="Jérémy REDING" userId="170a12f5445ece79" providerId="LiveId" clId="{360BF847-3268-4048-84EB-800DAEE00C92}" dt="2025-08-28T15:14:43.878" v="4730" actId="14100"/>
          <ac:picMkLst>
            <pc:docMk/>
            <pc:sldMk cId="2488681802" sldId="284"/>
            <ac:picMk id="5" creationId="{6B68FACB-01DB-9EF6-1870-1DFB143690C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C611FCF3-3A92-4FFA-B6B9-4FEA2F25D46C}" type="datetimeFigureOut">
              <a:rPr lang="fr-FR" smtClean="0"/>
              <a:t>28/08/2025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33990B66-6C89-46A1-BD61-E705C5842D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0304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90B66-6C89-46A1-BD61-E705C5842DDE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07757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F77304-EEC4-9D07-F46A-062819BAC3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59FE522-364C-554A-3499-947DCDA1BF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17347A8-B81E-8B8C-914A-18FA61272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5F2E2-3EE3-49B7-8E76-73DD4EFAE7EF}" type="datetimeFigureOut">
              <a:rPr lang="fr-FR" smtClean="0"/>
              <a:t>28/08/2025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D57EAF2-99BE-5A00-3035-659C4C603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5FFE3C6-4E90-4E0E-E103-F6E70D4DC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723E6-5A9D-4E1F-A880-2DD62B39A9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1228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B0A500-257C-9976-37D4-6EAFE00CC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FE75ED2-50B8-4DBB-8DC9-A7A30B29E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07202F5-95C8-C34D-91F2-877ADD3B8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5F2E2-3EE3-49B7-8E76-73DD4EFAE7EF}" type="datetimeFigureOut">
              <a:rPr lang="fr-FR" smtClean="0"/>
              <a:t>28/08/2025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8261344-A0EA-73E6-68AA-8A6A6F6CE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019D5D0-BC1B-7291-6174-BA70BA48E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723E6-5A9D-4E1F-A880-2DD62B39A9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494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384C5D-7F5E-716C-C1BB-52D0FB54D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094495D-F823-273F-0B7E-D22F00F025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2DE4BE8-B675-EC08-1F5E-240AE4995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5F2E2-3EE3-49B7-8E76-73DD4EFAE7EF}" type="datetimeFigureOut">
              <a:rPr lang="fr-FR" smtClean="0"/>
              <a:t>28/08/2025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3C7D116-CA06-B3D0-7A39-B159DE160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863ECE5-0D73-76E8-E9EC-BF420298A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723E6-5A9D-4E1F-A880-2DD62B39A9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5868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82FC10-F7B2-0344-E489-5602C67CF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7D28B0A-544A-4EA4-7E4F-19C519F5B1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36F882C-8756-63DD-D1CC-9E8B50C304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B1971CD-063B-0221-6CF1-2EA743915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5F2E2-3EE3-49B7-8E76-73DD4EFAE7EF}" type="datetimeFigureOut">
              <a:rPr lang="fr-FR" smtClean="0"/>
              <a:t>28/08/2025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D4EDD72-4888-AFC2-9AED-C53C11737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F0F5849-0E6E-335D-4432-4F8938D74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723E6-5A9D-4E1F-A880-2DD62B39A9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5251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4FD871-EA9C-F9BF-074C-21158482E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4930D64-F700-1254-9DE8-DAAD68F35E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E69F095-29EB-3DD2-A52C-44ABDE94AC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22CB765-63B3-51E7-E9F7-03F80A38B8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44E20C3-BB3E-7119-BAC2-B3A2D81627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6C3E574-6CB2-63AD-3C36-AE1C055A2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5F2E2-3EE3-49B7-8E76-73DD4EFAE7EF}" type="datetimeFigureOut">
              <a:rPr lang="fr-FR" smtClean="0"/>
              <a:t>28/08/2025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D2F7490D-DB76-D05F-91D9-543CC07EE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C7EF819-8053-D136-F614-DC23F81CB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723E6-5A9D-4E1F-A880-2DD62B39A9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2191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17EC60-DB7E-CF32-9E7B-DFA2541B0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B21188F-2AFA-C044-1EE5-B2F6948C9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5F2E2-3EE3-49B7-8E76-73DD4EFAE7EF}" type="datetimeFigureOut">
              <a:rPr lang="fr-FR" smtClean="0"/>
              <a:t>28/08/2025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BCA899E-EE57-2345-2464-B9D7BCBDC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5AF40C3-B090-992F-F621-A56941E25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723E6-5A9D-4E1F-A880-2DD62B39A9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3005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F585DA5-D7AB-AC1D-8A67-D43D9985C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5F2E2-3EE3-49B7-8E76-73DD4EFAE7EF}" type="datetimeFigureOut">
              <a:rPr lang="fr-FR" smtClean="0"/>
              <a:t>28/08/2025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BA1EE74-09F9-5EAE-628F-BFF0C79DD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77229A4-9757-E193-E981-31B5A626E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723E6-5A9D-4E1F-A880-2DD62B39A9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4649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7E2876-0F39-4B04-9EC1-E42E0643C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DFFFB87-F2B8-38BB-DB81-93B47B0721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089F4A6-83DD-30DD-DD26-6644E2C6EB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D480B18-30F9-F548-88E1-DC0175488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5F2E2-3EE3-49B7-8E76-73DD4EFAE7EF}" type="datetimeFigureOut">
              <a:rPr lang="fr-FR" smtClean="0"/>
              <a:t>28/08/2025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17F0696-2AE1-310C-744B-A12497D40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BCF44FD-D82F-9E5D-1078-2240E8CCD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723E6-5A9D-4E1F-A880-2DD62B39A9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979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F9DA7C-0D12-4AE6-BDDA-426577D9E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314465D-87EA-19BE-CDFD-28D9594B55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83C452A-9269-6361-44EF-4C9A1E8739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ED3D524-C2A8-637A-2281-2ECB230CA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5F2E2-3EE3-49B7-8E76-73DD4EFAE7EF}" type="datetimeFigureOut">
              <a:rPr lang="fr-FR" smtClean="0"/>
              <a:t>28/08/2025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09B2BDB-8B8B-8A5D-0A4E-836FFB263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C582731-57CB-2997-79F3-6924A5499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723E6-5A9D-4E1F-A880-2DD62B39A9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3445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20F79A-4BCD-1E30-F099-C594F63C5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307E52B-EAE5-66AD-21BD-83237C4B3D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48A718C-8D6D-5E67-0B0B-3E793C7B8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5F2E2-3EE3-49B7-8E76-73DD4EFAE7EF}" type="datetimeFigureOut">
              <a:rPr lang="fr-FR" smtClean="0"/>
              <a:t>28/08/2025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683A20B-7899-13BC-6574-2FF5B3531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C861EC7-A5C0-F6DE-9403-B7A982A05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723E6-5A9D-4E1F-A880-2DD62B39A9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33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8B3D83C-9E0D-DB93-78DD-C11DDBC486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A4660A1-378E-4D7C-05DC-CBEC5DF795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0502254-F5C5-3037-4977-513025C27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5F2E2-3EE3-49B7-8E76-73DD4EFAE7EF}" type="datetimeFigureOut">
              <a:rPr lang="fr-FR" smtClean="0"/>
              <a:t>28/08/2025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21755A7-6F8D-54D4-C783-A440B76EA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9B0EBF3-F836-C774-8DF9-62E85F46B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723E6-5A9D-4E1F-A880-2DD62B39A9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9096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8BE461-D8E1-BA76-7A47-DCCA7D1A3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547271"/>
            <a:ext cx="9144000" cy="687624"/>
          </a:xfrm>
        </p:spPr>
        <p:txBody>
          <a:bodyPr anchor="b"/>
          <a:lstStyle>
            <a:lvl1pPr algn="ctr">
              <a:lnSpc>
                <a:spcPct val="8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1B6F76B-A6CD-0D89-D99C-E5D2421F6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229454"/>
            <a:ext cx="9144000" cy="424732"/>
          </a:xfrm>
        </p:spPr>
        <p:txBody>
          <a:bodyPr>
            <a:spAutoFit/>
          </a:bodyPr>
          <a:lstStyle>
            <a:lvl1pPr marL="0" indent="0" algn="ctr">
              <a:buNone/>
              <a:defRPr sz="240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FR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320446B-E6F0-C9E3-C2E8-07D0601B42E9}"/>
              </a:ext>
            </a:extLst>
          </p:cNvPr>
          <p:cNvSpPr/>
          <p:nvPr userDrawn="1"/>
        </p:nvSpPr>
        <p:spPr>
          <a:xfrm>
            <a:off x="231530" y="232996"/>
            <a:ext cx="11744260" cy="6405236"/>
          </a:xfrm>
          <a:custGeom>
            <a:avLst/>
            <a:gdLst>
              <a:gd name="connsiteX0" fmla="*/ 0 w 11742461"/>
              <a:gd name="connsiteY0" fmla="*/ 0 h 6404903"/>
              <a:gd name="connsiteX1" fmla="*/ 11742461 w 11742461"/>
              <a:gd name="connsiteY1" fmla="*/ 0 h 6404903"/>
              <a:gd name="connsiteX2" fmla="*/ 11742461 w 11742461"/>
              <a:gd name="connsiteY2" fmla="*/ 6404903 h 6404903"/>
              <a:gd name="connsiteX3" fmla="*/ 0 w 11742461"/>
              <a:gd name="connsiteY3" fmla="*/ 6404903 h 6404903"/>
              <a:gd name="connsiteX4" fmla="*/ 0 w 11742461"/>
              <a:gd name="connsiteY4" fmla="*/ 0 h 6404903"/>
              <a:gd name="connsiteX0" fmla="*/ 1799 w 11744260"/>
              <a:gd name="connsiteY0" fmla="*/ 0 h 6404903"/>
              <a:gd name="connsiteX1" fmla="*/ 11744260 w 11744260"/>
              <a:gd name="connsiteY1" fmla="*/ 0 h 6404903"/>
              <a:gd name="connsiteX2" fmla="*/ 11744260 w 11744260"/>
              <a:gd name="connsiteY2" fmla="*/ 6404903 h 6404903"/>
              <a:gd name="connsiteX3" fmla="*/ 1799 w 11744260"/>
              <a:gd name="connsiteY3" fmla="*/ 6404903 h 6404903"/>
              <a:gd name="connsiteX4" fmla="*/ 0 w 11744260"/>
              <a:gd name="connsiteY4" fmla="*/ 395321 h 6404903"/>
              <a:gd name="connsiteX5" fmla="*/ 1799 w 11744260"/>
              <a:gd name="connsiteY5" fmla="*/ 0 h 6404903"/>
              <a:gd name="connsiteX0" fmla="*/ 1799 w 11744260"/>
              <a:gd name="connsiteY0" fmla="*/ 333 h 6405236"/>
              <a:gd name="connsiteX1" fmla="*/ 624254 w 11744260"/>
              <a:gd name="connsiteY1" fmla="*/ 0 h 6405236"/>
              <a:gd name="connsiteX2" fmla="*/ 11744260 w 11744260"/>
              <a:gd name="connsiteY2" fmla="*/ 333 h 6405236"/>
              <a:gd name="connsiteX3" fmla="*/ 11744260 w 11744260"/>
              <a:gd name="connsiteY3" fmla="*/ 6405236 h 6405236"/>
              <a:gd name="connsiteX4" fmla="*/ 1799 w 11744260"/>
              <a:gd name="connsiteY4" fmla="*/ 6405236 h 6405236"/>
              <a:gd name="connsiteX5" fmla="*/ 0 w 11744260"/>
              <a:gd name="connsiteY5" fmla="*/ 395654 h 6405236"/>
              <a:gd name="connsiteX6" fmla="*/ 1799 w 11744260"/>
              <a:gd name="connsiteY6" fmla="*/ 333 h 6405236"/>
              <a:gd name="connsiteX0" fmla="*/ 1799 w 11744260"/>
              <a:gd name="connsiteY0" fmla="*/ 333 h 6405236"/>
              <a:gd name="connsiteX1" fmla="*/ 624254 w 11744260"/>
              <a:gd name="connsiteY1" fmla="*/ 0 h 6405236"/>
              <a:gd name="connsiteX2" fmla="*/ 11744260 w 11744260"/>
              <a:gd name="connsiteY2" fmla="*/ 333 h 6405236"/>
              <a:gd name="connsiteX3" fmla="*/ 11744260 w 11744260"/>
              <a:gd name="connsiteY3" fmla="*/ 6405236 h 6405236"/>
              <a:gd name="connsiteX4" fmla="*/ 1799 w 11744260"/>
              <a:gd name="connsiteY4" fmla="*/ 6405236 h 6405236"/>
              <a:gd name="connsiteX5" fmla="*/ 0 w 11744260"/>
              <a:gd name="connsiteY5" fmla="*/ 395654 h 6405236"/>
              <a:gd name="connsiteX6" fmla="*/ 93239 w 11744260"/>
              <a:gd name="connsiteY6" fmla="*/ 91773 h 6405236"/>
              <a:gd name="connsiteX0" fmla="*/ 1799 w 11744260"/>
              <a:gd name="connsiteY0" fmla="*/ 333 h 6405236"/>
              <a:gd name="connsiteX1" fmla="*/ 624254 w 11744260"/>
              <a:gd name="connsiteY1" fmla="*/ 0 h 6405236"/>
              <a:gd name="connsiteX2" fmla="*/ 11744260 w 11744260"/>
              <a:gd name="connsiteY2" fmla="*/ 333 h 6405236"/>
              <a:gd name="connsiteX3" fmla="*/ 11744260 w 11744260"/>
              <a:gd name="connsiteY3" fmla="*/ 6405236 h 6405236"/>
              <a:gd name="connsiteX4" fmla="*/ 1799 w 11744260"/>
              <a:gd name="connsiteY4" fmla="*/ 6405236 h 6405236"/>
              <a:gd name="connsiteX5" fmla="*/ 0 w 11744260"/>
              <a:gd name="connsiteY5" fmla="*/ 395654 h 6405236"/>
              <a:gd name="connsiteX0" fmla="*/ 624254 w 11744260"/>
              <a:gd name="connsiteY0" fmla="*/ 0 h 6405236"/>
              <a:gd name="connsiteX1" fmla="*/ 11744260 w 11744260"/>
              <a:gd name="connsiteY1" fmla="*/ 333 h 6405236"/>
              <a:gd name="connsiteX2" fmla="*/ 11744260 w 11744260"/>
              <a:gd name="connsiteY2" fmla="*/ 6405236 h 6405236"/>
              <a:gd name="connsiteX3" fmla="*/ 1799 w 11744260"/>
              <a:gd name="connsiteY3" fmla="*/ 6405236 h 6405236"/>
              <a:gd name="connsiteX4" fmla="*/ 0 w 11744260"/>
              <a:gd name="connsiteY4" fmla="*/ 395654 h 6405236"/>
              <a:gd name="connsiteX0" fmla="*/ 472360 w 11744260"/>
              <a:gd name="connsiteY0" fmla="*/ 0 h 6405236"/>
              <a:gd name="connsiteX1" fmla="*/ 11744260 w 11744260"/>
              <a:gd name="connsiteY1" fmla="*/ 333 h 6405236"/>
              <a:gd name="connsiteX2" fmla="*/ 11744260 w 11744260"/>
              <a:gd name="connsiteY2" fmla="*/ 6405236 h 6405236"/>
              <a:gd name="connsiteX3" fmla="*/ 1799 w 11744260"/>
              <a:gd name="connsiteY3" fmla="*/ 6405236 h 6405236"/>
              <a:gd name="connsiteX4" fmla="*/ 0 w 11744260"/>
              <a:gd name="connsiteY4" fmla="*/ 395654 h 6405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44260" h="6405236">
                <a:moveTo>
                  <a:pt x="472360" y="0"/>
                </a:moveTo>
                <a:lnTo>
                  <a:pt x="11744260" y="333"/>
                </a:lnTo>
                <a:lnTo>
                  <a:pt x="11744260" y="6405236"/>
                </a:lnTo>
                <a:lnTo>
                  <a:pt x="1799" y="6405236"/>
                </a:lnTo>
                <a:cubicBezTo>
                  <a:pt x="1199" y="4402042"/>
                  <a:pt x="600" y="2398848"/>
                  <a:pt x="0" y="395654"/>
                </a:cubicBezTo>
              </a:path>
            </a:pathLst>
          </a:custGeom>
          <a:noFill/>
          <a:ln w="25400" cap="rnd">
            <a:solidFill>
              <a:srgbClr val="0A00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4" name="Espace réservé du texte 9">
            <a:extLst>
              <a:ext uri="{FF2B5EF4-FFF2-40B4-BE49-F238E27FC236}">
                <a16:creationId xmlns:a16="http://schemas.microsoft.com/office/drawing/2014/main" id="{2E1D5262-0B4C-C910-8E2A-ECFE01E24B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8283" y="313672"/>
            <a:ext cx="2441575" cy="258532"/>
          </a:xfrm>
        </p:spPr>
        <p:txBody>
          <a:bodyPr/>
          <a:lstStyle>
            <a:lvl1pPr algn="r">
              <a:defRPr sz="1200" b="0" cap="all" baseline="0">
                <a:solidFill>
                  <a:schemeClr val="accent2"/>
                </a:solidFill>
                <a:latin typeface="Montserrat" panose="02000505000000020004" pitchFamily="2" charset="0"/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786619AC-744B-DF8F-293C-3EB9C90ADD8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6510" y="6449498"/>
            <a:ext cx="9862661" cy="203133"/>
          </a:xfrm>
        </p:spPr>
        <p:txBody>
          <a:bodyPr/>
          <a:lstStyle>
            <a:lvl1pPr>
              <a:defRPr sz="800">
                <a:solidFill>
                  <a:schemeClr val="accent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345C00-D4D5-237D-1CBD-8AE53AED2057}"/>
              </a:ext>
            </a:extLst>
          </p:cNvPr>
          <p:cNvSpPr/>
          <p:nvPr userDrawn="1"/>
        </p:nvSpPr>
        <p:spPr>
          <a:xfrm>
            <a:off x="11154271" y="6098381"/>
            <a:ext cx="821516" cy="539851"/>
          </a:xfrm>
          <a:prstGeom prst="rect">
            <a:avLst/>
          </a:prstGeom>
          <a:solidFill>
            <a:schemeClr val="bg1"/>
          </a:solidFill>
          <a:ln w="25400">
            <a:solidFill>
              <a:srgbClr val="0A00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pic>
        <p:nvPicPr>
          <p:cNvPr id="129" name="Graphique 128">
            <a:extLst>
              <a:ext uri="{FF2B5EF4-FFF2-40B4-BE49-F238E27FC236}">
                <a16:creationId xmlns:a16="http://schemas.microsoft.com/office/drawing/2014/main" id="{15108B73-9420-E620-B11B-FB82A832F4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8319" y="6212953"/>
            <a:ext cx="584354" cy="30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336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 B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8BE461-D8E1-BA76-7A47-DCCA7D1A3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547271"/>
            <a:ext cx="9144000" cy="687624"/>
          </a:xfrm>
        </p:spPr>
        <p:txBody>
          <a:bodyPr anchor="b"/>
          <a:lstStyle>
            <a:lvl1pPr algn="ctr"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1B6F76B-A6CD-0D89-D99C-E5D2421F6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229454"/>
            <a:ext cx="9144000" cy="424732"/>
          </a:xfrm>
        </p:spPr>
        <p:txBody>
          <a:bodyPr>
            <a:sp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11" name="Espace réservé du texte 9">
            <a:extLst>
              <a:ext uri="{FF2B5EF4-FFF2-40B4-BE49-F238E27FC236}">
                <a16:creationId xmlns:a16="http://schemas.microsoft.com/office/drawing/2014/main" id="{7D241A59-A037-DB2A-AF89-9E38910BBBF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8283" y="313672"/>
            <a:ext cx="2441575" cy="258532"/>
          </a:xfrm>
        </p:spPr>
        <p:txBody>
          <a:bodyPr/>
          <a:lstStyle>
            <a:lvl1pPr algn="r">
              <a:defRPr sz="1200" b="0" cap="all" baseline="0">
                <a:solidFill>
                  <a:schemeClr val="bg1"/>
                </a:solidFill>
                <a:latin typeface="Montserrat" panose="02000505000000020004" pitchFamily="2" charset="0"/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73BB6506-DBC1-3656-A5D2-2C74B460F2A7}"/>
              </a:ext>
            </a:extLst>
          </p:cNvPr>
          <p:cNvSpPr/>
          <p:nvPr userDrawn="1"/>
        </p:nvSpPr>
        <p:spPr>
          <a:xfrm>
            <a:off x="231530" y="232996"/>
            <a:ext cx="11744260" cy="6405236"/>
          </a:xfrm>
          <a:custGeom>
            <a:avLst/>
            <a:gdLst>
              <a:gd name="connsiteX0" fmla="*/ 0 w 11742461"/>
              <a:gd name="connsiteY0" fmla="*/ 0 h 6404903"/>
              <a:gd name="connsiteX1" fmla="*/ 11742461 w 11742461"/>
              <a:gd name="connsiteY1" fmla="*/ 0 h 6404903"/>
              <a:gd name="connsiteX2" fmla="*/ 11742461 w 11742461"/>
              <a:gd name="connsiteY2" fmla="*/ 6404903 h 6404903"/>
              <a:gd name="connsiteX3" fmla="*/ 0 w 11742461"/>
              <a:gd name="connsiteY3" fmla="*/ 6404903 h 6404903"/>
              <a:gd name="connsiteX4" fmla="*/ 0 w 11742461"/>
              <a:gd name="connsiteY4" fmla="*/ 0 h 6404903"/>
              <a:gd name="connsiteX0" fmla="*/ 1799 w 11744260"/>
              <a:gd name="connsiteY0" fmla="*/ 0 h 6404903"/>
              <a:gd name="connsiteX1" fmla="*/ 11744260 w 11744260"/>
              <a:gd name="connsiteY1" fmla="*/ 0 h 6404903"/>
              <a:gd name="connsiteX2" fmla="*/ 11744260 w 11744260"/>
              <a:gd name="connsiteY2" fmla="*/ 6404903 h 6404903"/>
              <a:gd name="connsiteX3" fmla="*/ 1799 w 11744260"/>
              <a:gd name="connsiteY3" fmla="*/ 6404903 h 6404903"/>
              <a:gd name="connsiteX4" fmla="*/ 0 w 11744260"/>
              <a:gd name="connsiteY4" fmla="*/ 395321 h 6404903"/>
              <a:gd name="connsiteX5" fmla="*/ 1799 w 11744260"/>
              <a:gd name="connsiteY5" fmla="*/ 0 h 6404903"/>
              <a:gd name="connsiteX0" fmla="*/ 1799 w 11744260"/>
              <a:gd name="connsiteY0" fmla="*/ 333 h 6405236"/>
              <a:gd name="connsiteX1" fmla="*/ 624254 w 11744260"/>
              <a:gd name="connsiteY1" fmla="*/ 0 h 6405236"/>
              <a:gd name="connsiteX2" fmla="*/ 11744260 w 11744260"/>
              <a:gd name="connsiteY2" fmla="*/ 333 h 6405236"/>
              <a:gd name="connsiteX3" fmla="*/ 11744260 w 11744260"/>
              <a:gd name="connsiteY3" fmla="*/ 6405236 h 6405236"/>
              <a:gd name="connsiteX4" fmla="*/ 1799 w 11744260"/>
              <a:gd name="connsiteY4" fmla="*/ 6405236 h 6405236"/>
              <a:gd name="connsiteX5" fmla="*/ 0 w 11744260"/>
              <a:gd name="connsiteY5" fmla="*/ 395654 h 6405236"/>
              <a:gd name="connsiteX6" fmla="*/ 1799 w 11744260"/>
              <a:gd name="connsiteY6" fmla="*/ 333 h 6405236"/>
              <a:gd name="connsiteX0" fmla="*/ 1799 w 11744260"/>
              <a:gd name="connsiteY0" fmla="*/ 333 h 6405236"/>
              <a:gd name="connsiteX1" fmla="*/ 624254 w 11744260"/>
              <a:gd name="connsiteY1" fmla="*/ 0 h 6405236"/>
              <a:gd name="connsiteX2" fmla="*/ 11744260 w 11744260"/>
              <a:gd name="connsiteY2" fmla="*/ 333 h 6405236"/>
              <a:gd name="connsiteX3" fmla="*/ 11744260 w 11744260"/>
              <a:gd name="connsiteY3" fmla="*/ 6405236 h 6405236"/>
              <a:gd name="connsiteX4" fmla="*/ 1799 w 11744260"/>
              <a:gd name="connsiteY4" fmla="*/ 6405236 h 6405236"/>
              <a:gd name="connsiteX5" fmla="*/ 0 w 11744260"/>
              <a:gd name="connsiteY5" fmla="*/ 395654 h 6405236"/>
              <a:gd name="connsiteX6" fmla="*/ 93239 w 11744260"/>
              <a:gd name="connsiteY6" fmla="*/ 91773 h 6405236"/>
              <a:gd name="connsiteX0" fmla="*/ 1799 w 11744260"/>
              <a:gd name="connsiteY0" fmla="*/ 333 h 6405236"/>
              <a:gd name="connsiteX1" fmla="*/ 624254 w 11744260"/>
              <a:gd name="connsiteY1" fmla="*/ 0 h 6405236"/>
              <a:gd name="connsiteX2" fmla="*/ 11744260 w 11744260"/>
              <a:gd name="connsiteY2" fmla="*/ 333 h 6405236"/>
              <a:gd name="connsiteX3" fmla="*/ 11744260 w 11744260"/>
              <a:gd name="connsiteY3" fmla="*/ 6405236 h 6405236"/>
              <a:gd name="connsiteX4" fmla="*/ 1799 w 11744260"/>
              <a:gd name="connsiteY4" fmla="*/ 6405236 h 6405236"/>
              <a:gd name="connsiteX5" fmla="*/ 0 w 11744260"/>
              <a:gd name="connsiteY5" fmla="*/ 395654 h 6405236"/>
              <a:gd name="connsiteX0" fmla="*/ 624254 w 11744260"/>
              <a:gd name="connsiteY0" fmla="*/ 0 h 6405236"/>
              <a:gd name="connsiteX1" fmla="*/ 11744260 w 11744260"/>
              <a:gd name="connsiteY1" fmla="*/ 333 h 6405236"/>
              <a:gd name="connsiteX2" fmla="*/ 11744260 w 11744260"/>
              <a:gd name="connsiteY2" fmla="*/ 6405236 h 6405236"/>
              <a:gd name="connsiteX3" fmla="*/ 1799 w 11744260"/>
              <a:gd name="connsiteY3" fmla="*/ 6405236 h 6405236"/>
              <a:gd name="connsiteX4" fmla="*/ 0 w 11744260"/>
              <a:gd name="connsiteY4" fmla="*/ 395654 h 6405236"/>
              <a:gd name="connsiteX0" fmla="*/ 472360 w 11744260"/>
              <a:gd name="connsiteY0" fmla="*/ 0 h 6405236"/>
              <a:gd name="connsiteX1" fmla="*/ 11744260 w 11744260"/>
              <a:gd name="connsiteY1" fmla="*/ 333 h 6405236"/>
              <a:gd name="connsiteX2" fmla="*/ 11744260 w 11744260"/>
              <a:gd name="connsiteY2" fmla="*/ 6405236 h 6405236"/>
              <a:gd name="connsiteX3" fmla="*/ 1799 w 11744260"/>
              <a:gd name="connsiteY3" fmla="*/ 6405236 h 6405236"/>
              <a:gd name="connsiteX4" fmla="*/ 0 w 11744260"/>
              <a:gd name="connsiteY4" fmla="*/ 395654 h 6405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44260" h="6405236">
                <a:moveTo>
                  <a:pt x="472360" y="0"/>
                </a:moveTo>
                <a:lnTo>
                  <a:pt x="11744260" y="333"/>
                </a:lnTo>
                <a:lnTo>
                  <a:pt x="11744260" y="6405236"/>
                </a:lnTo>
                <a:lnTo>
                  <a:pt x="1799" y="6405236"/>
                </a:lnTo>
                <a:cubicBezTo>
                  <a:pt x="1199" y="4402042"/>
                  <a:pt x="600" y="2398848"/>
                  <a:pt x="0" y="395654"/>
                </a:cubicBezTo>
              </a:path>
            </a:pathLst>
          </a:custGeom>
          <a:noFill/>
          <a:ln w="25400" cap="rnd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7" name="Espace réservé du texte 10">
            <a:extLst>
              <a:ext uri="{FF2B5EF4-FFF2-40B4-BE49-F238E27FC236}">
                <a16:creationId xmlns:a16="http://schemas.microsoft.com/office/drawing/2014/main" id="{1F56EB6A-6B5F-3A5E-1E5E-2F2BF9AB2BD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6510" y="6449498"/>
            <a:ext cx="9862661" cy="203133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668F9F-C164-4F9B-3BBB-1CA959A3D05B}"/>
              </a:ext>
            </a:extLst>
          </p:cNvPr>
          <p:cNvSpPr/>
          <p:nvPr userDrawn="1"/>
        </p:nvSpPr>
        <p:spPr>
          <a:xfrm>
            <a:off x="11154271" y="6098381"/>
            <a:ext cx="821516" cy="539851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pic>
        <p:nvPicPr>
          <p:cNvPr id="19" name="Graphique 18">
            <a:extLst>
              <a:ext uri="{FF2B5EF4-FFF2-40B4-BE49-F238E27FC236}">
                <a16:creationId xmlns:a16="http://schemas.microsoft.com/office/drawing/2014/main" id="{7428F742-E8D5-4186-D873-080A6108B9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8319" y="6212953"/>
            <a:ext cx="584354" cy="30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6200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 C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8BE461-D8E1-BA76-7A47-DCCA7D1A3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547271"/>
            <a:ext cx="9144000" cy="687624"/>
          </a:xfrm>
        </p:spPr>
        <p:txBody>
          <a:bodyPr anchor="b"/>
          <a:lstStyle>
            <a:lvl1pPr algn="ctr"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1B6F76B-A6CD-0D89-D99C-E5D2421F6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229454"/>
            <a:ext cx="9144000" cy="424732"/>
          </a:xfrm>
        </p:spPr>
        <p:txBody>
          <a:bodyPr>
            <a:spAutoFit/>
          </a:bodyPr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14" name="Espace réservé du texte 9">
            <a:extLst>
              <a:ext uri="{FF2B5EF4-FFF2-40B4-BE49-F238E27FC236}">
                <a16:creationId xmlns:a16="http://schemas.microsoft.com/office/drawing/2014/main" id="{99A7AF5D-DB0E-7D90-2CCC-989B70A761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8283" y="313672"/>
            <a:ext cx="2441575" cy="258532"/>
          </a:xfrm>
        </p:spPr>
        <p:txBody>
          <a:bodyPr/>
          <a:lstStyle>
            <a:lvl1pPr algn="r">
              <a:defRPr sz="1200" b="0" cap="all" baseline="0">
                <a:solidFill>
                  <a:schemeClr val="bg1"/>
                </a:solidFill>
                <a:latin typeface="Montserrat" panose="02000505000000020004" pitchFamily="2" charset="0"/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27717122-6FA0-3237-9F1D-21B6A49A4929}"/>
              </a:ext>
            </a:extLst>
          </p:cNvPr>
          <p:cNvSpPr/>
          <p:nvPr userDrawn="1"/>
        </p:nvSpPr>
        <p:spPr>
          <a:xfrm>
            <a:off x="231530" y="232996"/>
            <a:ext cx="11744260" cy="6405236"/>
          </a:xfrm>
          <a:custGeom>
            <a:avLst/>
            <a:gdLst>
              <a:gd name="connsiteX0" fmla="*/ 0 w 11742461"/>
              <a:gd name="connsiteY0" fmla="*/ 0 h 6404903"/>
              <a:gd name="connsiteX1" fmla="*/ 11742461 w 11742461"/>
              <a:gd name="connsiteY1" fmla="*/ 0 h 6404903"/>
              <a:gd name="connsiteX2" fmla="*/ 11742461 w 11742461"/>
              <a:gd name="connsiteY2" fmla="*/ 6404903 h 6404903"/>
              <a:gd name="connsiteX3" fmla="*/ 0 w 11742461"/>
              <a:gd name="connsiteY3" fmla="*/ 6404903 h 6404903"/>
              <a:gd name="connsiteX4" fmla="*/ 0 w 11742461"/>
              <a:gd name="connsiteY4" fmla="*/ 0 h 6404903"/>
              <a:gd name="connsiteX0" fmla="*/ 1799 w 11744260"/>
              <a:gd name="connsiteY0" fmla="*/ 0 h 6404903"/>
              <a:gd name="connsiteX1" fmla="*/ 11744260 w 11744260"/>
              <a:gd name="connsiteY1" fmla="*/ 0 h 6404903"/>
              <a:gd name="connsiteX2" fmla="*/ 11744260 w 11744260"/>
              <a:gd name="connsiteY2" fmla="*/ 6404903 h 6404903"/>
              <a:gd name="connsiteX3" fmla="*/ 1799 w 11744260"/>
              <a:gd name="connsiteY3" fmla="*/ 6404903 h 6404903"/>
              <a:gd name="connsiteX4" fmla="*/ 0 w 11744260"/>
              <a:gd name="connsiteY4" fmla="*/ 395321 h 6404903"/>
              <a:gd name="connsiteX5" fmla="*/ 1799 w 11744260"/>
              <a:gd name="connsiteY5" fmla="*/ 0 h 6404903"/>
              <a:gd name="connsiteX0" fmla="*/ 1799 w 11744260"/>
              <a:gd name="connsiteY0" fmla="*/ 333 h 6405236"/>
              <a:gd name="connsiteX1" fmla="*/ 624254 w 11744260"/>
              <a:gd name="connsiteY1" fmla="*/ 0 h 6405236"/>
              <a:gd name="connsiteX2" fmla="*/ 11744260 w 11744260"/>
              <a:gd name="connsiteY2" fmla="*/ 333 h 6405236"/>
              <a:gd name="connsiteX3" fmla="*/ 11744260 w 11744260"/>
              <a:gd name="connsiteY3" fmla="*/ 6405236 h 6405236"/>
              <a:gd name="connsiteX4" fmla="*/ 1799 w 11744260"/>
              <a:gd name="connsiteY4" fmla="*/ 6405236 h 6405236"/>
              <a:gd name="connsiteX5" fmla="*/ 0 w 11744260"/>
              <a:gd name="connsiteY5" fmla="*/ 395654 h 6405236"/>
              <a:gd name="connsiteX6" fmla="*/ 1799 w 11744260"/>
              <a:gd name="connsiteY6" fmla="*/ 333 h 6405236"/>
              <a:gd name="connsiteX0" fmla="*/ 1799 w 11744260"/>
              <a:gd name="connsiteY0" fmla="*/ 333 h 6405236"/>
              <a:gd name="connsiteX1" fmla="*/ 624254 w 11744260"/>
              <a:gd name="connsiteY1" fmla="*/ 0 h 6405236"/>
              <a:gd name="connsiteX2" fmla="*/ 11744260 w 11744260"/>
              <a:gd name="connsiteY2" fmla="*/ 333 h 6405236"/>
              <a:gd name="connsiteX3" fmla="*/ 11744260 w 11744260"/>
              <a:gd name="connsiteY3" fmla="*/ 6405236 h 6405236"/>
              <a:gd name="connsiteX4" fmla="*/ 1799 w 11744260"/>
              <a:gd name="connsiteY4" fmla="*/ 6405236 h 6405236"/>
              <a:gd name="connsiteX5" fmla="*/ 0 w 11744260"/>
              <a:gd name="connsiteY5" fmla="*/ 395654 h 6405236"/>
              <a:gd name="connsiteX6" fmla="*/ 93239 w 11744260"/>
              <a:gd name="connsiteY6" fmla="*/ 91773 h 6405236"/>
              <a:gd name="connsiteX0" fmla="*/ 1799 w 11744260"/>
              <a:gd name="connsiteY0" fmla="*/ 333 h 6405236"/>
              <a:gd name="connsiteX1" fmla="*/ 624254 w 11744260"/>
              <a:gd name="connsiteY1" fmla="*/ 0 h 6405236"/>
              <a:gd name="connsiteX2" fmla="*/ 11744260 w 11744260"/>
              <a:gd name="connsiteY2" fmla="*/ 333 h 6405236"/>
              <a:gd name="connsiteX3" fmla="*/ 11744260 w 11744260"/>
              <a:gd name="connsiteY3" fmla="*/ 6405236 h 6405236"/>
              <a:gd name="connsiteX4" fmla="*/ 1799 w 11744260"/>
              <a:gd name="connsiteY4" fmla="*/ 6405236 h 6405236"/>
              <a:gd name="connsiteX5" fmla="*/ 0 w 11744260"/>
              <a:gd name="connsiteY5" fmla="*/ 395654 h 6405236"/>
              <a:gd name="connsiteX0" fmla="*/ 624254 w 11744260"/>
              <a:gd name="connsiteY0" fmla="*/ 0 h 6405236"/>
              <a:gd name="connsiteX1" fmla="*/ 11744260 w 11744260"/>
              <a:gd name="connsiteY1" fmla="*/ 333 h 6405236"/>
              <a:gd name="connsiteX2" fmla="*/ 11744260 w 11744260"/>
              <a:gd name="connsiteY2" fmla="*/ 6405236 h 6405236"/>
              <a:gd name="connsiteX3" fmla="*/ 1799 w 11744260"/>
              <a:gd name="connsiteY3" fmla="*/ 6405236 h 6405236"/>
              <a:gd name="connsiteX4" fmla="*/ 0 w 11744260"/>
              <a:gd name="connsiteY4" fmla="*/ 395654 h 6405236"/>
              <a:gd name="connsiteX0" fmla="*/ 472360 w 11744260"/>
              <a:gd name="connsiteY0" fmla="*/ 0 h 6405236"/>
              <a:gd name="connsiteX1" fmla="*/ 11744260 w 11744260"/>
              <a:gd name="connsiteY1" fmla="*/ 333 h 6405236"/>
              <a:gd name="connsiteX2" fmla="*/ 11744260 w 11744260"/>
              <a:gd name="connsiteY2" fmla="*/ 6405236 h 6405236"/>
              <a:gd name="connsiteX3" fmla="*/ 1799 w 11744260"/>
              <a:gd name="connsiteY3" fmla="*/ 6405236 h 6405236"/>
              <a:gd name="connsiteX4" fmla="*/ 0 w 11744260"/>
              <a:gd name="connsiteY4" fmla="*/ 395654 h 6405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44260" h="6405236">
                <a:moveTo>
                  <a:pt x="472360" y="0"/>
                </a:moveTo>
                <a:lnTo>
                  <a:pt x="11744260" y="333"/>
                </a:lnTo>
                <a:lnTo>
                  <a:pt x="11744260" y="6405236"/>
                </a:lnTo>
                <a:lnTo>
                  <a:pt x="1799" y="6405236"/>
                </a:lnTo>
                <a:cubicBezTo>
                  <a:pt x="1199" y="4402042"/>
                  <a:pt x="600" y="2398848"/>
                  <a:pt x="0" y="395654"/>
                </a:cubicBezTo>
              </a:path>
            </a:pathLst>
          </a:custGeom>
          <a:noFill/>
          <a:ln w="25400" cap="rnd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7" name="Espace réservé du texte 10">
            <a:extLst>
              <a:ext uri="{FF2B5EF4-FFF2-40B4-BE49-F238E27FC236}">
                <a16:creationId xmlns:a16="http://schemas.microsoft.com/office/drawing/2014/main" id="{6068CF5A-8D77-4200-F0C1-046337B4409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6510" y="6449498"/>
            <a:ext cx="9862661" cy="203133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95FFBE-FA99-83D2-E91D-67E720590449}"/>
              </a:ext>
            </a:extLst>
          </p:cNvPr>
          <p:cNvSpPr/>
          <p:nvPr userDrawn="1"/>
        </p:nvSpPr>
        <p:spPr>
          <a:xfrm>
            <a:off x="11154271" y="6098381"/>
            <a:ext cx="821516" cy="539851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pic>
        <p:nvPicPr>
          <p:cNvPr id="18" name="Graphique 17">
            <a:extLst>
              <a:ext uri="{FF2B5EF4-FFF2-40B4-BE49-F238E27FC236}">
                <a16:creationId xmlns:a16="http://schemas.microsoft.com/office/drawing/2014/main" id="{9B388C5F-FF5F-6C11-AE40-972FC95249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8319" y="6212953"/>
            <a:ext cx="584354" cy="30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1857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 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8BE461-D8E1-BA76-7A47-DCCA7D1A3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547271"/>
            <a:ext cx="9144000" cy="687624"/>
          </a:xfrm>
        </p:spPr>
        <p:txBody>
          <a:bodyPr anchor="b"/>
          <a:lstStyle>
            <a:lvl1pPr algn="ctr"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1B6F76B-A6CD-0D89-D99C-E5D2421F6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229454"/>
            <a:ext cx="9144000" cy="424732"/>
          </a:xfrm>
        </p:spPr>
        <p:txBody>
          <a:bodyPr>
            <a:spAutoFit/>
          </a:bodyPr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14" name="Espace réservé du texte 9">
            <a:extLst>
              <a:ext uri="{FF2B5EF4-FFF2-40B4-BE49-F238E27FC236}">
                <a16:creationId xmlns:a16="http://schemas.microsoft.com/office/drawing/2014/main" id="{99A7AF5D-DB0E-7D90-2CCC-989B70A761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8283" y="313672"/>
            <a:ext cx="2441575" cy="258532"/>
          </a:xfrm>
        </p:spPr>
        <p:txBody>
          <a:bodyPr/>
          <a:lstStyle>
            <a:lvl1pPr algn="r">
              <a:defRPr sz="1200" b="0" cap="all" baseline="0">
                <a:solidFill>
                  <a:schemeClr val="bg1"/>
                </a:solidFill>
                <a:latin typeface="Montserrat" panose="02000505000000020004" pitchFamily="2" charset="0"/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DA068286-534B-FD70-8ECD-BE674B01FE29}"/>
              </a:ext>
            </a:extLst>
          </p:cNvPr>
          <p:cNvSpPr/>
          <p:nvPr userDrawn="1"/>
        </p:nvSpPr>
        <p:spPr>
          <a:xfrm>
            <a:off x="231530" y="232996"/>
            <a:ext cx="11744260" cy="6405236"/>
          </a:xfrm>
          <a:custGeom>
            <a:avLst/>
            <a:gdLst>
              <a:gd name="connsiteX0" fmla="*/ 0 w 11742461"/>
              <a:gd name="connsiteY0" fmla="*/ 0 h 6404903"/>
              <a:gd name="connsiteX1" fmla="*/ 11742461 w 11742461"/>
              <a:gd name="connsiteY1" fmla="*/ 0 h 6404903"/>
              <a:gd name="connsiteX2" fmla="*/ 11742461 w 11742461"/>
              <a:gd name="connsiteY2" fmla="*/ 6404903 h 6404903"/>
              <a:gd name="connsiteX3" fmla="*/ 0 w 11742461"/>
              <a:gd name="connsiteY3" fmla="*/ 6404903 h 6404903"/>
              <a:gd name="connsiteX4" fmla="*/ 0 w 11742461"/>
              <a:gd name="connsiteY4" fmla="*/ 0 h 6404903"/>
              <a:gd name="connsiteX0" fmla="*/ 1799 w 11744260"/>
              <a:gd name="connsiteY0" fmla="*/ 0 h 6404903"/>
              <a:gd name="connsiteX1" fmla="*/ 11744260 w 11744260"/>
              <a:gd name="connsiteY1" fmla="*/ 0 h 6404903"/>
              <a:gd name="connsiteX2" fmla="*/ 11744260 w 11744260"/>
              <a:gd name="connsiteY2" fmla="*/ 6404903 h 6404903"/>
              <a:gd name="connsiteX3" fmla="*/ 1799 w 11744260"/>
              <a:gd name="connsiteY3" fmla="*/ 6404903 h 6404903"/>
              <a:gd name="connsiteX4" fmla="*/ 0 w 11744260"/>
              <a:gd name="connsiteY4" fmla="*/ 395321 h 6404903"/>
              <a:gd name="connsiteX5" fmla="*/ 1799 w 11744260"/>
              <a:gd name="connsiteY5" fmla="*/ 0 h 6404903"/>
              <a:gd name="connsiteX0" fmla="*/ 1799 w 11744260"/>
              <a:gd name="connsiteY0" fmla="*/ 333 h 6405236"/>
              <a:gd name="connsiteX1" fmla="*/ 624254 w 11744260"/>
              <a:gd name="connsiteY1" fmla="*/ 0 h 6405236"/>
              <a:gd name="connsiteX2" fmla="*/ 11744260 w 11744260"/>
              <a:gd name="connsiteY2" fmla="*/ 333 h 6405236"/>
              <a:gd name="connsiteX3" fmla="*/ 11744260 w 11744260"/>
              <a:gd name="connsiteY3" fmla="*/ 6405236 h 6405236"/>
              <a:gd name="connsiteX4" fmla="*/ 1799 w 11744260"/>
              <a:gd name="connsiteY4" fmla="*/ 6405236 h 6405236"/>
              <a:gd name="connsiteX5" fmla="*/ 0 w 11744260"/>
              <a:gd name="connsiteY5" fmla="*/ 395654 h 6405236"/>
              <a:gd name="connsiteX6" fmla="*/ 1799 w 11744260"/>
              <a:gd name="connsiteY6" fmla="*/ 333 h 6405236"/>
              <a:gd name="connsiteX0" fmla="*/ 1799 w 11744260"/>
              <a:gd name="connsiteY0" fmla="*/ 333 h 6405236"/>
              <a:gd name="connsiteX1" fmla="*/ 624254 w 11744260"/>
              <a:gd name="connsiteY1" fmla="*/ 0 h 6405236"/>
              <a:gd name="connsiteX2" fmla="*/ 11744260 w 11744260"/>
              <a:gd name="connsiteY2" fmla="*/ 333 h 6405236"/>
              <a:gd name="connsiteX3" fmla="*/ 11744260 w 11744260"/>
              <a:gd name="connsiteY3" fmla="*/ 6405236 h 6405236"/>
              <a:gd name="connsiteX4" fmla="*/ 1799 w 11744260"/>
              <a:gd name="connsiteY4" fmla="*/ 6405236 h 6405236"/>
              <a:gd name="connsiteX5" fmla="*/ 0 w 11744260"/>
              <a:gd name="connsiteY5" fmla="*/ 395654 h 6405236"/>
              <a:gd name="connsiteX6" fmla="*/ 93239 w 11744260"/>
              <a:gd name="connsiteY6" fmla="*/ 91773 h 6405236"/>
              <a:gd name="connsiteX0" fmla="*/ 1799 w 11744260"/>
              <a:gd name="connsiteY0" fmla="*/ 333 h 6405236"/>
              <a:gd name="connsiteX1" fmla="*/ 624254 w 11744260"/>
              <a:gd name="connsiteY1" fmla="*/ 0 h 6405236"/>
              <a:gd name="connsiteX2" fmla="*/ 11744260 w 11744260"/>
              <a:gd name="connsiteY2" fmla="*/ 333 h 6405236"/>
              <a:gd name="connsiteX3" fmla="*/ 11744260 w 11744260"/>
              <a:gd name="connsiteY3" fmla="*/ 6405236 h 6405236"/>
              <a:gd name="connsiteX4" fmla="*/ 1799 w 11744260"/>
              <a:gd name="connsiteY4" fmla="*/ 6405236 h 6405236"/>
              <a:gd name="connsiteX5" fmla="*/ 0 w 11744260"/>
              <a:gd name="connsiteY5" fmla="*/ 395654 h 6405236"/>
              <a:gd name="connsiteX0" fmla="*/ 624254 w 11744260"/>
              <a:gd name="connsiteY0" fmla="*/ 0 h 6405236"/>
              <a:gd name="connsiteX1" fmla="*/ 11744260 w 11744260"/>
              <a:gd name="connsiteY1" fmla="*/ 333 h 6405236"/>
              <a:gd name="connsiteX2" fmla="*/ 11744260 w 11744260"/>
              <a:gd name="connsiteY2" fmla="*/ 6405236 h 6405236"/>
              <a:gd name="connsiteX3" fmla="*/ 1799 w 11744260"/>
              <a:gd name="connsiteY3" fmla="*/ 6405236 h 6405236"/>
              <a:gd name="connsiteX4" fmla="*/ 0 w 11744260"/>
              <a:gd name="connsiteY4" fmla="*/ 395654 h 6405236"/>
              <a:gd name="connsiteX0" fmla="*/ 472360 w 11744260"/>
              <a:gd name="connsiteY0" fmla="*/ 0 h 6405236"/>
              <a:gd name="connsiteX1" fmla="*/ 11744260 w 11744260"/>
              <a:gd name="connsiteY1" fmla="*/ 333 h 6405236"/>
              <a:gd name="connsiteX2" fmla="*/ 11744260 w 11744260"/>
              <a:gd name="connsiteY2" fmla="*/ 6405236 h 6405236"/>
              <a:gd name="connsiteX3" fmla="*/ 1799 w 11744260"/>
              <a:gd name="connsiteY3" fmla="*/ 6405236 h 6405236"/>
              <a:gd name="connsiteX4" fmla="*/ 0 w 11744260"/>
              <a:gd name="connsiteY4" fmla="*/ 395654 h 6405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44260" h="6405236">
                <a:moveTo>
                  <a:pt x="472360" y="0"/>
                </a:moveTo>
                <a:lnTo>
                  <a:pt x="11744260" y="333"/>
                </a:lnTo>
                <a:lnTo>
                  <a:pt x="11744260" y="6405236"/>
                </a:lnTo>
                <a:lnTo>
                  <a:pt x="1799" y="6405236"/>
                </a:lnTo>
                <a:cubicBezTo>
                  <a:pt x="1199" y="4402042"/>
                  <a:pt x="600" y="2398848"/>
                  <a:pt x="0" y="395654"/>
                </a:cubicBezTo>
              </a:path>
            </a:pathLst>
          </a:custGeom>
          <a:noFill/>
          <a:ln w="25400" cap="rnd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7" name="Espace réservé du texte 10">
            <a:extLst>
              <a:ext uri="{FF2B5EF4-FFF2-40B4-BE49-F238E27FC236}">
                <a16:creationId xmlns:a16="http://schemas.microsoft.com/office/drawing/2014/main" id="{623A0287-43FA-7A4F-EEE1-FAEAD17B5A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6510" y="6449498"/>
            <a:ext cx="9862661" cy="203133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1F6369C-45EB-847C-B5C3-53E9B8752827}"/>
              </a:ext>
            </a:extLst>
          </p:cNvPr>
          <p:cNvSpPr/>
          <p:nvPr userDrawn="1"/>
        </p:nvSpPr>
        <p:spPr>
          <a:xfrm>
            <a:off x="11154271" y="6098381"/>
            <a:ext cx="821516" cy="539851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pic>
        <p:nvPicPr>
          <p:cNvPr id="18" name="Graphique 17">
            <a:extLst>
              <a:ext uri="{FF2B5EF4-FFF2-40B4-BE49-F238E27FC236}">
                <a16:creationId xmlns:a16="http://schemas.microsoft.com/office/drawing/2014/main" id="{F7471361-020A-A426-FC34-93AC7301C4B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8319" y="6212953"/>
            <a:ext cx="584354" cy="30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2230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 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8BE461-D8E1-BA76-7A47-DCCA7D1A3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547271"/>
            <a:ext cx="9144000" cy="687624"/>
          </a:xfrm>
        </p:spPr>
        <p:txBody>
          <a:bodyPr anchor="b"/>
          <a:lstStyle>
            <a:lvl1pPr algn="ctr"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1B6F76B-A6CD-0D89-D99C-E5D2421F6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229454"/>
            <a:ext cx="9144000" cy="424732"/>
          </a:xfrm>
        </p:spPr>
        <p:txBody>
          <a:bodyPr>
            <a:spAutoFit/>
          </a:bodyPr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FR" dirty="0"/>
          </a:p>
        </p:txBody>
      </p:sp>
      <p:sp>
        <p:nvSpPr>
          <p:cNvPr id="14" name="Espace réservé du texte 9">
            <a:extLst>
              <a:ext uri="{FF2B5EF4-FFF2-40B4-BE49-F238E27FC236}">
                <a16:creationId xmlns:a16="http://schemas.microsoft.com/office/drawing/2014/main" id="{99A7AF5D-DB0E-7D90-2CCC-989B70A761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8283" y="313672"/>
            <a:ext cx="2441575" cy="258532"/>
          </a:xfrm>
        </p:spPr>
        <p:txBody>
          <a:bodyPr/>
          <a:lstStyle>
            <a:lvl1pPr algn="r">
              <a:defRPr sz="1200" b="0" cap="all" baseline="0">
                <a:solidFill>
                  <a:schemeClr val="bg1"/>
                </a:solidFill>
                <a:latin typeface="Montserrat" panose="02000505000000020004" pitchFamily="2" charset="0"/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F67F53CF-EBAA-0AD7-7D11-72BF52595F97}"/>
              </a:ext>
            </a:extLst>
          </p:cNvPr>
          <p:cNvSpPr/>
          <p:nvPr userDrawn="1"/>
        </p:nvSpPr>
        <p:spPr>
          <a:xfrm>
            <a:off x="231530" y="232996"/>
            <a:ext cx="11744260" cy="6405236"/>
          </a:xfrm>
          <a:custGeom>
            <a:avLst/>
            <a:gdLst>
              <a:gd name="connsiteX0" fmla="*/ 0 w 11742461"/>
              <a:gd name="connsiteY0" fmla="*/ 0 h 6404903"/>
              <a:gd name="connsiteX1" fmla="*/ 11742461 w 11742461"/>
              <a:gd name="connsiteY1" fmla="*/ 0 h 6404903"/>
              <a:gd name="connsiteX2" fmla="*/ 11742461 w 11742461"/>
              <a:gd name="connsiteY2" fmla="*/ 6404903 h 6404903"/>
              <a:gd name="connsiteX3" fmla="*/ 0 w 11742461"/>
              <a:gd name="connsiteY3" fmla="*/ 6404903 h 6404903"/>
              <a:gd name="connsiteX4" fmla="*/ 0 w 11742461"/>
              <a:gd name="connsiteY4" fmla="*/ 0 h 6404903"/>
              <a:gd name="connsiteX0" fmla="*/ 1799 w 11744260"/>
              <a:gd name="connsiteY0" fmla="*/ 0 h 6404903"/>
              <a:gd name="connsiteX1" fmla="*/ 11744260 w 11744260"/>
              <a:gd name="connsiteY1" fmla="*/ 0 h 6404903"/>
              <a:gd name="connsiteX2" fmla="*/ 11744260 w 11744260"/>
              <a:gd name="connsiteY2" fmla="*/ 6404903 h 6404903"/>
              <a:gd name="connsiteX3" fmla="*/ 1799 w 11744260"/>
              <a:gd name="connsiteY3" fmla="*/ 6404903 h 6404903"/>
              <a:gd name="connsiteX4" fmla="*/ 0 w 11744260"/>
              <a:gd name="connsiteY4" fmla="*/ 395321 h 6404903"/>
              <a:gd name="connsiteX5" fmla="*/ 1799 w 11744260"/>
              <a:gd name="connsiteY5" fmla="*/ 0 h 6404903"/>
              <a:gd name="connsiteX0" fmla="*/ 1799 w 11744260"/>
              <a:gd name="connsiteY0" fmla="*/ 333 h 6405236"/>
              <a:gd name="connsiteX1" fmla="*/ 624254 w 11744260"/>
              <a:gd name="connsiteY1" fmla="*/ 0 h 6405236"/>
              <a:gd name="connsiteX2" fmla="*/ 11744260 w 11744260"/>
              <a:gd name="connsiteY2" fmla="*/ 333 h 6405236"/>
              <a:gd name="connsiteX3" fmla="*/ 11744260 w 11744260"/>
              <a:gd name="connsiteY3" fmla="*/ 6405236 h 6405236"/>
              <a:gd name="connsiteX4" fmla="*/ 1799 w 11744260"/>
              <a:gd name="connsiteY4" fmla="*/ 6405236 h 6405236"/>
              <a:gd name="connsiteX5" fmla="*/ 0 w 11744260"/>
              <a:gd name="connsiteY5" fmla="*/ 395654 h 6405236"/>
              <a:gd name="connsiteX6" fmla="*/ 1799 w 11744260"/>
              <a:gd name="connsiteY6" fmla="*/ 333 h 6405236"/>
              <a:gd name="connsiteX0" fmla="*/ 1799 w 11744260"/>
              <a:gd name="connsiteY0" fmla="*/ 333 h 6405236"/>
              <a:gd name="connsiteX1" fmla="*/ 624254 w 11744260"/>
              <a:gd name="connsiteY1" fmla="*/ 0 h 6405236"/>
              <a:gd name="connsiteX2" fmla="*/ 11744260 w 11744260"/>
              <a:gd name="connsiteY2" fmla="*/ 333 h 6405236"/>
              <a:gd name="connsiteX3" fmla="*/ 11744260 w 11744260"/>
              <a:gd name="connsiteY3" fmla="*/ 6405236 h 6405236"/>
              <a:gd name="connsiteX4" fmla="*/ 1799 w 11744260"/>
              <a:gd name="connsiteY4" fmla="*/ 6405236 h 6405236"/>
              <a:gd name="connsiteX5" fmla="*/ 0 w 11744260"/>
              <a:gd name="connsiteY5" fmla="*/ 395654 h 6405236"/>
              <a:gd name="connsiteX6" fmla="*/ 93239 w 11744260"/>
              <a:gd name="connsiteY6" fmla="*/ 91773 h 6405236"/>
              <a:gd name="connsiteX0" fmla="*/ 1799 w 11744260"/>
              <a:gd name="connsiteY0" fmla="*/ 333 h 6405236"/>
              <a:gd name="connsiteX1" fmla="*/ 624254 w 11744260"/>
              <a:gd name="connsiteY1" fmla="*/ 0 h 6405236"/>
              <a:gd name="connsiteX2" fmla="*/ 11744260 w 11744260"/>
              <a:gd name="connsiteY2" fmla="*/ 333 h 6405236"/>
              <a:gd name="connsiteX3" fmla="*/ 11744260 w 11744260"/>
              <a:gd name="connsiteY3" fmla="*/ 6405236 h 6405236"/>
              <a:gd name="connsiteX4" fmla="*/ 1799 w 11744260"/>
              <a:gd name="connsiteY4" fmla="*/ 6405236 h 6405236"/>
              <a:gd name="connsiteX5" fmla="*/ 0 w 11744260"/>
              <a:gd name="connsiteY5" fmla="*/ 395654 h 6405236"/>
              <a:gd name="connsiteX0" fmla="*/ 624254 w 11744260"/>
              <a:gd name="connsiteY0" fmla="*/ 0 h 6405236"/>
              <a:gd name="connsiteX1" fmla="*/ 11744260 w 11744260"/>
              <a:gd name="connsiteY1" fmla="*/ 333 h 6405236"/>
              <a:gd name="connsiteX2" fmla="*/ 11744260 w 11744260"/>
              <a:gd name="connsiteY2" fmla="*/ 6405236 h 6405236"/>
              <a:gd name="connsiteX3" fmla="*/ 1799 w 11744260"/>
              <a:gd name="connsiteY3" fmla="*/ 6405236 h 6405236"/>
              <a:gd name="connsiteX4" fmla="*/ 0 w 11744260"/>
              <a:gd name="connsiteY4" fmla="*/ 395654 h 6405236"/>
              <a:gd name="connsiteX0" fmla="*/ 472360 w 11744260"/>
              <a:gd name="connsiteY0" fmla="*/ 0 h 6405236"/>
              <a:gd name="connsiteX1" fmla="*/ 11744260 w 11744260"/>
              <a:gd name="connsiteY1" fmla="*/ 333 h 6405236"/>
              <a:gd name="connsiteX2" fmla="*/ 11744260 w 11744260"/>
              <a:gd name="connsiteY2" fmla="*/ 6405236 h 6405236"/>
              <a:gd name="connsiteX3" fmla="*/ 1799 w 11744260"/>
              <a:gd name="connsiteY3" fmla="*/ 6405236 h 6405236"/>
              <a:gd name="connsiteX4" fmla="*/ 0 w 11744260"/>
              <a:gd name="connsiteY4" fmla="*/ 395654 h 6405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44260" h="6405236">
                <a:moveTo>
                  <a:pt x="472360" y="0"/>
                </a:moveTo>
                <a:lnTo>
                  <a:pt x="11744260" y="333"/>
                </a:lnTo>
                <a:lnTo>
                  <a:pt x="11744260" y="6405236"/>
                </a:lnTo>
                <a:lnTo>
                  <a:pt x="1799" y="6405236"/>
                </a:lnTo>
                <a:cubicBezTo>
                  <a:pt x="1199" y="4402042"/>
                  <a:pt x="600" y="2398848"/>
                  <a:pt x="0" y="395654"/>
                </a:cubicBezTo>
              </a:path>
            </a:pathLst>
          </a:custGeom>
          <a:noFill/>
          <a:ln w="25400" cap="rnd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7" name="Espace réservé du texte 10">
            <a:extLst>
              <a:ext uri="{FF2B5EF4-FFF2-40B4-BE49-F238E27FC236}">
                <a16:creationId xmlns:a16="http://schemas.microsoft.com/office/drawing/2014/main" id="{A2D99D62-4ECB-0520-72AD-BD76D5F2043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6510" y="6449498"/>
            <a:ext cx="9862661" cy="203133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AE0D32-5A84-5E8A-90DD-87C89CE2463E}"/>
              </a:ext>
            </a:extLst>
          </p:cNvPr>
          <p:cNvSpPr/>
          <p:nvPr userDrawn="1"/>
        </p:nvSpPr>
        <p:spPr>
          <a:xfrm>
            <a:off x="11154271" y="6098381"/>
            <a:ext cx="821516" cy="539851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pic>
        <p:nvPicPr>
          <p:cNvPr id="18" name="Graphique 17">
            <a:extLst>
              <a:ext uri="{FF2B5EF4-FFF2-40B4-BE49-F238E27FC236}">
                <a16:creationId xmlns:a16="http://schemas.microsoft.com/office/drawing/2014/main" id="{CA3EE156-FC17-E24A-5CC9-968D953A22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8319" y="6212953"/>
            <a:ext cx="584354" cy="30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0722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 F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8BE461-D8E1-BA76-7A47-DCCA7D1A3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547271"/>
            <a:ext cx="9144000" cy="687624"/>
          </a:xfrm>
        </p:spPr>
        <p:txBody>
          <a:bodyPr anchor="b"/>
          <a:lstStyle>
            <a:lvl1pPr algn="ctr"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1B6F76B-A6CD-0D89-D99C-E5D2421F6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229454"/>
            <a:ext cx="9144000" cy="424732"/>
          </a:xfrm>
        </p:spPr>
        <p:txBody>
          <a:bodyPr>
            <a:spAutoFit/>
          </a:bodyPr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FR" dirty="0"/>
          </a:p>
        </p:txBody>
      </p:sp>
      <p:sp>
        <p:nvSpPr>
          <p:cNvPr id="14" name="Espace réservé du texte 9">
            <a:extLst>
              <a:ext uri="{FF2B5EF4-FFF2-40B4-BE49-F238E27FC236}">
                <a16:creationId xmlns:a16="http://schemas.microsoft.com/office/drawing/2014/main" id="{99A7AF5D-DB0E-7D90-2CCC-989B70A761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8283" y="313672"/>
            <a:ext cx="2441575" cy="258532"/>
          </a:xfrm>
        </p:spPr>
        <p:txBody>
          <a:bodyPr/>
          <a:lstStyle>
            <a:lvl1pPr algn="r">
              <a:defRPr sz="1200" b="0" cap="all" baseline="0">
                <a:solidFill>
                  <a:schemeClr val="bg1"/>
                </a:solidFill>
                <a:latin typeface="Montserrat" panose="02000505000000020004" pitchFamily="2" charset="0"/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0D1C276D-474F-7B8B-6268-7AE9E36C1B0B}"/>
              </a:ext>
            </a:extLst>
          </p:cNvPr>
          <p:cNvSpPr/>
          <p:nvPr userDrawn="1"/>
        </p:nvSpPr>
        <p:spPr>
          <a:xfrm>
            <a:off x="231530" y="232996"/>
            <a:ext cx="11744260" cy="6405236"/>
          </a:xfrm>
          <a:custGeom>
            <a:avLst/>
            <a:gdLst>
              <a:gd name="connsiteX0" fmla="*/ 0 w 11742461"/>
              <a:gd name="connsiteY0" fmla="*/ 0 h 6404903"/>
              <a:gd name="connsiteX1" fmla="*/ 11742461 w 11742461"/>
              <a:gd name="connsiteY1" fmla="*/ 0 h 6404903"/>
              <a:gd name="connsiteX2" fmla="*/ 11742461 w 11742461"/>
              <a:gd name="connsiteY2" fmla="*/ 6404903 h 6404903"/>
              <a:gd name="connsiteX3" fmla="*/ 0 w 11742461"/>
              <a:gd name="connsiteY3" fmla="*/ 6404903 h 6404903"/>
              <a:gd name="connsiteX4" fmla="*/ 0 w 11742461"/>
              <a:gd name="connsiteY4" fmla="*/ 0 h 6404903"/>
              <a:gd name="connsiteX0" fmla="*/ 1799 w 11744260"/>
              <a:gd name="connsiteY0" fmla="*/ 0 h 6404903"/>
              <a:gd name="connsiteX1" fmla="*/ 11744260 w 11744260"/>
              <a:gd name="connsiteY1" fmla="*/ 0 h 6404903"/>
              <a:gd name="connsiteX2" fmla="*/ 11744260 w 11744260"/>
              <a:gd name="connsiteY2" fmla="*/ 6404903 h 6404903"/>
              <a:gd name="connsiteX3" fmla="*/ 1799 w 11744260"/>
              <a:gd name="connsiteY3" fmla="*/ 6404903 h 6404903"/>
              <a:gd name="connsiteX4" fmla="*/ 0 w 11744260"/>
              <a:gd name="connsiteY4" fmla="*/ 395321 h 6404903"/>
              <a:gd name="connsiteX5" fmla="*/ 1799 w 11744260"/>
              <a:gd name="connsiteY5" fmla="*/ 0 h 6404903"/>
              <a:gd name="connsiteX0" fmla="*/ 1799 w 11744260"/>
              <a:gd name="connsiteY0" fmla="*/ 333 h 6405236"/>
              <a:gd name="connsiteX1" fmla="*/ 624254 w 11744260"/>
              <a:gd name="connsiteY1" fmla="*/ 0 h 6405236"/>
              <a:gd name="connsiteX2" fmla="*/ 11744260 w 11744260"/>
              <a:gd name="connsiteY2" fmla="*/ 333 h 6405236"/>
              <a:gd name="connsiteX3" fmla="*/ 11744260 w 11744260"/>
              <a:gd name="connsiteY3" fmla="*/ 6405236 h 6405236"/>
              <a:gd name="connsiteX4" fmla="*/ 1799 w 11744260"/>
              <a:gd name="connsiteY4" fmla="*/ 6405236 h 6405236"/>
              <a:gd name="connsiteX5" fmla="*/ 0 w 11744260"/>
              <a:gd name="connsiteY5" fmla="*/ 395654 h 6405236"/>
              <a:gd name="connsiteX6" fmla="*/ 1799 w 11744260"/>
              <a:gd name="connsiteY6" fmla="*/ 333 h 6405236"/>
              <a:gd name="connsiteX0" fmla="*/ 1799 w 11744260"/>
              <a:gd name="connsiteY0" fmla="*/ 333 h 6405236"/>
              <a:gd name="connsiteX1" fmla="*/ 624254 w 11744260"/>
              <a:gd name="connsiteY1" fmla="*/ 0 h 6405236"/>
              <a:gd name="connsiteX2" fmla="*/ 11744260 w 11744260"/>
              <a:gd name="connsiteY2" fmla="*/ 333 h 6405236"/>
              <a:gd name="connsiteX3" fmla="*/ 11744260 w 11744260"/>
              <a:gd name="connsiteY3" fmla="*/ 6405236 h 6405236"/>
              <a:gd name="connsiteX4" fmla="*/ 1799 w 11744260"/>
              <a:gd name="connsiteY4" fmla="*/ 6405236 h 6405236"/>
              <a:gd name="connsiteX5" fmla="*/ 0 w 11744260"/>
              <a:gd name="connsiteY5" fmla="*/ 395654 h 6405236"/>
              <a:gd name="connsiteX6" fmla="*/ 93239 w 11744260"/>
              <a:gd name="connsiteY6" fmla="*/ 91773 h 6405236"/>
              <a:gd name="connsiteX0" fmla="*/ 1799 w 11744260"/>
              <a:gd name="connsiteY0" fmla="*/ 333 h 6405236"/>
              <a:gd name="connsiteX1" fmla="*/ 624254 w 11744260"/>
              <a:gd name="connsiteY1" fmla="*/ 0 h 6405236"/>
              <a:gd name="connsiteX2" fmla="*/ 11744260 w 11744260"/>
              <a:gd name="connsiteY2" fmla="*/ 333 h 6405236"/>
              <a:gd name="connsiteX3" fmla="*/ 11744260 w 11744260"/>
              <a:gd name="connsiteY3" fmla="*/ 6405236 h 6405236"/>
              <a:gd name="connsiteX4" fmla="*/ 1799 w 11744260"/>
              <a:gd name="connsiteY4" fmla="*/ 6405236 h 6405236"/>
              <a:gd name="connsiteX5" fmla="*/ 0 w 11744260"/>
              <a:gd name="connsiteY5" fmla="*/ 395654 h 6405236"/>
              <a:gd name="connsiteX0" fmla="*/ 624254 w 11744260"/>
              <a:gd name="connsiteY0" fmla="*/ 0 h 6405236"/>
              <a:gd name="connsiteX1" fmla="*/ 11744260 w 11744260"/>
              <a:gd name="connsiteY1" fmla="*/ 333 h 6405236"/>
              <a:gd name="connsiteX2" fmla="*/ 11744260 w 11744260"/>
              <a:gd name="connsiteY2" fmla="*/ 6405236 h 6405236"/>
              <a:gd name="connsiteX3" fmla="*/ 1799 w 11744260"/>
              <a:gd name="connsiteY3" fmla="*/ 6405236 h 6405236"/>
              <a:gd name="connsiteX4" fmla="*/ 0 w 11744260"/>
              <a:gd name="connsiteY4" fmla="*/ 395654 h 6405236"/>
              <a:gd name="connsiteX0" fmla="*/ 472360 w 11744260"/>
              <a:gd name="connsiteY0" fmla="*/ 0 h 6405236"/>
              <a:gd name="connsiteX1" fmla="*/ 11744260 w 11744260"/>
              <a:gd name="connsiteY1" fmla="*/ 333 h 6405236"/>
              <a:gd name="connsiteX2" fmla="*/ 11744260 w 11744260"/>
              <a:gd name="connsiteY2" fmla="*/ 6405236 h 6405236"/>
              <a:gd name="connsiteX3" fmla="*/ 1799 w 11744260"/>
              <a:gd name="connsiteY3" fmla="*/ 6405236 h 6405236"/>
              <a:gd name="connsiteX4" fmla="*/ 0 w 11744260"/>
              <a:gd name="connsiteY4" fmla="*/ 395654 h 6405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44260" h="6405236">
                <a:moveTo>
                  <a:pt x="472360" y="0"/>
                </a:moveTo>
                <a:lnTo>
                  <a:pt x="11744260" y="333"/>
                </a:lnTo>
                <a:lnTo>
                  <a:pt x="11744260" y="6405236"/>
                </a:lnTo>
                <a:lnTo>
                  <a:pt x="1799" y="6405236"/>
                </a:lnTo>
                <a:cubicBezTo>
                  <a:pt x="1199" y="4402042"/>
                  <a:pt x="600" y="2398848"/>
                  <a:pt x="0" y="395654"/>
                </a:cubicBezTo>
              </a:path>
            </a:pathLst>
          </a:custGeom>
          <a:noFill/>
          <a:ln w="25400" cap="rnd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7" name="Espace réservé du texte 10">
            <a:extLst>
              <a:ext uri="{FF2B5EF4-FFF2-40B4-BE49-F238E27FC236}">
                <a16:creationId xmlns:a16="http://schemas.microsoft.com/office/drawing/2014/main" id="{B32D6A92-46E8-4FBC-9E9E-D586200C287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6510" y="6449498"/>
            <a:ext cx="9862661" cy="203133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A4A657-09BA-257D-ED85-710F10E07D00}"/>
              </a:ext>
            </a:extLst>
          </p:cNvPr>
          <p:cNvSpPr/>
          <p:nvPr userDrawn="1"/>
        </p:nvSpPr>
        <p:spPr>
          <a:xfrm>
            <a:off x="11154271" y="6098381"/>
            <a:ext cx="821516" cy="539851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pic>
        <p:nvPicPr>
          <p:cNvPr id="25" name="Graphique 24">
            <a:extLst>
              <a:ext uri="{FF2B5EF4-FFF2-40B4-BE49-F238E27FC236}">
                <a16:creationId xmlns:a16="http://schemas.microsoft.com/office/drawing/2014/main" id="{BEF91673-E239-8928-A3AD-4A52B7D182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8319" y="6212953"/>
            <a:ext cx="584354" cy="30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796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 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8BE461-D8E1-BA76-7A47-DCCA7D1A3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547271"/>
            <a:ext cx="9144000" cy="687624"/>
          </a:xfrm>
        </p:spPr>
        <p:txBody>
          <a:bodyPr anchor="b"/>
          <a:lstStyle>
            <a:lvl1pPr algn="ctr"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1B6F76B-A6CD-0D89-D99C-E5D2421F6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229454"/>
            <a:ext cx="9144000" cy="424732"/>
          </a:xfrm>
        </p:spPr>
        <p:txBody>
          <a:bodyPr>
            <a:spAutoFit/>
          </a:bodyPr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FR" dirty="0"/>
          </a:p>
        </p:txBody>
      </p:sp>
      <p:sp>
        <p:nvSpPr>
          <p:cNvPr id="14" name="Espace réservé du texte 9">
            <a:extLst>
              <a:ext uri="{FF2B5EF4-FFF2-40B4-BE49-F238E27FC236}">
                <a16:creationId xmlns:a16="http://schemas.microsoft.com/office/drawing/2014/main" id="{99A7AF5D-DB0E-7D90-2CCC-989B70A761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8283" y="313672"/>
            <a:ext cx="2441575" cy="258532"/>
          </a:xfrm>
        </p:spPr>
        <p:txBody>
          <a:bodyPr/>
          <a:lstStyle>
            <a:lvl1pPr algn="r">
              <a:defRPr sz="1200" b="0" cap="all" baseline="0">
                <a:solidFill>
                  <a:schemeClr val="bg1"/>
                </a:solidFill>
                <a:latin typeface="Montserrat" panose="02000505000000020004" pitchFamily="2" charset="0"/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F51FD85B-00A3-7092-AB89-484534FCBC4D}"/>
              </a:ext>
            </a:extLst>
          </p:cNvPr>
          <p:cNvSpPr/>
          <p:nvPr userDrawn="1"/>
        </p:nvSpPr>
        <p:spPr>
          <a:xfrm>
            <a:off x="231530" y="232996"/>
            <a:ext cx="11744260" cy="6405236"/>
          </a:xfrm>
          <a:custGeom>
            <a:avLst/>
            <a:gdLst>
              <a:gd name="connsiteX0" fmla="*/ 0 w 11742461"/>
              <a:gd name="connsiteY0" fmla="*/ 0 h 6404903"/>
              <a:gd name="connsiteX1" fmla="*/ 11742461 w 11742461"/>
              <a:gd name="connsiteY1" fmla="*/ 0 h 6404903"/>
              <a:gd name="connsiteX2" fmla="*/ 11742461 w 11742461"/>
              <a:gd name="connsiteY2" fmla="*/ 6404903 h 6404903"/>
              <a:gd name="connsiteX3" fmla="*/ 0 w 11742461"/>
              <a:gd name="connsiteY3" fmla="*/ 6404903 h 6404903"/>
              <a:gd name="connsiteX4" fmla="*/ 0 w 11742461"/>
              <a:gd name="connsiteY4" fmla="*/ 0 h 6404903"/>
              <a:gd name="connsiteX0" fmla="*/ 1799 w 11744260"/>
              <a:gd name="connsiteY0" fmla="*/ 0 h 6404903"/>
              <a:gd name="connsiteX1" fmla="*/ 11744260 w 11744260"/>
              <a:gd name="connsiteY1" fmla="*/ 0 h 6404903"/>
              <a:gd name="connsiteX2" fmla="*/ 11744260 w 11744260"/>
              <a:gd name="connsiteY2" fmla="*/ 6404903 h 6404903"/>
              <a:gd name="connsiteX3" fmla="*/ 1799 w 11744260"/>
              <a:gd name="connsiteY3" fmla="*/ 6404903 h 6404903"/>
              <a:gd name="connsiteX4" fmla="*/ 0 w 11744260"/>
              <a:gd name="connsiteY4" fmla="*/ 395321 h 6404903"/>
              <a:gd name="connsiteX5" fmla="*/ 1799 w 11744260"/>
              <a:gd name="connsiteY5" fmla="*/ 0 h 6404903"/>
              <a:gd name="connsiteX0" fmla="*/ 1799 w 11744260"/>
              <a:gd name="connsiteY0" fmla="*/ 333 h 6405236"/>
              <a:gd name="connsiteX1" fmla="*/ 624254 w 11744260"/>
              <a:gd name="connsiteY1" fmla="*/ 0 h 6405236"/>
              <a:gd name="connsiteX2" fmla="*/ 11744260 w 11744260"/>
              <a:gd name="connsiteY2" fmla="*/ 333 h 6405236"/>
              <a:gd name="connsiteX3" fmla="*/ 11744260 w 11744260"/>
              <a:gd name="connsiteY3" fmla="*/ 6405236 h 6405236"/>
              <a:gd name="connsiteX4" fmla="*/ 1799 w 11744260"/>
              <a:gd name="connsiteY4" fmla="*/ 6405236 h 6405236"/>
              <a:gd name="connsiteX5" fmla="*/ 0 w 11744260"/>
              <a:gd name="connsiteY5" fmla="*/ 395654 h 6405236"/>
              <a:gd name="connsiteX6" fmla="*/ 1799 w 11744260"/>
              <a:gd name="connsiteY6" fmla="*/ 333 h 6405236"/>
              <a:gd name="connsiteX0" fmla="*/ 1799 w 11744260"/>
              <a:gd name="connsiteY0" fmla="*/ 333 h 6405236"/>
              <a:gd name="connsiteX1" fmla="*/ 624254 w 11744260"/>
              <a:gd name="connsiteY1" fmla="*/ 0 h 6405236"/>
              <a:gd name="connsiteX2" fmla="*/ 11744260 w 11744260"/>
              <a:gd name="connsiteY2" fmla="*/ 333 h 6405236"/>
              <a:gd name="connsiteX3" fmla="*/ 11744260 w 11744260"/>
              <a:gd name="connsiteY3" fmla="*/ 6405236 h 6405236"/>
              <a:gd name="connsiteX4" fmla="*/ 1799 w 11744260"/>
              <a:gd name="connsiteY4" fmla="*/ 6405236 h 6405236"/>
              <a:gd name="connsiteX5" fmla="*/ 0 w 11744260"/>
              <a:gd name="connsiteY5" fmla="*/ 395654 h 6405236"/>
              <a:gd name="connsiteX6" fmla="*/ 93239 w 11744260"/>
              <a:gd name="connsiteY6" fmla="*/ 91773 h 6405236"/>
              <a:gd name="connsiteX0" fmla="*/ 1799 w 11744260"/>
              <a:gd name="connsiteY0" fmla="*/ 333 h 6405236"/>
              <a:gd name="connsiteX1" fmla="*/ 624254 w 11744260"/>
              <a:gd name="connsiteY1" fmla="*/ 0 h 6405236"/>
              <a:gd name="connsiteX2" fmla="*/ 11744260 w 11744260"/>
              <a:gd name="connsiteY2" fmla="*/ 333 h 6405236"/>
              <a:gd name="connsiteX3" fmla="*/ 11744260 w 11744260"/>
              <a:gd name="connsiteY3" fmla="*/ 6405236 h 6405236"/>
              <a:gd name="connsiteX4" fmla="*/ 1799 w 11744260"/>
              <a:gd name="connsiteY4" fmla="*/ 6405236 h 6405236"/>
              <a:gd name="connsiteX5" fmla="*/ 0 w 11744260"/>
              <a:gd name="connsiteY5" fmla="*/ 395654 h 6405236"/>
              <a:gd name="connsiteX0" fmla="*/ 624254 w 11744260"/>
              <a:gd name="connsiteY0" fmla="*/ 0 h 6405236"/>
              <a:gd name="connsiteX1" fmla="*/ 11744260 w 11744260"/>
              <a:gd name="connsiteY1" fmla="*/ 333 h 6405236"/>
              <a:gd name="connsiteX2" fmla="*/ 11744260 w 11744260"/>
              <a:gd name="connsiteY2" fmla="*/ 6405236 h 6405236"/>
              <a:gd name="connsiteX3" fmla="*/ 1799 w 11744260"/>
              <a:gd name="connsiteY3" fmla="*/ 6405236 h 6405236"/>
              <a:gd name="connsiteX4" fmla="*/ 0 w 11744260"/>
              <a:gd name="connsiteY4" fmla="*/ 395654 h 6405236"/>
              <a:gd name="connsiteX0" fmla="*/ 472360 w 11744260"/>
              <a:gd name="connsiteY0" fmla="*/ 0 h 6405236"/>
              <a:gd name="connsiteX1" fmla="*/ 11744260 w 11744260"/>
              <a:gd name="connsiteY1" fmla="*/ 333 h 6405236"/>
              <a:gd name="connsiteX2" fmla="*/ 11744260 w 11744260"/>
              <a:gd name="connsiteY2" fmla="*/ 6405236 h 6405236"/>
              <a:gd name="connsiteX3" fmla="*/ 1799 w 11744260"/>
              <a:gd name="connsiteY3" fmla="*/ 6405236 h 6405236"/>
              <a:gd name="connsiteX4" fmla="*/ 0 w 11744260"/>
              <a:gd name="connsiteY4" fmla="*/ 395654 h 6405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44260" h="6405236">
                <a:moveTo>
                  <a:pt x="472360" y="0"/>
                </a:moveTo>
                <a:lnTo>
                  <a:pt x="11744260" y="333"/>
                </a:lnTo>
                <a:lnTo>
                  <a:pt x="11744260" y="6405236"/>
                </a:lnTo>
                <a:lnTo>
                  <a:pt x="1799" y="6405236"/>
                </a:lnTo>
                <a:cubicBezTo>
                  <a:pt x="1199" y="4402042"/>
                  <a:pt x="600" y="2398848"/>
                  <a:pt x="0" y="395654"/>
                </a:cubicBezTo>
              </a:path>
            </a:pathLst>
          </a:custGeom>
          <a:noFill/>
          <a:ln w="25400" cap="rnd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7" name="Espace réservé du texte 10">
            <a:extLst>
              <a:ext uri="{FF2B5EF4-FFF2-40B4-BE49-F238E27FC236}">
                <a16:creationId xmlns:a16="http://schemas.microsoft.com/office/drawing/2014/main" id="{37C15340-5A5C-C865-6914-65965567DC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6510" y="6449498"/>
            <a:ext cx="9862661" cy="203133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DB3952-38A5-C986-94D5-78F7F799AC6B}"/>
              </a:ext>
            </a:extLst>
          </p:cNvPr>
          <p:cNvSpPr/>
          <p:nvPr userDrawn="1"/>
        </p:nvSpPr>
        <p:spPr>
          <a:xfrm>
            <a:off x="11154271" y="6098381"/>
            <a:ext cx="821516" cy="539851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 dirty="0"/>
          </a:p>
        </p:txBody>
      </p:sp>
      <p:pic>
        <p:nvPicPr>
          <p:cNvPr id="25" name="Graphique 24">
            <a:extLst>
              <a:ext uri="{FF2B5EF4-FFF2-40B4-BE49-F238E27FC236}">
                <a16:creationId xmlns:a16="http://schemas.microsoft.com/office/drawing/2014/main" id="{69F97BEC-95B9-9050-5491-B0531BF989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8319" y="6212953"/>
            <a:ext cx="584354" cy="30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5804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e de titr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8BE461-D8E1-BA76-7A47-DCCA7D1A3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62757"/>
            <a:ext cx="9144000" cy="687624"/>
          </a:xfrm>
        </p:spPr>
        <p:txBody>
          <a:bodyPr anchor="b"/>
          <a:lstStyle>
            <a:lvl1pPr algn="ctr">
              <a:lnSpc>
                <a:spcPct val="8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1B6F76B-A6CD-0D89-D99C-E5D2421F6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44940"/>
            <a:ext cx="9144000" cy="424732"/>
          </a:xfrm>
        </p:spPr>
        <p:txBody>
          <a:bodyPr>
            <a:spAutoFit/>
          </a:bodyPr>
          <a:lstStyle>
            <a:lvl1pPr marL="0" indent="0" algn="ctr">
              <a:buNone/>
              <a:defRPr sz="240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859B5F7F-0F7D-50C9-FF7A-5D974E15BA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8283" y="313672"/>
            <a:ext cx="2441575" cy="258532"/>
          </a:xfrm>
        </p:spPr>
        <p:txBody>
          <a:bodyPr/>
          <a:lstStyle>
            <a:lvl1pPr algn="r">
              <a:defRPr sz="1200" b="0" cap="all" baseline="0">
                <a:solidFill>
                  <a:schemeClr val="accent2"/>
                </a:solidFill>
                <a:latin typeface="Montserrat" panose="02000505000000020004" pitchFamily="2" charset="0"/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C414F98-B0ED-C2CF-EC7B-A9047EE87F32}"/>
              </a:ext>
            </a:extLst>
          </p:cNvPr>
          <p:cNvSpPr/>
          <p:nvPr userDrawn="1"/>
        </p:nvSpPr>
        <p:spPr>
          <a:xfrm>
            <a:off x="231530" y="232996"/>
            <a:ext cx="11744260" cy="6405236"/>
          </a:xfrm>
          <a:custGeom>
            <a:avLst/>
            <a:gdLst>
              <a:gd name="connsiteX0" fmla="*/ 0 w 11742461"/>
              <a:gd name="connsiteY0" fmla="*/ 0 h 6404903"/>
              <a:gd name="connsiteX1" fmla="*/ 11742461 w 11742461"/>
              <a:gd name="connsiteY1" fmla="*/ 0 h 6404903"/>
              <a:gd name="connsiteX2" fmla="*/ 11742461 w 11742461"/>
              <a:gd name="connsiteY2" fmla="*/ 6404903 h 6404903"/>
              <a:gd name="connsiteX3" fmla="*/ 0 w 11742461"/>
              <a:gd name="connsiteY3" fmla="*/ 6404903 h 6404903"/>
              <a:gd name="connsiteX4" fmla="*/ 0 w 11742461"/>
              <a:gd name="connsiteY4" fmla="*/ 0 h 6404903"/>
              <a:gd name="connsiteX0" fmla="*/ 1799 w 11744260"/>
              <a:gd name="connsiteY0" fmla="*/ 0 h 6404903"/>
              <a:gd name="connsiteX1" fmla="*/ 11744260 w 11744260"/>
              <a:gd name="connsiteY1" fmla="*/ 0 h 6404903"/>
              <a:gd name="connsiteX2" fmla="*/ 11744260 w 11744260"/>
              <a:gd name="connsiteY2" fmla="*/ 6404903 h 6404903"/>
              <a:gd name="connsiteX3" fmla="*/ 1799 w 11744260"/>
              <a:gd name="connsiteY3" fmla="*/ 6404903 h 6404903"/>
              <a:gd name="connsiteX4" fmla="*/ 0 w 11744260"/>
              <a:gd name="connsiteY4" fmla="*/ 395321 h 6404903"/>
              <a:gd name="connsiteX5" fmla="*/ 1799 w 11744260"/>
              <a:gd name="connsiteY5" fmla="*/ 0 h 6404903"/>
              <a:gd name="connsiteX0" fmla="*/ 1799 w 11744260"/>
              <a:gd name="connsiteY0" fmla="*/ 333 h 6405236"/>
              <a:gd name="connsiteX1" fmla="*/ 624254 w 11744260"/>
              <a:gd name="connsiteY1" fmla="*/ 0 h 6405236"/>
              <a:gd name="connsiteX2" fmla="*/ 11744260 w 11744260"/>
              <a:gd name="connsiteY2" fmla="*/ 333 h 6405236"/>
              <a:gd name="connsiteX3" fmla="*/ 11744260 w 11744260"/>
              <a:gd name="connsiteY3" fmla="*/ 6405236 h 6405236"/>
              <a:gd name="connsiteX4" fmla="*/ 1799 w 11744260"/>
              <a:gd name="connsiteY4" fmla="*/ 6405236 h 6405236"/>
              <a:gd name="connsiteX5" fmla="*/ 0 w 11744260"/>
              <a:gd name="connsiteY5" fmla="*/ 395654 h 6405236"/>
              <a:gd name="connsiteX6" fmla="*/ 1799 w 11744260"/>
              <a:gd name="connsiteY6" fmla="*/ 333 h 6405236"/>
              <a:gd name="connsiteX0" fmla="*/ 1799 w 11744260"/>
              <a:gd name="connsiteY0" fmla="*/ 333 h 6405236"/>
              <a:gd name="connsiteX1" fmla="*/ 624254 w 11744260"/>
              <a:gd name="connsiteY1" fmla="*/ 0 h 6405236"/>
              <a:gd name="connsiteX2" fmla="*/ 11744260 w 11744260"/>
              <a:gd name="connsiteY2" fmla="*/ 333 h 6405236"/>
              <a:gd name="connsiteX3" fmla="*/ 11744260 w 11744260"/>
              <a:gd name="connsiteY3" fmla="*/ 6405236 h 6405236"/>
              <a:gd name="connsiteX4" fmla="*/ 1799 w 11744260"/>
              <a:gd name="connsiteY4" fmla="*/ 6405236 h 6405236"/>
              <a:gd name="connsiteX5" fmla="*/ 0 w 11744260"/>
              <a:gd name="connsiteY5" fmla="*/ 395654 h 6405236"/>
              <a:gd name="connsiteX6" fmla="*/ 93239 w 11744260"/>
              <a:gd name="connsiteY6" fmla="*/ 91773 h 6405236"/>
              <a:gd name="connsiteX0" fmla="*/ 1799 w 11744260"/>
              <a:gd name="connsiteY0" fmla="*/ 333 h 6405236"/>
              <a:gd name="connsiteX1" fmla="*/ 624254 w 11744260"/>
              <a:gd name="connsiteY1" fmla="*/ 0 h 6405236"/>
              <a:gd name="connsiteX2" fmla="*/ 11744260 w 11744260"/>
              <a:gd name="connsiteY2" fmla="*/ 333 h 6405236"/>
              <a:gd name="connsiteX3" fmla="*/ 11744260 w 11744260"/>
              <a:gd name="connsiteY3" fmla="*/ 6405236 h 6405236"/>
              <a:gd name="connsiteX4" fmla="*/ 1799 w 11744260"/>
              <a:gd name="connsiteY4" fmla="*/ 6405236 h 6405236"/>
              <a:gd name="connsiteX5" fmla="*/ 0 w 11744260"/>
              <a:gd name="connsiteY5" fmla="*/ 395654 h 6405236"/>
              <a:gd name="connsiteX0" fmla="*/ 624254 w 11744260"/>
              <a:gd name="connsiteY0" fmla="*/ 0 h 6405236"/>
              <a:gd name="connsiteX1" fmla="*/ 11744260 w 11744260"/>
              <a:gd name="connsiteY1" fmla="*/ 333 h 6405236"/>
              <a:gd name="connsiteX2" fmla="*/ 11744260 w 11744260"/>
              <a:gd name="connsiteY2" fmla="*/ 6405236 h 6405236"/>
              <a:gd name="connsiteX3" fmla="*/ 1799 w 11744260"/>
              <a:gd name="connsiteY3" fmla="*/ 6405236 h 6405236"/>
              <a:gd name="connsiteX4" fmla="*/ 0 w 11744260"/>
              <a:gd name="connsiteY4" fmla="*/ 395654 h 6405236"/>
              <a:gd name="connsiteX0" fmla="*/ 472360 w 11744260"/>
              <a:gd name="connsiteY0" fmla="*/ 0 h 6405236"/>
              <a:gd name="connsiteX1" fmla="*/ 11744260 w 11744260"/>
              <a:gd name="connsiteY1" fmla="*/ 333 h 6405236"/>
              <a:gd name="connsiteX2" fmla="*/ 11744260 w 11744260"/>
              <a:gd name="connsiteY2" fmla="*/ 6405236 h 6405236"/>
              <a:gd name="connsiteX3" fmla="*/ 1799 w 11744260"/>
              <a:gd name="connsiteY3" fmla="*/ 6405236 h 6405236"/>
              <a:gd name="connsiteX4" fmla="*/ 0 w 11744260"/>
              <a:gd name="connsiteY4" fmla="*/ 395654 h 6405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44260" h="6405236">
                <a:moveTo>
                  <a:pt x="472360" y="0"/>
                </a:moveTo>
                <a:lnTo>
                  <a:pt x="11744260" y="333"/>
                </a:lnTo>
                <a:lnTo>
                  <a:pt x="11744260" y="6405236"/>
                </a:lnTo>
                <a:lnTo>
                  <a:pt x="1799" y="6405236"/>
                </a:lnTo>
                <a:cubicBezTo>
                  <a:pt x="1199" y="4402042"/>
                  <a:pt x="600" y="2398848"/>
                  <a:pt x="0" y="395654"/>
                </a:cubicBezTo>
              </a:path>
            </a:pathLst>
          </a:custGeom>
          <a:noFill/>
          <a:ln w="25400" cap="rnd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5" name="Espace réservé du texte 10">
            <a:extLst>
              <a:ext uri="{FF2B5EF4-FFF2-40B4-BE49-F238E27FC236}">
                <a16:creationId xmlns:a16="http://schemas.microsoft.com/office/drawing/2014/main" id="{23242F0D-48D6-8274-285E-B767C1F02BE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6510" y="6449498"/>
            <a:ext cx="9862661" cy="203133"/>
          </a:xfrm>
        </p:spPr>
        <p:txBody>
          <a:bodyPr/>
          <a:lstStyle>
            <a:lvl1pPr>
              <a:defRPr sz="800">
                <a:solidFill>
                  <a:schemeClr val="accent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60AE24-444E-E2F0-A4F9-4E8159F9E9F6}"/>
              </a:ext>
            </a:extLst>
          </p:cNvPr>
          <p:cNvSpPr/>
          <p:nvPr userDrawn="1"/>
        </p:nvSpPr>
        <p:spPr>
          <a:xfrm>
            <a:off x="11154271" y="6098381"/>
            <a:ext cx="821516" cy="539851"/>
          </a:xfrm>
          <a:prstGeom prst="rect">
            <a:avLst/>
          </a:prstGeom>
          <a:solidFill>
            <a:schemeClr val="bg1"/>
          </a:solidFill>
          <a:ln w="25400">
            <a:solidFill>
              <a:srgbClr val="0A00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pic>
        <p:nvPicPr>
          <p:cNvPr id="18" name="Graphique 17">
            <a:extLst>
              <a:ext uri="{FF2B5EF4-FFF2-40B4-BE49-F238E27FC236}">
                <a16:creationId xmlns:a16="http://schemas.microsoft.com/office/drawing/2014/main" id="{67104AAB-EE1E-6BA5-75DB-853A7147B2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8319" y="6212953"/>
            <a:ext cx="584354" cy="30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5796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e de titre B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8BE461-D8E1-BA76-7A47-DCCA7D1A3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62757"/>
            <a:ext cx="9144000" cy="687624"/>
          </a:xfrm>
        </p:spPr>
        <p:txBody>
          <a:bodyPr anchor="b"/>
          <a:lstStyle>
            <a:lvl1pPr algn="ctr"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1B6F76B-A6CD-0D89-D99C-E5D2421F6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44940"/>
            <a:ext cx="9144000" cy="424732"/>
          </a:xfrm>
        </p:spPr>
        <p:txBody>
          <a:bodyPr>
            <a:sp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FR" dirty="0"/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859B5F7F-0F7D-50C9-FF7A-5D974E15BA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8283" y="313672"/>
            <a:ext cx="2441575" cy="258532"/>
          </a:xfrm>
        </p:spPr>
        <p:txBody>
          <a:bodyPr/>
          <a:lstStyle>
            <a:lvl1pPr algn="r">
              <a:defRPr sz="1200" b="0" cap="all" baseline="0">
                <a:solidFill>
                  <a:schemeClr val="bg1"/>
                </a:solidFill>
                <a:latin typeface="Montserrat" panose="02000505000000020004" pitchFamily="2" charset="0"/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3F061F50-0C0D-E6B3-3FE2-3A2B31440507}"/>
              </a:ext>
            </a:extLst>
          </p:cNvPr>
          <p:cNvSpPr/>
          <p:nvPr userDrawn="1"/>
        </p:nvSpPr>
        <p:spPr>
          <a:xfrm>
            <a:off x="231530" y="232996"/>
            <a:ext cx="11744260" cy="6405236"/>
          </a:xfrm>
          <a:custGeom>
            <a:avLst/>
            <a:gdLst>
              <a:gd name="connsiteX0" fmla="*/ 0 w 11742461"/>
              <a:gd name="connsiteY0" fmla="*/ 0 h 6404903"/>
              <a:gd name="connsiteX1" fmla="*/ 11742461 w 11742461"/>
              <a:gd name="connsiteY1" fmla="*/ 0 h 6404903"/>
              <a:gd name="connsiteX2" fmla="*/ 11742461 w 11742461"/>
              <a:gd name="connsiteY2" fmla="*/ 6404903 h 6404903"/>
              <a:gd name="connsiteX3" fmla="*/ 0 w 11742461"/>
              <a:gd name="connsiteY3" fmla="*/ 6404903 h 6404903"/>
              <a:gd name="connsiteX4" fmla="*/ 0 w 11742461"/>
              <a:gd name="connsiteY4" fmla="*/ 0 h 6404903"/>
              <a:gd name="connsiteX0" fmla="*/ 1799 w 11744260"/>
              <a:gd name="connsiteY0" fmla="*/ 0 h 6404903"/>
              <a:gd name="connsiteX1" fmla="*/ 11744260 w 11744260"/>
              <a:gd name="connsiteY1" fmla="*/ 0 h 6404903"/>
              <a:gd name="connsiteX2" fmla="*/ 11744260 w 11744260"/>
              <a:gd name="connsiteY2" fmla="*/ 6404903 h 6404903"/>
              <a:gd name="connsiteX3" fmla="*/ 1799 w 11744260"/>
              <a:gd name="connsiteY3" fmla="*/ 6404903 h 6404903"/>
              <a:gd name="connsiteX4" fmla="*/ 0 w 11744260"/>
              <a:gd name="connsiteY4" fmla="*/ 395321 h 6404903"/>
              <a:gd name="connsiteX5" fmla="*/ 1799 w 11744260"/>
              <a:gd name="connsiteY5" fmla="*/ 0 h 6404903"/>
              <a:gd name="connsiteX0" fmla="*/ 1799 w 11744260"/>
              <a:gd name="connsiteY0" fmla="*/ 333 h 6405236"/>
              <a:gd name="connsiteX1" fmla="*/ 624254 w 11744260"/>
              <a:gd name="connsiteY1" fmla="*/ 0 h 6405236"/>
              <a:gd name="connsiteX2" fmla="*/ 11744260 w 11744260"/>
              <a:gd name="connsiteY2" fmla="*/ 333 h 6405236"/>
              <a:gd name="connsiteX3" fmla="*/ 11744260 w 11744260"/>
              <a:gd name="connsiteY3" fmla="*/ 6405236 h 6405236"/>
              <a:gd name="connsiteX4" fmla="*/ 1799 w 11744260"/>
              <a:gd name="connsiteY4" fmla="*/ 6405236 h 6405236"/>
              <a:gd name="connsiteX5" fmla="*/ 0 w 11744260"/>
              <a:gd name="connsiteY5" fmla="*/ 395654 h 6405236"/>
              <a:gd name="connsiteX6" fmla="*/ 1799 w 11744260"/>
              <a:gd name="connsiteY6" fmla="*/ 333 h 6405236"/>
              <a:gd name="connsiteX0" fmla="*/ 1799 w 11744260"/>
              <a:gd name="connsiteY0" fmla="*/ 333 h 6405236"/>
              <a:gd name="connsiteX1" fmla="*/ 624254 w 11744260"/>
              <a:gd name="connsiteY1" fmla="*/ 0 h 6405236"/>
              <a:gd name="connsiteX2" fmla="*/ 11744260 w 11744260"/>
              <a:gd name="connsiteY2" fmla="*/ 333 h 6405236"/>
              <a:gd name="connsiteX3" fmla="*/ 11744260 w 11744260"/>
              <a:gd name="connsiteY3" fmla="*/ 6405236 h 6405236"/>
              <a:gd name="connsiteX4" fmla="*/ 1799 w 11744260"/>
              <a:gd name="connsiteY4" fmla="*/ 6405236 h 6405236"/>
              <a:gd name="connsiteX5" fmla="*/ 0 w 11744260"/>
              <a:gd name="connsiteY5" fmla="*/ 395654 h 6405236"/>
              <a:gd name="connsiteX6" fmla="*/ 93239 w 11744260"/>
              <a:gd name="connsiteY6" fmla="*/ 91773 h 6405236"/>
              <a:gd name="connsiteX0" fmla="*/ 1799 w 11744260"/>
              <a:gd name="connsiteY0" fmla="*/ 333 h 6405236"/>
              <a:gd name="connsiteX1" fmla="*/ 624254 w 11744260"/>
              <a:gd name="connsiteY1" fmla="*/ 0 h 6405236"/>
              <a:gd name="connsiteX2" fmla="*/ 11744260 w 11744260"/>
              <a:gd name="connsiteY2" fmla="*/ 333 h 6405236"/>
              <a:gd name="connsiteX3" fmla="*/ 11744260 w 11744260"/>
              <a:gd name="connsiteY3" fmla="*/ 6405236 h 6405236"/>
              <a:gd name="connsiteX4" fmla="*/ 1799 w 11744260"/>
              <a:gd name="connsiteY4" fmla="*/ 6405236 h 6405236"/>
              <a:gd name="connsiteX5" fmla="*/ 0 w 11744260"/>
              <a:gd name="connsiteY5" fmla="*/ 395654 h 6405236"/>
              <a:gd name="connsiteX0" fmla="*/ 624254 w 11744260"/>
              <a:gd name="connsiteY0" fmla="*/ 0 h 6405236"/>
              <a:gd name="connsiteX1" fmla="*/ 11744260 w 11744260"/>
              <a:gd name="connsiteY1" fmla="*/ 333 h 6405236"/>
              <a:gd name="connsiteX2" fmla="*/ 11744260 w 11744260"/>
              <a:gd name="connsiteY2" fmla="*/ 6405236 h 6405236"/>
              <a:gd name="connsiteX3" fmla="*/ 1799 w 11744260"/>
              <a:gd name="connsiteY3" fmla="*/ 6405236 h 6405236"/>
              <a:gd name="connsiteX4" fmla="*/ 0 w 11744260"/>
              <a:gd name="connsiteY4" fmla="*/ 395654 h 6405236"/>
              <a:gd name="connsiteX0" fmla="*/ 472360 w 11744260"/>
              <a:gd name="connsiteY0" fmla="*/ 0 h 6405236"/>
              <a:gd name="connsiteX1" fmla="*/ 11744260 w 11744260"/>
              <a:gd name="connsiteY1" fmla="*/ 333 h 6405236"/>
              <a:gd name="connsiteX2" fmla="*/ 11744260 w 11744260"/>
              <a:gd name="connsiteY2" fmla="*/ 6405236 h 6405236"/>
              <a:gd name="connsiteX3" fmla="*/ 1799 w 11744260"/>
              <a:gd name="connsiteY3" fmla="*/ 6405236 h 6405236"/>
              <a:gd name="connsiteX4" fmla="*/ 0 w 11744260"/>
              <a:gd name="connsiteY4" fmla="*/ 395654 h 6405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44260" h="6405236">
                <a:moveTo>
                  <a:pt x="472360" y="0"/>
                </a:moveTo>
                <a:lnTo>
                  <a:pt x="11744260" y="333"/>
                </a:lnTo>
                <a:lnTo>
                  <a:pt x="11744260" y="6405236"/>
                </a:lnTo>
                <a:lnTo>
                  <a:pt x="1799" y="6405236"/>
                </a:lnTo>
                <a:cubicBezTo>
                  <a:pt x="1199" y="4402042"/>
                  <a:pt x="600" y="2398848"/>
                  <a:pt x="0" y="395654"/>
                </a:cubicBezTo>
              </a:path>
            </a:pathLst>
          </a:custGeom>
          <a:noFill/>
          <a:ln w="25400" cap="rnd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7" name="Espace réservé du texte 10">
            <a:extLst>
              <a:ext uri="{FF2B5EF4-FFF2-40B4-BE49-F238E27FC236}">
                <a16:creationId xmlns:a16="http://schemas.microsoft.com/office/drawing/2014/main" id="{292D4CF8-A926-ED9D-183B-D00E2E05DF2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6510" y="6449498"/>
            <a:ext cx="9862661" cy="203133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18439F-4D8B-56A1-E24F-4BD606B02B54}"/>
              </a:ext>
            </a:extLst>
          </p:cNvPr>
          <p:cNvSpPr/>
          <p:nvPr userDrawn="1"/>
        </p:nvSpPr>
        <p:spPr>
          <a:xfrm>
            <a:off x="11154271" y="6098381"/>
            <a:ext cx="821516" cy="539851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pic>
        <p:nvPicPr>
          <p:cNvPr id="19" name="Graphique 18">
            <a:extLst>
              <a:ext uri="{FF2B5EF4-FFF2-40B4-BE49-F238E27FC236}">
                <a16:creationId xmlns:a16="http://schemas.microsoft.com/office/drawing/2014/main" id="{BC7FE8B6-C650-AC6B-74D5-453CA818B5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8319" y="6212953"/>
            <a:ext cx="584354" cy="30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4055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e de titre C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8BE461-D8E1-BA76-7A47-DCCA7D1A3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62757"/>
            <a:ext cx="9144000" cy="687624"/>
          </a:xfrm>
        </p:spPr>
        <p:txBody>
          <a:bodyPr anchor="b"/>
          <a:lstStyle>
            <a:lvl1pPr algn="ctr"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1B6F76B-A6CD-0D89-D99C-E5D2421F6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44940"/>
            <a:ext cx="9144000" cy="424732"/>
          </a:xfrm>
        </p:spPr>
        <p:txBody>
          <a:bodyPr>
            <a:spAutoFit/>
          </a:bodyPr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FR" dirty="0"/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859B5F7F-0F7D-50C9-FF7A-5D974E15BA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8283" y="313672"/>
            <a:ext cx="2441575" cy="258532"/>
          </a:xfrm>
        </p:spPr>
        <p:txBody>
          <a:bodyPr/>
          <a:lstStyle>
            <a:lvl1pPr algn="r">
              <a:defRPr sz="1200" b="0" cap="all" baseline="0">
                <a:solidFill>
                  <a:schemeClr val="bg1"/>
                </a:solidFill>
                <a:latin typeface="Montserrat" panose="02000505000000020004" pitchFamily="2" charset="0"/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27C22D2E-EF4C-938A-AA6A-5C404C7BEDCD}"/>
              </a:ext>
            </a:extLst>
          </p:cNvPr>
          <p:cNvSpPr/>
          <p:nvPr userDrawn="1"/>
        </p:nvSpPr>
        <p:spPr>
          <a:xfrm>
            <a:off x="231530" y="232996"/>
            <a:ext cx="11744260" cy="6405236"/>
          </a:xfrm>
          <a:custGeom>
            <a:avLst/>
            <a:gdLst>
              <a:gd name="connsiteX0" fmla="*/ 0 w 11742461"/>
              <a:gd name="connsiteY0" fmla="*/ 0 h 6404903"/>
              <a:gd name="connsiteX1" fmla="*/ 11742461 w 11742461"/>
              <a:gd name="connsiteY1" fmla="*/ 0 h 6404903"/>
              <a:gd name="connsiteX2" fmla="*/ 11742461 w 11742461"/>
              <a:gd name="connsiteY2" fmla="*/ 6404903 h 6404903"/>
              <a:gd name="connsiteX3" fmla="*/ 0 w 11742461"/>
              <a:gd name="connsiteY3" fmla="*/ 6404903 h 6404903"/>
              <a:gd name="connsiteX4" fmla="*/ 0 w 11742461"/>
              <a:gd name="connsiteY4" fmla="*/ 0 h 6404903"/>
              <a:gd name="connsiteX0" fmla="*/ 1799 w 11744260"/>
              <a:gd name="connsiteY0" fmla="*/ 0 h 6404903"/>
              <a:gd name="connsiteX1" fmla="*/ 11744260 w 11744260"/>
              <a:gd name="connsiteY1" fmla="*/ 0 h 6404903"/>
              <a:gd name="connsiteX2" fmla="*/ 11744260 w 11744260"/>
              <a:gd name="connsiteY2" fmla="*/ 6404903 h 6404903"/>
              <a:gd name="connsiteX3" fmla="*/ 1799 w 11744260"/>
              <a:gd name="connsiteY3" fmla="*/ 6404903 h 6404903"/>
              <a:gd name="connsiteX4" fmla="*/ 0 w 11744260"/>
              <a:gd name="connsiteY4" fmla="*/ 395321 h 6404903"/>
              <a:gd name="connsiteX5" fmla="*/ 1799 w 11744260"/>
              <a:gd name="connsiteY5" fmla="*/ 0 h 6404903"/>
              <a:gd name="connsiteX0" fmla="*/ 1799 w 11744260"/>
              <a:gd name="connsiteY0" fmla="*/ 333 h 6405236"/>
              <a:gd name="connsiteX1" fmla="*/ 624254 w 11744260"/>
              <a:gd name="connsiteY1" fmla="*/ 0 h 6405236"/>
              <a:gd name="connsiteX2" fmla="*/ 11744260 w 11744260"/>
              <a:gd name="connsiteY2" fmla="*/ 333 h 6405236"/>
              <a:gd name="connsiteX3" fmla="*/ 11744260 w 11744260"/>
              <a:gd name="connsiteY3" fmla="*/ 6405236 h 6405236"/>
              <a:gd name="connsiteX4" fmla="*/ 1799 w 11744260"/>
              <a:gd name="connsiteY4" fmla="*/ 6405236 h 6405236"/>
              <a:gd name="connsiteX5" fmla="*/ 0 w 11744260"/>
              <a:gd name="connsiteY5" fmla="*/ 395654 h 6405236"/>
              <a:gd name="connsiteX6" fmla="*/ 1799 w 11744260"/>
              <a:gd name="connsiteY6" fmla="*/ 333 h 6405236"/>
              <a:gd name="connsiteX0" fmla="*/ 1799 w 11744260"/>
              <a:gd name="connsiteY0" fmla="*/ 333 h 6405236"/>
              <a:gd name="connsiteX1" fmla="*/ 624254 w 11744260"/>
              <a:gd name="connsiteY1" fmla="*/ 0 h 6405236"/>
              <a:gd name="connsiteX2" fmla="*/ 11744260 w 11744260"/>
              <a:gd name="connsiteY2" fmla="*/ 333 h 6405236"/>
              <a:gd name="connsiteX3" fmla="*/ 11744260 w 11744260"/>
              <a:gd name="connsiteY3" fmla="*/ 6405236 h 6405236"/>
              <a:gd name="connsiteX4" fmla="*/ 1799 w 11744260"/>
              <a:gd name="connsiteY4" fmla="*/ 6405236 h 6405236"/>
              <a:gd name="connsiteX5" fmla="*/ 0 w 11744260"/>
              <a:gd name="connsiteY5" fmla="*/ 395654 h 6405236"/>
              <a:gd name="connsiteX6" fmla="*/ 93239 w 11744260"/>
              <a:gd name="connsiteY6" fmla="*/ 91773 h 6405236"/>
              <a:gd name="connsiteX0" fmla="*/ 1799 w 11744260"/>
              <a:gd name="connsiteY0" fmla="*/ 333 h 6405236"/>
              <a:gd name="connsiteX1" fmla="*/ 624254 w 11744260"/>
              <a:gd name="connsiteY1" fmla="*/ 0 h 6405236"/>
              <a:gd name="connsiteX2" fmla="*/ 11744260 w 11744260"/>
              <a:gd name="connsiteY2" fmla="*/ 333 h 6405236"/>
              <a:gd name="connsiteX3" fmla="*/ 11744260 w 11744260"/>
              <a:gd name="connsiteY3" fmla="*/ 6405236 h 6405236"/>
              <a:gd name="connsiteX4" fmla="*/ 1799 w 11744260"/>
              <a:gd name="connsiteY4" fmla="*/ 6405236 h 6405236"/>
              <a:gd name="connsiteX5" fmla="*/ 0 w 11744260"/>
              <a:gd name="connsiteY5" fmla="*/ 395654 h 6405236"/>
              <a:gd name="connsiteX0" fmla="*/ 624254 w 11744260"/>
              <a:gd name="connsiteY0" fmla="*/ 0 h 6405236"/>
              <a:gd name="connsiteX1" fmla="*/ 11744260 w 11744260"/>
              <a:gd name="connsiteY1" fmla="*/ 333 h 6405236"/>
              <a:gd name="connsiteX2" fmla="*/ 11744260 w 11744260"/>
              <a:gd name="connsiteY2" fmla="*/ 6405236 h 6405236"/>
              <a:gd name="connsiteX3" fmla="*/ 1799 w 11744260"/>
              <a:gd name="connsiteY3" fmla="*/ 6405236 h 6405236"/>
              <a:gd name="connsiteX4" fmla="*/ 0 w 11744260"/>
              <a:gd name="connsiteY4" fmla="*/ 395654 h 6405236"/>
              <a:gd name="connsiteX0" fmla="*/ 472360 w 11744260"/>
              <a:gd name="connsiteY0" fmla="*/ 0 h 6405236"/>
              <a:gd name="connsiteX1" fmla="*/ 11744260 w 11744260"/>
              <a:gd name="connsiteY1" fmla="*/ 333 h 6405236"/>
              <a:gd name="connsiteX2" fmla="*/ 11744260 w 11744260"/>
              <a:gd name="connsiteY2" fmla="*/ 6405236 h 6405236"/>
              <a:gd name="connsiteX3" fmla="*/ 1799 w 11744260"/>
              <a:gd name="connsiteY3" fmla="*/ 6405236 h 6405236"/>
              <a:gd name="connsiteX4" fmla="*/ 0 w 11744260"/>
              <a:gd name="connsiteY4" fmla="*/ 395654 h 6405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44260" h="6405236">
                <a:moveTo>
                  <a:pt x="472360" y="0"/>
                </a:moveTo>
                <a:lnTo>
                  <a:pt x="11744260" y="333"/>
                </a:lnTo>
                <a:lnTo>
                  <a:pt x="11744260" y="6405236"/>
                </a:lnTo>
                <a:lnTo>
                  <a:pt x="1799" y="6405236"/>
                </a:lnTo>
                <a:cubicBezTo>
                  <a:pt x="1199" y="4402042"/>
                  <a:pt x="600" y="2398848"/>
                  <a:pt x="0" y="395654"/>
                </a:cubicBezTo>
              </a:path>
            </a:pathLst>
          </a:custGeom>
          <a:noFill/>
          <a:ln w="25400" cap="rnd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7" name="Espace réservé du texte 10">
            <a:extLst>
              <a:ext uri="{FF2B5EF4-FFF2-40B4-BE49-F238E27FC236}">
                <a16:creationId xmlns:a16="http://schemas.microsoft.com/office/drawing/2014/main" id="{BF729C3D-2B92-60C0-59A2-D468DA94CB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6510" y="6449498"/>
            <a:ext cx="9862661" cy="203133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7FF018-8CC2-3D75-754E-24D4718547BC}"/>
              </a:ext>
            </a:extLst>
          </p:cNvPr>
          <p:cNvSpPr/>
          <p:nvPr userDrawn="1"/>
        </p:nvSpPr>
        <p:spPr>
          <a:xfrm>
            <a:off x="11154271" y="6098381"/>
            <a:ext cx="821516" cy="539851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pic>
        <p:nvPicPr>
          <p:cNvPr id="19" name="Graphique 18">
            <a:extLst>
              <a:ext uri="{FF2B5EF4-FFF2-40B4-BE49-F238E27FC236}">
                <a16:creationId xmlns:a16="http://schemas.microsoft.com/office/drawing/2014/main" id="{5BCC1818-D552-64C1-7769-C496775D8C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8319" y="6212953"/>
            <a:ext cx="584354" cy="30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010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e de titre 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8BE461-D8E1-BA76-7A47-DCCA7D1A3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62757"/>
            <a:ext cx="9144000" cy="687624"/>
          </a:xfrm>
        </p:spPr>
        <p:txBody>
          <a:bodyPr anchor="b"/>
          <a:lstStyle>
            <a:lvl1pPr algn="ctr"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1B6F76B-A6CD-0D89-D99C-E5D2421F6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44940"/>
            <a:ext cx="9144000" cy="424732"/>
          </a:xfrm>
        </p:spPr>
        <p:txBody>
          <a:bodyPr>
            <a:spAutoFit/>
          </a:bodyPr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FR" dirty="0"/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859B5F7F-0F7D-50C9-FF7A-5D974E15BA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8283" y="313672"/>
            <a:ext cx="2441575" cy="258532"/>
          </a:xfrm>
        </p:spPr>
        <p:txBody>
          <a:bodyPr/>
          <a:lstStyle>
            <a:lvl1pPr algn="r">
              <a:defRPr sz="1200" b="0" cap="all" baseline="0">
                <a:solidFill>
                  <a:schemeClr val="bg1"/>
                </a:solidFill>
                <a:latin typeface="Montserrat" panose="02000505000000020004" pitchFamily="2" charset="0"/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AB9F6900-FD43-37BF-5057-664718AE5AFB}"/>
              </a:ext>
            </a:extLst>
          </p:cNvPr>
          <p:cNvSpPr/>
          <p:nvPr userDrawn="1"/>
        </p:nvSpPr>
        <p:spPr>
          <a:xfrm>
            <a:off x="231530" y="232996"/>
            <a:ext cx="11744260" cy="6405236"/>
          </a:xfrm>
          <a:custGeom>
            <a:avLst/>
            <a:gdLst>
              <a:gd name="connsiteX0" fmla="*/ 0 w 11742461"/>
              <a:gd name="connsiteY0" fmla="*/ 0 h 6404903"/>
              <a:gd name="connsiteX1" fmla="*/ 11742461 w 11742461"/>
              <a:gd name="connsiteY1" fmla="*/ 0 h 6404903"/>
              <a:gd name="connsiteX2" fmla="*/ 11742461 w 11742461"/>
              <a:gd name="connsiteY2" fmla="*/ 6404903 h 6404903"/>
              <a:gd name="connsiteX3" fmla="*/ 0 w 11742461"/>
              <a:gd name="connsiteY3" fmla="*/ 6404903 h 6404903"/>
              <a:gd name="connsiteX4" fmla="*/ 0 w 11742461"/>
              <a:gd name="connsiteY4" fmla="*/ 0 h 6404903"/>
              <a:gd name="connsiteX0" fmla="*/ 1799 w 11744260"/>
              <a:gd name="connsiteY0" fmla="*/ 0 h 6404903"/>
              <a:gd name="connsiteX1" fmla="*/ 11744260 w 11744260"/>
              <a:gd name="connsiteY1" fmla="*/ 0 h 6404903"/>
              <a:gd name="connsiteX2" fmla="*/ 11744260 w 11744260"/>
              <a:gd name="connsiteY2" fmla="*/ 6404903 h 6404903"/>
              <a:gd name="connsiteX3" fmla="*/ 1799 w 11744260"/>
              <a:gd name="connsiteY3" fmla="*/ 6404903 h 6404903"/>
              <a:gd name="connsiteX4" fmla="*/ 0 w 11744260"/>
              <a:gd name="connsiteY4" fmla="*/ 395321 h 6404903"/>
              <a:gd name="connsiteX5" fmla="*/ 1799 w 11744260"/>
              <a:gd name="connsiteY5" fmla="*/ 0 h 6404903"/>
              <a:gd name="connsiteX0" fmla="*/ 1799 w 11744260"/>
              <a:gd name="connsiteY0" fmla="*/ 333 h 6405236"/>
              <a:gd name="connsiteX1" fmla="*/ 624254 w 11744260"/>
              <a:gd name="connsiteY1" fmla="*/ 0 h 6405236"/>
              <a:gd name="connsiteX2" fmla="*/ 11744260 w 11744260"/>
              <a:gd name="connsiteY2" fmla="*/ 333 h 6405236"/>
              <a:gd name="connsiteX3" fmla="*/ 11744260 w 11744260"/>
              <a:gd name="connsiteY3" fmla="*/ 6405236 h 6405236"/>
              <a:gd name="connsiteX4" fmla="*/ 1799 w 11744260"/>
              <a:gd name="connsiteY4" fmla="*/ 6405236 h 6405236"/>
              <a:gd name="connsiteX5" fmla="*/ 0 w 11744260"/>
              <a:gd name="connsiteY5" fmla="*/ 395654 h 6405236"/>
              <a:gd name="connsiteX6" fmla="*/ 1799 w 11744260"/>
              <a:gd name="connsiteY6" fmla="*/ 333 h 6405236"/>
              <a:gd name="connsiteX0" fmla="*/ 1799 w 11744260"/>
              <a:gd name="connsiteY0" fmla="*/ 333 h 6405236"/>
              <a:gd name="connsiteX1" fmla="*/ 624254 w 11744260"/>
              <a:gd name="connsiteY1" fmla="*/ 0 h 6405236"/>
              <a:gd name="connsiteX2" fmla="*/ 11744260 w 11744260"/>
              <a:gd name="connsiteY2" fmla="*/ 333 h 6405236"/>
              <a:gd name="connsiteX3" fmla="*/ 11744260 w 11744260"/>
              <a:gd name="connsiteY3" fmla="*/ 6405236 h 6405236"/>
              <a:gd name="connsiteX4" fmla="*/ 1799 w 11744260"/>
              <a:gd name="connsiteY4" fmla="*/ 6405236 h 6405236"/>
              <a:gd name="connsiteX5" fmla="*/ 0 w 11744260"/>
              <a:gd name="connsiteY5" fmla="*/ 395654 h 6405236"/>
              <a:gd name="connsiteX6" fmla="*/ 93239 w 11744260"/>
              <a:gd name="connsiteY6" fmla="*/ 91773 h 6405236"/>
              <a:gd name="connsiteX0" fmla="*/ 1799 w 11744260"/>
              <a:gd name="connsiteY0" fmla="*/ 333 h 6405236"/>
              <a:gd name="connsiteX1" fmla="*/ 624254 w 11744260"/>
              <a:gd name="connsiteY1" fmla="*/ 0 h 6405236"/>
              <a:gd name="connsiteX2" fmla="*/ 11744260 w 11744260"/>
              <a:gd name="connsiteY2" fmla="*/ 333 h 6405236"/>
              <a:gd name="connsiteX3" fmla="*/ 11744260 w 11744260"/>
              <a:gd name="connsiteY3" fmla="*/ 6405236 h 6405236"/>
              <a:gd name="connsiteX4" fmla="*/ 1799 w 11744260"/>
              <a:gd name="connsiteY4" fmla="*/ 6405236 h 6405236"/>
              <a:gd name="connsiteX5" fmla="*/ 0 w 11744260"/>
              <a:gd name="connsiteY5" fmla="*/ 395654 h 6405236"/>
              <a:gd name="connsiteX0" fmla="*/ 624254 w 11744260"/>
              <a:gd name="connsiteY0" fmla="*/ 0 h 6405236"/>
              <a:gd name="connsiteX1" fmla="*/ 11744260 w 11744260"/>
              <a:gd name="connsiteY1" fmla="*/ 333 h 6405236"/>
              <a:gd name="connsiteX2" fmla="*/ 11744260 w 11744260"/>
              <a:gd name="connsiteY2" fmla="*/ 6405236 h 6405236"/>
              <a:gd name="connsiteX3" fmla="*/ 1799 w 11744260"/>
              <a:gd name="connsiteY3" fmla="*/ 6405236 h 6405236"/>
              <a:gd name="connsiteX4" fmla="*/ 0 w 11744260"/>
              <a:gd name="connsiteY4" fmla="*/ 395654 h 6405236"/>
              <a:gd name="connsiteX0" fmla="*/ 472360 w 11744260"/>
              <a:gd name="connsiteY0" fmla="*/ 0 h 6405236"/>
              <a:gd name="connsiteX1" fmla="*/ 11744260 w 11744260"/>
              <a:gd name="connsiteY1" fmla="*/ 333 h 6405236"/>
              <a:gd name="connsiteX2" fmla="*/ 11744260 w 11744260"/>
              <a:gd name="connsiteY2" fmla="*/ 6405236 h 6405236"/>
              <a:gd name="connsiteX3" fmla="*/ 1799 w 11744260"/>
              <a:gd name="connsiteY3" fmla="*/ 6405236 h 6405236"/>
              <a:gd name="connsiteX4" fmla="*/ 0 w 11744260"/>
              <a:gd name="connsiteY4" fmla="*/ 395654 h 6405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44260" h="6405236">
                <a:moveTo>
                  <a:pt x="472360" y="0"/>
                </a:moveTo>
                <a:lnTo>
                  <a:pt x="11744260" y="333"/>
                </a:lnTo>
                <a:lnTo>
                  <a:pt x="11744260" y="6405236"/>
                </a:lnTo>
                <a:lnTo>
                  <a:pt x="1799" y="6405236"/>
                </a:lnTo>
                <a:cubicBezTo>
                  <a:pt x="1199" y="4402042"/>
                  <a:pt x="600" y="2398848"/>
                  <a:pt x="0" y="395654"/>
                </a:cubicBezTo>
              </a:path>
            </a:pathLst>
          </a:custGeom>
          <a:noFill/>
          <a:ln w="25400" cap="rnd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7" name="Espace réservé du texte 10">
            <a:extLst>
              <a:ext uri="{FF2B5EF4-FFF2-40B4-BE49-F238E27FC236}">
                <a16:creationId xmlns:a16="http://schemas.microsoft.com/office/drawing/2014/main" id="{9E3E259C-E545-36FE-1225-E7D5336C63E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6510" y="6449498"/>
            <a:ext cx="9862661" cy="203133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FC810A-C506-46B6-F454-5A1C714121B1}"/>
              </a:ext>
            </a:extLst>
          </p:cNvPr>
          <p:cNvSpPr/>
          <p:nvPr userDrawn="1"/>
        </p:nvSpPr>
        <p:spPr>
          <a:xfrm>
            <a:off x="11154271" y="6098381"/>
            <a:ext cx="821516" cy="539851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pic>
        <p:nvPicPr>
          <p:cNvPr id="17" name="Graphique 16">
            <a:extLst>
              <a:ext uri="{FF2B5EF4-FFF2-40B4-BE49-F238E27FC236}">
                <a16:creationId xmlns:a16="http://schemas.microsoft.com/office/drawing/2014/main" id="{8678F98A-3506-BC68-DD39-AF0C7DD4B3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8319" y="6212953"/>
            <a:ext cx="584354" cy="30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1781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e de titre 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8BE461-D8E1-BA76-7A47-DCCA7D1A3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62757"/>
            <a:ext cx="9144000" cy="687624"/>
          </a:xfrm>
        </p:spPr>
        <p:txBody>
          <a:bodyPr anchor="b"/>
          <a:lstStyle>
            <a:lvl1pPr algn="ctr"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1B6F76B-A6CD-0D89-D99C-E5D2421F6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44940"/>
            <a:ext cx="9144000" cy="424732"/>
          </a:xfrm>
        </p:spPr>
        <p:txBody>
          <a:bodyPr>
            <a:spAutoFit/>
          </a:bodyPr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FR" dirty="0"/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859B5F7F-0F7D-50C9-FF7A-5D974E15BA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8283" y="313672"/>
            <a:ext cx="2441575" cy="258532"/>
          </a:xfrm>
        </p:spPr>
        <p:txBody>
          <a:bodyPr/>
          <a:lstStyle>
            <a:lvl1pPr algn="r">
              <a:defRPr sz="1200" b="0" cap="all" baseline="0">
                <a:solidFill>
                  <a:schemeClr val="bg1"/>
                </a:solidFill>
                <a:latin typeface="Montserrat" panose="02000505000000020004" pitchFamily="2" charset="0"/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9F762DB5-3D09-258D-291B-A400C70D8262}"/>
              </a:ext>
            </a:extLst>
          </p:cNvPr>
          <p:cNvSpPr/>
          <p:nvPr userDrawn="1"/>
        </p:nvSpPr>
        <p:spPr>
          <a:xfrm>
            <a:off x="231530" y="232996"/>
            <a:ext cx="11744260" cy="6405236"/>
          </a:xfrm>
          <a:custGeom>
            <a:avLst/>
            <a:gdLst>
              <a:gd name="connsiteX0" fmla="*/ 0 w 11742461"/>
              <a:gd name="connsiteY0" fmla="*/ 0 h 6404903"/>
              <a:gd name="connsiteX1" fmla="*/ 11742461 w 11742461"/>
              <a:gd name="connsiteY1" fmla="*/ 0 h 6404903"/>
              <a:gd name="connsiteX2" fmla="*/ 11742461 w 11742461"/>
              <a:gd name="connsiteY2" fmla="*/ 6404903 h 6404903"/>
              <a:gd name="connsiteX3" fmla="*/ 0 w 11742461"/>
              <a:gd name="connsiteY3" fmla="*/ 6404903 h 6404903"/>
              <a:gd name="connsiteX4" fmla="*/ 0 w 11742461"/>
              <a:gd name="connsiteY4" fmla="*/ 0 h 6404903"/>
              <a:gd name="connsiteX0" fmla="*/ 1799 w 11744260"/>
              <a:gd name="connsiteY0" fmla="*/ 0 h 6404903"/>
              <a:gd name="connsiteX1" fmla="*/ 11744260 w 11744260"/>
              <a:gd name="connsiteY1" fmla="*/ 0 h 6404903"/>
              <a:gd name="connsiteX2" fmla="*/ 11744260 w 11744260"/>
              <a:gd name="connsiteY2" fmla="*/ 6404903 h 6404903"/>
              <a:gd name="connsiteX3" fmla="*/ 1799 w 11744260"/>
              <a:gd name="connsiteY3" fmla="*/ 6404903 h 6404903"/>
              <a:gd name="connsiteX4" fmla="*/ 0 w 11744260"/>
              <a:gd name="connsiteY4" fmla="*/ 395321 h 6404903"/>
              <a:gd name="connsiteX5" fmla="*/ 1799 w 11744260"/>
              <a:gd name="connsiteY5" fmla="*/ 0 h 6404903"/>
              <a:gd name="connsiteX0" fmla="*/ 1799 w 11744260"/>
              <a:gd name="connsiteY0" fmla="*/ 333 h 6405236"/>
              <a:gd name="connsiteX1" fmla="*/ 624254 w 11744260"/>
              <a:gd name="connsiteY1" fmla="*/ 0 h 6405236"/>
              <a:gd name="connsiteX2" fmla="*/ 11744260 w 11744260"/>
              <a:gd name="connsiteY2" fmla="*/ 333 h 6405236"/>
              <a:gd name="connsiteX3" fmla="*/ 11744260 w 11744260"/>
              <a:gd name="connsiteY3" fmla="*/ 6405236 h 6405236"/>
              <a:gd name="connsiteX4" fmla="*/ 1799 w 11744260"/>
              <a:gd name="connsiteY4" fmla="*/ 6405236 h 6405236"/>
              <a:gd name="connsiteX5" fmla="*/ 0 w 11744260"/>
              <a:gd name="connsiteY5" fmla="*/ 395654 h 6405236"/>
              <a:gd name="connsiteX6" fmla="*/ 1799 w 11744260"/>
              <a:gd name="connsiteY6" fmla="*/ 333 h 6405236"/>
              <a:gd name="connsiteX0" fmla="*/ 1799 w 11744260"/>
              <a:gd name="connsiteY0" fmla="*/ 333 h 6405236"/>
              <a:gd name="connsiteX1" fmla="*/ 624254 w 11744260"/>
              <a:gd name="connsiteY1" fmla="*/ 0 h 6405236"/>
              <a:gd name="connsiteX2" fmla="*/ 11744260 w 11744260"/>
              <a:gd name="connsiteY2" fmla="*/ 333 h 6405236"/>
              <a:gd name="connsiteX3" fmla="*/ 11744260 w 11744260"/>
              <a:gd name="connsiteY3" fmla="*/ 6405236 h 6405236"/>
              <a:gd name="connsiteX4" fmla="*/ 1799 w 11744260"/>
              <a:gd name="connsiteY4" fmla="*/ 6405236 h 6405236"/>
              <a:gd name="connsiteX5" fmla="*/ 0 w 11744260"/>
              <a:gd name="connsiteY5" fmla="*/ 395654 h 6405236"/>
              <a:gd name="connsiteX6" fmla="*/ 93239 w 11744260"/>
              <a:gd name="connsiteY6" fmla="*/ 91773 h 6405236"/>
              <a:gd name="connsiteX0" fmla="*/ 1799 w 11744260"/>
              <a:gd name="connsiteY0" fmla="*/ 333 h 6405236"/>
              <a:gd name="connsiteX1" fmla="*/ 624254 w 11744260"/>
              <a:gd name="connsiteY1" fmla="*/ 0 h 6405236"/>
              <a:gd name="connsiteX2" fmla="*/ 11744260 w 11744260"/>
              <a:gd name="connsiteY2" fmla="*/ 333 h 6405236"/>
              <a:gd name="connsiteX3" fmla="*/ 11744260 w 11744260"/>
              <a:gd name="connsiteY3" fmla="*/ 6405236 h 6405236"/>
              <a:gd name="connsiteX4" fmla="*/ 1799 w 11744260"/>
              <a:gd name="connsiteY4" fmla="*/ 6405236 h 6405236"/>
              <a:gd name="connsiteX5" fmla="*/ 0 w 11744260"/>
              <a:gd name="connsiteY5" fmla="*/ 395654 h 6405236"/>
              <a:gd name="connsiteX0" fmla="*/ 624254 w 11744260"/>
              <a:gd name="connsiteY0" fmla="*/ 0 h 6405236"/>
              <a:gd name="connsiteX1" fmla="*/ 11744260 w 11744260"/>
              <a:gd name="connsiteY1" fmla="*/ 333 h 6405236"/>
              <a:gd name="connsiteX2" fmla="*/ 11744260 w 11744260"/>
              <a:gd name="connsiteY2" fmla="*/ 6405236 h 6405236"/>
              <a:gd name="connsiteX3" fmla="*/ 1799 w 11744260"/>
              <a:gd name="connsiteY3" fmla="*/ 6405236 h 6405236"/>
              <a:gd name="connsiteX4" fmla="*/ 0 w 11744260"/>
              <a:gd name="connsiteY4" fmla="*/ 395654 h 6405236"/>
              <a:gd name="connsiteX0" fmla="*/ 472360 w 11744260"/>
              <a:gd name="connsiteY0" fmla="*/ 0 h 6405236"/>
              <a:gd name="connsiteX1" fmla="*/ 11744260 w 11744260"/>
              <a:gd name="connsiteY1" fmla="*/ 333 h 6405236"/>
              <a:gd name="connsiteX2" fmla="*/ 11744260 w 11744260"/>
              <a:gd name="connsiteY2" fmla="*/ 6405236 h 6405236"/>
              <a:gd name="connsiteX3" fmla="*/ 1799 w 11744260"/>
              <a:gd name="connsiteY3" fmla="*/ 6405236 h 6405236"/>
              <a:gd name="connsiteX4" fmla="*/ 0 w 11744260"/>
              <a:gd name="connsiteY4" fmla="*/ 395654 h 6405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44260" h="6405236">
                <a:moveTo>
                  <a:pt x="472360" y="0"/>
                </a:moveTo>
                <a:lnTo>
                  <a:pt x="11744260" y="333"/>
                </a:lnTo>
                <a:lnTo>
                  <a:pt x="11744260" y="6405236"/>
                </a:lnTo>
                <a:lnTo>
                  <a:pt x="1799" y="6405236"/>
                </a:lnTo>
                <a:cubicBezTo>
                  <a:pt x="1199" y="4402042"/>
                  <a:pt x="600" y="2398848"/>
                  <a:pt x="0" y="395654"/>
                </a:cubicBezTo>
              </a:path>
            </a:pathLst>
          </a:custGeom>
          <a:noFill/>
          <a:ln w="25400" cap="rnd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7" name="Espace réservé du texte 10">
            <a:extLst>
              <a:ext uri="{FF2B5EF4-FFF2-40B4-BE49-F238E27FC236}">
                <a16:creationId xmlns:a16="http://schemas.microsoft.com/office/drawing/2014/main" id="{9DF2EFAC-62AB-71AB-E388-A9C122008F5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6510" y="6449498"/>
            <a:ext cx="9862661" cy="203133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E5114AB-9583-1BD7-A829-DCC97D48F6BF}"/>
              </a:ext>
            </a:extLst>
          </p:cNvPr>
          <p:cNvSpPr/>
          <p:nvPr userDrawn="1"/>
        </p:nvSpPr>
        <p:spPr>
          <a:xfrm>
            <a:off x="11154271" y="6098381"/>
            <a:ext cx="821516" cy="539851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pic>
        <p:nvPicPr>
          <p:cNvPr id="17" name="Graphique 16">
            <a:extLst>
              <a:ext uri="{FF2B5EF4-FFF2-40B4-BE49-F238E27FC236}">
                <a16:creationId xmlns:a16="http://schemas.microsoft.com/office/drawing/2014/main" id="{7B78CEC4-A7BD-13E5-2FA5-EAE88C9EEF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8319" y="6212953"/>
            <a:ext cx="584354" cy="30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31113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e de titre F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8BE461-D8E1-BA76-7A47-DCCA7D1A3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62757"/>
            <a:ext cx="9144000" cy="687624"/>
          </a:xfrm>
        </p:spPr>
        <p:txBody>
          <a:bodyPr anchor="b"/>
          <a:lstStyle>
            <a:lvl1pPr algn="ctr"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1B6F76B-A6CD-0D89-D99C-E5D2421F6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44940"/>
            <a:ext cx="9144000" cy="424732"/>
          </a:xfrm>
        </p:spPr>
        <p:txBody>
          <a:bodyPr>
            <a:spAutoFit/>
          </a:bodyPr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FR" dirty="0"/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859B5F7F-0F7D-50C9-FF7A-5D974E15BA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8283" y="313672"/>
            <a:ext cx="2441575" cy="258532"/>
          </a:xfrm>
        </p:spPr>
        <p:txBody>
          <a:bodyPr/>
          <a:lstStyle>
            <a:lvl1pPr algn="r">
              <a:defRPr sz="1200" b="0" cap="all" baseline="0">
                <a:solidFill>
                  <a:schemeClr val="bg1"/>
                </a:solidFill>
                <a:latin typeface="Montserrat" panose="02000505000000020004" pitchFamily="2" charset="0"/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B96A811D-71AD-DF19-F083-C50B19AC3BE4}"/>
              </a:ext>
            </a:extLst>
          </p:cNvPr>
          <p:cNvSpPr/>
          <p:nvPr userDrawn="1"/>
        </p:nvSpPr>
        <p:spPr>
          <a:xfrm>
            <a:off x="231530" y="232996"/>
            <a:ext cx="11744260" cy="6405236"/>
          </a:xfrm>
          <a:custGeom>
            <a:avLst/>
            <a:gdLst>
              <a:gd name="connsiteX0" fmla="*/ 0 w 11742461"/>
              <a:gd name="connsiteY0" fmla="*/ 0 h 6404903"/>
              <a:gd name="connsiteX1" fmla="*/ 11742461 w 11742461"/>
              <a:gd name="connsiteY1" fmla="*/ 0 h 6404903"/>
              <a:gd name="connsiteX2" fmla="*/ 11742461 w 11742461"/>
              <a:gd name="connsiteY2" fmla="*/ 6404903 h 6404903"/>
              <a:gd name="connsiteX3" fmla="*/ 0 w 11742461"/>
              <a:gd name="connsiteY3" fmla="*/ 6404903 h 6404903"/>
              <a:gd name="connsiteX4" fmla="*/ 0 w 11742461"/>
              <a:gd name="connsiteY4" fmla="*/ 0 h 6404903"/>
              <a:gd name="connsiteX0" fmla="*/ 1799 w 11744260"/>
              <a:gd name="connsiteY0" fmla="*/ 0 h 6404903"/>
              <a:gd name="connsiteX1" fmla="*/ 11744260 w 11744260"/>
              <a:gd name="connsiteY1" fmla="*/ 0 h 6404903"/>
              <a:gd name="connsiteX2" fmla="*/ 11744260 w 11744260"/>
              <a:gd name="connsiteY2" fmla="*/ 6404903 h 6404903"/>
              <a:gd name="connsiteX3" fmla="*/ 1799 w 11744260"/>
              <a:gd name="connsiteY3" fmla="*/ 6404903 h 6404903"/>
              <a:gd name="connsiteX4" fmla="*/ 0 w 11744260"/>
              <a:gd name="connsiteY4" fmla="*/ 395321 h 6404903"/>
              <a:gd name="connsiteX5" fmla="*/ 1799 w 11744260"/>
              <a:gd name="connsiteY5" fmla="*/ 0 h 6404903"/>
              <a:gd name="connsiteX0" fmla="*/ 1799 w 11744260"/>
              <a:gd name="connsiteY0" fmla="*/ 333 h 6405236"/>
              <a:gd name="connsiteX1" fmla="*/ 624254 w 11744260"/>
              <a:gd name="connsiteY1" fmla="*/ 0 h 6405236"/>
              <a:gd name="connsiteX2" fmla="*/ 11744260 w 11744260"/>
              <a:gd name="connsiteY2" fmla="*/ 333 h 6405236"/>
              <a:gd name="connsiteX3" fmla="*/ 11744260 w 11744260"/>
              <a:gd name="connsiteY3" fmla="*/ 6405236 h 6405236"/>
              <a:gd name="connsiteX4" fmla="*/ 1799 w 11744260"/>
              <a:gd name="connsiteY4" fmla="*/ 6405236 h 6405236"/>
              <a:gd name="connsiteX5" fmla="*/ 0 w 11744260"/>
              <a:gd name="connsiteY5" fmla="*/ 395654 h 6405236"/>
              <a:gd name="connsiteX6" fmla="*/ 1799 w 11744260"/>
              <a:gd name="connsiteY6" fmla="*/ 333 h 6405236"/>
              <a:gd name="connsiteX0" fmla="*/ 1799 w 11744260"/>
              <a:gd name="connsiteY0" fmla="*/ 333 h 6405236"/>
              <a:gd name="connsiteX1" fmla="*/ 624254 w 11744260"/>
              <a:gd name="connsiteY1" fmla="*/ 0 h 6405236"/>
              <a:gd name="connsiteX2" fmla="*/ 11744260 w 11744260"/>
              <a:gd name="connsiteY2" fmla="*/ 333 h 6405236"/>
              <a:gd name="connsiteX3" fmla="*/ 11744260 w 11744260"/>
              <a:gd name="connsiteY3" fmla="*/ 6405236 h 6405236"/>
              <a:gd name="connsiteX4" fmla="*/ 1799 w 11744260"/>
              <a:gd name="connsiteY4" fmla="*/ 6405236 h 6405236"/>
              <a:gd name="connsiteX5" fmla="*/ 0 w 11744260"/>
              <a:gd name="connsiteY5" fmla="*/ 395654 h 6405236"/>
              <a:gd name="connsiteX6" fmla="*/ 93239 w 11744260"/>
              <a:gd name="connsiteY6" fmla="*/ 91773 h 6405236"/>
              <a:gd name="connsiteX0" fmla="*/ 1799 w 11744260"/>
              <a:gd name="connsiteY0" fmla="*/ 333 h 6405236"/>
              <a:gd name="connsiteX1" fmla="*/ 624254 w 11744260"/>
              <a:gd name="connsiteY1" fmla="*/ 0 h 6405236"/>
              <a:gd name="connsiteX2" fmla="*/ 11744260 w 11744260"/>
              <a:gd name="connsiteY2" fmla="*/ 333 h 6405236"/>
              <a:gd name="connsiteX3" fmla="*/ 11744260 w 11744260"/>
              <a:gd name="connsiteY3" fmla="*/ 6405236 h 6405236"/>
              <a:gd name="connsiteX4" fmla="*/ 1799 w 11744260"/>
              <a:gd name="connsiteY4" fmla="*/ 6405236 h 6405236"/>
              <a:gd name="connsiteX5" fmla="*/ 0 w 11744260"/>
              <a:gd name="connsiteY5" fmla="*/ 395654 h 6405236"/>
              <a:gd name="connsiteX0" fmla="*/ 624254 w 11744260"/>
              <a:gd name="connsiteY0" fmla="*/ 0 h 6405236"/>
              <a:gd name="connsiteX1" fmla="*/ 11744260 w 11744260"/>
              <a:gd name="connsiteY1" fmla="*/ 333 h 6405236"/>
              <a:gd name="connsiteX2" fmla="*/ 11744260 w 11744260"/>
              <a:gd name="connsiteY2" fmla="*/ 6405236 h 6405236"/>
              <a:gd name="connsiteX3" fmla="*/ 1799 w 11744260"/>
              <a:gd name="connsiteY3" fmla="*/ 6405236 h 6405236"/>
              <a:gd name="connsiteX4" fmla="*/ 0 w 11744260"/>
              <a:gd name="connsiteY4" fmla="*/ 395654 h 6405236"/>
              <a:gd name="connsiteX0" fmla="*/ 472360 w 11744260"/>
              <a:gd name="connsiteY0" fmla="*/ 0 h 6405236"/>
              <a:gd name="connsiteX1" fmla="*/ 11744260 w 11744260"/>
              <a:gd name="connsiteY1" fmla="*/ 333 h 6405236"/>
              <a:gd name="connsiteX2" fmla="*/ 11744260 w 11744260"/>
              <a:gd name="connsiteY2" fmla="*/ 6405236 h 6405236"/>
              <a:gd name="connsiteX3" fmla="*/ 1799 w 11744260"/>
              <a:gd name="connsiteY3" fmla="*/ 6405236 h 6405236"/>
              <a:gd name="connsiteX4" fmla="*/ 0 w 11744260"/>
              <a:gd name="connsiteY4" fmla="*/ 395654 h 6405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44260" h="6405236">
                <a:moveTo>
                  <a:pt x="472360" y="0"/>
                </a:moveTo>
                <a:lnTo>
                  <a:pt x="11744260" y="333"/>
                </a:lnTo>
                <a:lnTo>
                  <a:pt x="11744260" y="6405236"/>
                </a:lnTo>
                <a:lnTo>
                  <a:pt x="1799" y="6405236"/>
                </a:lnTo>
                <a:cubicBezTo>
                  <a:pt x="1199" y="4402042"/>
                  <a:pt x="600" y="2398848"/>
                  <a:pt x="0" y="395654"/>
                </a:cubicBezTo>
              </a:path>
            </a:pathLst>
          </a:custGeom>
          <a:noFill/>
          <a:ln w="25400" cap="rnd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7" name="Espace réservé du texte 10">
            <a:extLst>
              <a:ext uri="{FF2B5EF4-FFF2-40B4-BE49-F238E27FC236}">
                <a16:creationId xmlns:a16="http://schemas.microsoft.com/office/drawing/2014/main" id="{FD65F947-C2FC-B401-80AB-CDD8BB09620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6510" y="6449498"/>
            <a:ext cx="9862661" cy="203133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533A88-B116-F8A2-4683-2AC8DC4EE109}"/>
              </a:ext>
            </a:extLst>
          </p:cNvPr>
          <p:cNvSpPr/>
          <p:nvPr userDrawn="1"/>
        </p:nvSpPr>
        <p:spPr>
          <a:xfrm>
            <a:off x="11154271" y="6098381"/>
            <a:ext cx="821516" cy="539851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pic>
        <p:nvPicPr>
          <p:cNvPr id="17" name="Graphique 16">
            <a:extLst>
              <a:ext uri="{FF2B5EF4-FFF2-40B4-BE49-F238E27FC236}">
                <a16:creationId xmlns:a16="http://schemas.microsoft.com/office/drawing/2014/main" id="{02D4AEC2-9777-2992-FAE8-A793B54A1F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8319" y="6212953"/>
            <a:ext cx="584354" cy="30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15017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e de titre 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8BE461-D8E1-BA76-7A47-DCCA7D1A3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62757"/>
            <a:ext cx="9144000" cy="687624"/>
          </a:xfrm>
        </p:spPr>
        <p:txBody>
          <a:bodyPr anchor="b"/>
          <a:lstStyle>
            <a:lvl1pPr algn="ctr"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1B6F76B-A6CD-0D89-D99C-E5D2421F6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44940"/>
            <a:ext cx="9144000" cy="424732"/>
          </a:xfrm>
        </p:spPr>
        <p:txBody>
          <a:bodyPr>
            <a:spAutoFit/>
          </a:bodyPr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FR" dirty="0"/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859B5F7F-0F7D-50C9-FF7A-5D974E15BA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8283" y="313672"/>
            <a:ext cx="2441575" cy="258532"/>
          </a:xfrm>
        </p:spPr>
        <p:txBody>
          <a:bodyPr/>
          <a:lstStyle>
            <a:lvl1pPr algn="r">
              <a:defRPr sz="1200" b="0" cap="all" baseline="0">
                <a:solidFill>
                  <a:schemeClr val="bg1"/>
                </a:solidFill>
                <a:latin typeface="Montserrat" panose="02000505000000020004" pitchFamily="2" charset="0"/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8E4B358A-5B72-D335-7F44-F54C745D2A56}"/>
              </a:ext>
            </a:extLst>
          </p:cNvPr>
          <p:cNvSpPr/>
          <p:nvPr userDrawn="1"/>
        </p:nvSpPr>
        <p:spPr>
          <a:xfrm>
            <a:off x="231530" y="232996"/>
            <a:ext cx="11744260" cy="6405236"/>
          </a:xfrm>
          <a:custGeom>
            <a:avLst/>
            <a:gdLst>
              <a:gd name="connsiteX0" fmla="*/ 0 w 11742461"/>
              <a:gd name="connsiteY0" fmla="*/ 0 h 6404903"/>
              <a:gd name="connsiteX1" fmla="*/ 11742461 w 11742461"/>
              <a:gd name="connsiteY1" fmla="*/ 0 h 6404903"/>
              <a:gd name="connsiteX2" fmla="*/ 11742461 w 11742461"/>
              <a:gd name="connsiteY2" fmla="*/ 6404903 h 6404903"/>
              <a:gd name="connsiteX3" fmla="*/ 0 w 11742461"/>
              <a:gd name="connsiteY3" fmla="*/ 6404903 h 6404903"/>
              <a:gd name="connsiteX4" fmla="*/ 0 w 11742461"/>
              <a:gd name="connsiteY4" fmla="*/ 0 h 6404903"/>
              <a:gd name="connsiteX0" fmla="*/ 1799 w 11744260"/>
              <a:gd name="connsiteY0" fmla="*/ 0 h 6404903"/>
              <a:gd name="connsiteX1" fmla="*/ 11744260 w 11744260"/>
              <a:gd name="connsiteY1" fmla="*/ 0 h 6404903"/>
              <a:gd name="connsiteX2" fmla="*/ 11744260 w 11744260"/>
              <a:gd name="connsiteY2" fmla="*/ 6404903 h 6404903"/>
              <a:gd name="connsiteX3" fmla="*/ 1799 w 11744260"/>
              <a:gd name="connsiteY3" fmla="*/ 6404903 h 6404903"/>
              <a:gd name="connsiteX4" fmla="*/ 0 w 11744260"/>
              <a:gd name="connsiteY4" fmla="*/ 395321 h 6404903"/>
              <a:gd name="connsiteX5" fmla="*/ 1799 w 11744260"/>
              <a:gd name="connsiteY5" fmla="*/ 0 h 6404903"/>
              <a:gd name="connsiteX0" fmla="*/ 1799 w 11744260"/>
              <a:gd name="connsiteY0" fmla="*/ 333 h 6405236"/>
              <a:gd name="connsiteX1" fmla="*/ 624254 w 11744260"/>
              <a:gd name="connsiteY1" fmla="*/ 0 h 6405236"/>
              <a:gd name="connsiteX2" fmla="*/ 11744260 w 11744260"/>
              <a:gd name="connsiteY2" fmla="*/ 333 h 6405236"/>
              <a:gd name="connsiteX3" fmla="*/ 11744260 w 11744260"/>
              <a:gd name="connsiteY3" fmla="*/ 6405236 h 6405236"/>
              <a:gd name="connsiteX4" fmla="*/ 1799 w 11744260"/>
              <a:gd name="connsiteY4" fmla="*/ 6405236 h 6405236"/>
              <a:gd name="connsiteX5" fmla="*/ 0 w 11744260"/>
              <a:gd name="connsiteY5" fmla="*/ 395654 h 6405236"/>
              <a:gd name="connsiteX6" fmla="*/ 1799 w 11744260"/>
              <a:gd name="connsiteY6" fmla="*/ 333 h 6405236"/>
              <a:gd name="connsiteX0" fmla="*/ 1799 w 11744260"/>
              <a:gd name="connsiteY0" fmla="*/ 333 h 6405236"/>
              <a:gd name="connsiteX1" fmla="*/ 624254 w 11744260"/>
              <a:gd name="connsiteY1" fmla="*/ 0 h 6405236"/>
              <a:gd name="connsiteX2" fmla="*/ 11744260 w 11744260"/>
              <a:gd name="connsiteY2" fmla="*/ 333 h 6405236"/>
              <a:gd name="connsiteX3" fmla="*/ 11744260 w 11744260"/>
              <a:gd name="connsiteY3" fmla="*/ 6405236 h 6405236"/>
              <a:gd name="connsiteX4" fmla="*/ 1799 w 11744260"/>
              <a:gd name="connsiteY4" fmla="*/ 6405236 h 6405236"/>
              <a:gd name="connsiteX5" fmla="*/ 0 w 11744260"/>
              <a:gd name="connsiteY5" fmla="*/ 395654 h 6405236"/>
              <a:gd name="connsiteX6" fmla="*/ 93239 w 11744260"/>
              <a:gd name="connsiteY6" fmla="*/ 91773 h 6405236"/>
              <a:gd name="connsiteX0" fmla="*/ 1799 w 11744260"/>
              <a:gd name="connsiteY0" fmla="*/ 333 h 6405236"/>
              <a:gd name="connsiteX1" fmla="*/ 624254 w 11744260"/>
              <a:gd name="connsiteY1" fmla="*/ 0 h 6405236"/>
              <a:gd name="connsiteX2" fmla="*/ 11744260 w 11744260"/>
              <a:gd name="connsiteY2" fmla="*/ 333 h 6405236"/>
              <a:gd name="connsiteX3" fmla="*/ 11744260 w 11744260"/>
              <a:gd name="connsiteY3" fmla="*/ 6405236 h 6405236"/>
              <a:gd name="connsiteX4" fmla="*/ 1799 w 11744260"/>
              <a:gd name="connsiteY4" fmla="*/ 6405236 h 6405236"/>
              <a:gd name="connsiteX5" fmla="*/ 0 w 11744260"/>
              <a:gd name="connsiteY5" fmla="*/ 395654 h 6405236"/>
              <a:gd name="connsiteX0" fmla="*/ 624254 w 11744260"/>
              <a:gd name="connsiteY0" fmla="*/ 0 h 6405236"/>
              <a:gd name="connsiteX1" fmla="*/ 11744260 w 11744260"/>
              <a:gd name="connsiteY1" fmla="*/ 333 h 6405236"/>
              <a:gd name="connsiteX2" fmla="*/ 11744260 w 11744260"/>
              <a:gd name="connsiteY2" fmla="*/ 6405236 h 6405236"/>
              <a:gd name="connsiteX3" fmla="*/ 1799 w 11744260"/>
              <a:gd name="connsiteY3" fmla="*/ 6405236 h 6405236"/>
              <a:gd name="connsiteX4" fmla="*/ 0 w 11744260"/>
              <a:gd name="connsiteY4" fmla="*/ 395654 h 6405236"/>
              <a:gd name="connsiteX0" fmla="*/ 472360 w 11744260"/>
              <a:gd name="connsiteY0" fmla="*/ 0 h 6405236"/>
              <a:gd name="connsiteX1" fmla="*/ 11744260 w 11744260"/>
              <a:gd name="connsiteY1" fmla="*/ 333 h 6405236"/>
              <a:gd name="connsiteX2" fmla="*/ 11744260 w 11744260"/>
              <a:gd name="connsiteY2" fmla="*/ 6405236 h 6405236"/>
              <a:gd name="connsiteX3" fmla="*/ 1799 w 11744260"/>
              <a:gd name="connsiteY3" fmla="*/ 6405236 h 6405236"/>
              <a:gd name="connsiteX4" fmla="*/ 0 w 11744260"/>
              <a:gd name="connsiteY4" fmla="*/ 395654 h 6405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44260" h="6405236">
                <a:moveTo>
                  <a:pt x="472360" y="0"/>
                </a:moveTo>
                <a:lnTo>
                  <a:pt x="11744260" y="333"/>
                </a:lnTo>
                <a:lnTo>
                  <a:pt x="11744260" y="6405236"/>
                </a:lnTo>
                <a:lnTo>
                  <a:pt x="1799" y="6405236"/>
                </a:lnTo>
                <a:cubicBezTo>
                  <a:pt x="1199" y="4402042"/>
                  <a:pt x="600" y="2398848"/>
                  <a:pt x="0" y="395654"/>
                </a:cubicBezTo>
              </a:path>
            </a:pathLst>
          </a:custGeom>
          <a:noFill/>
          <a:ln w="25400" cap="rnd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7" name="Espace réservé du texte 10">
            <a:extLst>
              <a:ext uri="{FF2B5EF4-FFF2-40B4-BE49-F238E27FC236}">
                <a16:creationId xmlns:a16="http://schemas.microsoft.com/office/drawing/2014/main" id="{0C81F077-F46E-0A59-C6A6-FDB413CC66F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6510" y="6449498"/>
            <a:ext cx="9862661" cy="203133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42B828-C5A7-D0EC-A8BE-6A182FC080B7}"/>
              </a:ext>
            </a:extLst>
          </p:cNvPr>
          <p:cNvSpPr/>
          <p:nvPr userDrawn="1"/>
        </p:nvSpPr>
        <p:spPr>
          <a:xfrm>
            <a:off x="11154271" y="6098381"/>
            <a:ext cx="821516" cy="539851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pic>
        <p:nvPicPr>
          <p:cNvPr id="17" name="Graphique 16">
            <a:extLst>
              <a:ext uri="{FF2B5EF4-FFF2-40B4-BE49-F238E27FC236}">
                <a16:creationId xmlns:a16="http://schemas.microsoft.com/office/drawing/2014/main" id="{BF95CB93-6AFA-3102-2DF1-62867BFE01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8319" y="6212953"/>
            <a:ext cx="584354" cy="30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59840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Diapositive de titr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8EA8FE1-3536-4920-2815-ACC26FF266A6}"/>
              </a:ext>
            </a:extLst>
          </p:cNvPr>
          <p:cNvSpPr/>
          <p:nvPr userDrawn="1"/>
        </p:nvSpPr>
        <p:spPr>
          <a:xfrm>
            <a:off x="231527" y="232995"/>
            <a:ext cx="11744260" cy="6405236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08BE461-D8E1-BA76-7A47-DCCA7D1A3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62757"/>
            <a:ext cx="9144000" cy="687624"/>
          </a:xfrm>
        </p:spPr>
        <p:txBody>
          <a:bodyPr anchor="b"/>
          <a:lstStyle>
            <a:lvl1pPr algn="ctr">
              <a:lnSpc>
                <a:spcPct val="8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1B6F76B-A6CD-0D89-D99C-E5D2421F6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44940"/>
            <a:ext cx="9144000" cy="424732"/>
          </a:xfrm>
        </p:spPr>
        <p:txBody>
          <a:bodyPr>
            <a:spAutoFit/>
          </a:bodyPr>
          <a:lstStyle>
            <a:lvl1pPr marL="0" indent="0" algn="ctr">
              <a:buNone/>
              <a:defRPr sz="240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859B5F7F-0F7D-50C9-FF7A-5D974E15BA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8283" y="313672"/>
            <a:ext cx="2441575" cy="258532"/>
          </a:xfrm>
        </p:spPr>
        <p:txBody>
          <a:bodyPr/>
          <a:lstStyle>
            <a:lvl1pPr algn="r">
              <a:defRPr sz="1200" b="0" cap="all" baseline="0">
                <a:solidFill>
                  <a:schemeClr val="accent2"/>
                </a:solidFill>
                <a:latin typeface="Montserrat" panose="02000505000000020004" pitchFamily="2" charset="0"/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5" name="Espace réservé du texte 10">
            <a:extLst>
              <a:ext uri="{FF2B5EF4-FFF2-40B4-BE49-F238E27FC236}">
                <a16:creationId xmlns:a16="http://schemas.microsoft.com/office/drawing/2014/main" id="{23242F0D-48D6-8274-285E-B767C1F02BE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6510" y="6449498"/>
            <a:ext cx="9862661" cy="203133"/>
          </a:xfrm>
        </p:spPr>
        <p:txBody>
          <a:bodyPr/>
          <a:lstStyle>
            <a:lvl1pPr>
              <a:defRPr sz="800">
                <a:solidFill>
                  <a:schemeClr val="accent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60AE24-444E-E2F0-A4F9-4E8159F9E9F6}"/>
              </a:ext>
            </a:extLst>
          </p:cNvPr>
          <p:cNvSpPr/>
          <p:nvPr userDrawn="1"/>
        </p:nvSpPr>
        <p:spPr>
          <a:xfrm>
            <a:off x="11154271" y="6098381"/>
            <a:ext cx="821516" cy="539851"/>
          </a:xfrm>
          <a:prstGeom prst="rect">
            <a:avLst/>
          </a:prstGeom>
          <a:solidFill>
            <a:schemeClr val="bg1"/>
          </a:solidFill>
          <a:ln w="25400">
            <a:solidFill>
              <a:srgbClr val="0A00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8" name="Espace réservé pour une image  12">
            <a:extLst>
              <a:ext uri="{FF2B5EF4-FFF2-40B4-BE49-F238E27FC236}">
                <a16:creationId xmlns:a16="http://schemas.microsoft.com/office/drawing/2014/main" id="{3ED1E83D-B343-A7E9-CDD7-541ACCBF0E2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85413" y="78660"/>
            <a:ext cx="1079851" cy="258532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200"/>
            </a:lvl1pPr>
          </a:lstStyle>
          <a:p>
            <a:r>
              <a:rPr lang="fr-FR" dirty="0"/>
              <a:t>Logo de la BU</a:t>
            </a:r>
          </a:p>
        </p:txBody>
      </p:sp>
      <p:sp>
        <p:nvSpPr>
          <p:cNvPr id="10" name="Espace réservé pour une image  12">
            <a:extLst>
              <a:ext uri="{FF2B5EF4-FFF2-40B4-BE49-F238E27FC236}">
                <a16:creationId xmlns:a16="http://schemas.microsoft.com/office/drawing/2014/main" id="{518276BF-72AD-E628-6C40-7600E73B20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16508" y="6025805"/>
            <a:ext cx="1079851" cy="424732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200"/>
            </a:lvl1pPr>
          </a:lstStyle>
          <a:p>
            <a:r>
              <a:rPr lang="fr-FR" dirty="0"/>
              <a:t>Logo du niveau N-1</a:t>
            </a:r>
          </a:p>
        </p:txBody>
      </p:sp>
      <p:pic>
        <p:nvPicPr>
          <p:cNvPr id="19" name="Graphique 18">
            <a:extLst>
              <a:ext uri="{FF2B5EF4-FFF2-40B4-BE49-F238E27FC236}">
                <a16:creationId xmlns:a16="http://schemas.microsoft.com/office/drawing/2014/main" id="{28CCE056-66DC-7E39-966B-5356B310B0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8319" y="6212953"/>
            <a:ext cx="584354" cy="30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63794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Diapositive de titre 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8EA8FE1-3536-4920-2815-ACC26FF266A6}"/>
              </a:ext>
            </a:extLst>
          </p:cNvPr>
          <p:cNvSpPr/>
          <p:nvPr userDrawn="1"/>
        </p:nvSpPr>
        <p:spPr>
          <a:xfrm>
            <a:off x="231527" y="232995"/>
            <a:ext cx="11744260" cy="6405236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08BE461-D8E1-BA76-7A47-DCCA7D1A3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62757"/>
            <a:ext cx="9144000" cy="687624"/>
          </a:xfrm>
        </p:spPr>
        <p:txBody>
          <a:bodyPr anchor="b"/>
          <a:lstStyle>
            <a:lvl1pPr algn="ctr"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1B6F76B-A6CD-0D89-D99C-E5D2421F6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44940"/>
            <a:ext cx="9144000" cy="424732"/>
          </a:xfrm>
        </p:spPr>
        <p:txBody>
          <a:bodyPr>
            <a:sp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859B5F7F-0F7D-50C9-FF7A-5D974E15BA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8283" y="313672"/>
            <a:ext cx="2441575" cy="258532"/>
          </a:xfrm>
        </p:spPr>
        <p:txBody>
          <a:bodyPr/>
          <a:lstStyle>
            <a:lvl1pPr algn="r">
              <a:defRPr sz="1200" b="0" cap="all" baseline="0">
                <a:solidFill>
                  <a:schemeClr val="bg1"/>
                </a:solidFill>
                <a:latin typeface="Montserrat" panose="02000505000000020004" pitchFamily="2" charset="0"/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5" name="Espace réservé du texte 10">
            <a:extLst>
              <a:ext uri="{FF2B5EF4-FFF2-40B4-BE49-F238E27FC236}">
                <a16:creationId xmlns:a16="http://schemas.microsoft.com/office/drawing/2014/main" id="{23242F0D-48D6-8274-285E-B767C1F02BE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6510" y="6449498"/>
            <a:ext cx="9862661" cy="203133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60AE24-444E-E2F0-A4F9-4E8159F9E9F6}"/>
              </a:ext>
            </a:extLst>
          </p:cNvPr>
          <p:cNvSpPr/>
          <p:nvPr userDrawn="1"/>
        </p:nvSpPr>
        <p:spPr>
          <a:xfrm>
            <a:off x="11154271" y="6098381"/>
            <a:ext cx="821516" cy="539851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8" name="Espace réservé pour une image  12">
            <a:extLst>
              <a:ext uri="{FF2B5EF4-FFF2-40B4-BE49-F238E27FC236}">
                <a16:creationId xmlns:a16="http://schemas.microsoft.com/office/drawing/2014/main" id="{3ED1E83D-B343-A7E9-CDD7-541ACCBF0E2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85413" y="78661"/>
            <a:ext cx="1079851" cy="258532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200"/>
            </a:lvl1pPr>
          </a:lstStyle>
          <a:p>
            <a:r>
              <a:rPr lang="fr-FR" dirty="0"/>
              <a:t>Logo</a:t>
            </a:r>
          </a:p>
        </p:txBody>
      </p:sp>
      <p:sp>
        <p:nvSpPr>
          <p:cNvPr id="10" name="Espace réservé pour une image  12">
            <a:extLst>
              <a:ext uri="{FF2B5EF4-FFF2-40B4-BE49-F238E27FC236}">
                <a16:creationId xmlns:a16="http://schemas.microsoft.com/office/drawing/2014/main" id="{518276BF-72AD-E628-6C40-7600E73B20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16508" y="6025806"/>
            <a:ext cx="1079851" cy="258532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200"/>
            </a:lvl1pPr>
          </a:lstStyle>
          <a:p>
            <a:r>
              <a:rPr lang="fr-FR" dirty="0"/>
              <a:t>Logo</a:t>
            </a:r>
          </a:p>
        </p:txBody>
      </p:sp>
      <p:pic>
        <p:nvPicPr>
          <p:cNvPr id="19" name="Graphique 18">
            <a:extLst>
              <a:ext uri="{FF2B5EF4-FFF2-40B4-BE49-F238E27FC236}">
                <a16:creationId xmlns:a16="http://schemas.microsoft.com/office/drawing/2014/main" id="{08666711-8CCA-C6BA-84E2-748C11DAEEF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8319" y="6212953"/>
            <a:ext cx="584354" cy="30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61163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Diapositive de titre A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8EA8FE1-3536-4920-2815-ACC26FF266A6}"/>
              </a:ext>
            </a:extLst>
          </p:cNvPr>
          <p:cNvSpPr/>
          <p:nvPr userDrawn="1"/>
        </p:nvSpPr>
        <p:spPr>
          <a:xfrm>
            <a:off x="231527" y="232995"/>
            <a:ext cx="11744260" cy="6405236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08BE461-D8E1-BA76-7A47-DCCA7D1A3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62757"/>
            <a:ext cx="9144000" cy="687624"/>
          </a:xfrm>
        </p:spPr>
        <p:txBody>
          <a:bodyPr anchor="b"/>
          <a:lstStyle>
            <a:lvl1pPr algn="ctr"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1B6F76B-A6CD-0D89-D99C-E5D2421F6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44940"/>
            <a:ext cx="9144000" cy="424732"/>
          </a:xfrm>
        </p:spPr>
        <p:txBody>
          <a:bodyPr>
            <a:spAutoFit/>
          </a:bodyPr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FR" dirty="0"/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859B5F7F-0F7D-50C9-FF7A-5D974E15BA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8283" y="313672"/>
            <a:ext cx="2441575" cy="258532"/>
          </a:xfrm>
        </p:spPr>
        <p:txBody>
          <a:bodyPr/>
          <a:lstStyle>
            <a:lvl1pPr algn="r">
              <a:defRPr sz="1200" b="0" cap="all" baseline="0">
                <a:solidFill>
                  <a:schemeClr val="bg1"/>
                </a:solidFill>
                <a:latin typeface="Montserrat" panose="02000505000000020004" pitchFamily="2" charset="0"/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5" name="Espace réservé du texte 10">
            <a:extLst>
              <a:ext uri="{FF2B5EF4-FFF2-40B4-BE49-F238E27FC236}">
                <a16:creationId xmlns:a16="http://schemas.microsoft.com/office/drawing/2014/main" id="{23242F0D-48D6-8274-285E-B767C1F02BE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6510" y="6449498"/>
            <a:ext cx="9862661" cy="203133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60AE24-444E-E2F0-A4F9-4E8159F9E9F6}"/>
              </a:ext>
            </a:extLst>
          </p:cNvPr>
          <p:cNvSpPr/>
          <p:nvPr userDrawn="1"/>
        </p:nvSpPr>
        <p:spPr>
          <a:xfrm>
            <a:off x="11154271" y="6098381"/>
            <a:ext cx="821516" cy="539851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8" name="Espace réservé pour une image  12">
            <a:extLst>
              <a:ext uri="{FF2B5EF4-FFF2-40B4-BE49-F238E27FC236}">
                <a16:creationId xmlns:a16="http://schemas.microsoft.com/office/drawing/2014/main" id="{3ED1E83D-B343-A7E9-CDD7-541ACCBF0E2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85413" y="78661"/>
            <a:ext cx="1079851" cy="258532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200"/>
            </a:lvl1pPr>
          </a:lstStyle>
          <a:p>
            <a:r>
              <a:rPr lang="fr-FR" dirty="0"/>
              <a:t>Logo</a:t>
            </a:r>
          </a:p>
        </p:txBody>
      </p:sp>
      <p:sp>
        <p:nvSpPr>
          <p:cNvPr id="10" name="Espace réservé pour une image  12">
            <a:extLst>
              <a:ext uri="{FF2B5EF4-FFF2-40B4-BE49-F238E27FC236}">
                <a16:creationId xmlns:a16="http://schemas.microsoft.com/office/drawing/2014/main" id="{518276BF-72AD-E628-6C40-7600E73B20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16508" y="6025806"/>
            <a:ext cx="1079851" cy="258532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200"/>
            </a:lvl1pPr>
          </a:lstStyle>
          <a:p>
            <a:r>
              <a:rPr lang="fr-FR" dirty="0"/>
              <a:t>Logo</a:t>
            </a:r>
          </a:p>
        </p:txBody>
      </p:sp>
      <p:pic>
        <p:nvPicPr>
          <p:cNvPr id="19" name="Graphique 18">
            <a:extLst>
              <a:ext uri="{FF2B5EF4-FFF2-40B4-BE49-F238E27FC236}">
                <a16:creationId xmlns:a16="http://schemas.microsoft.com/office/drawing/2014/main" id="{81C6A1BF-ECB2-A7F1-1A4D-1CFA53953C7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8319" y="6212953"/>
            <a:ext cx="584354" cy="30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76095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Diapositive de titre A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8EA8FE1-3536-4920-2815-ACC26FF266A6}"/>
              </a:ext>
            </a:extLst>
          </p:cNvPr>
          <p:cNvSpPr/>
          <p:nvPr userDrawn="1"/>
        </p:nvSpPr>
        <p:spPr>
          <a:xfrm>
            <a:off x="231527" y="232995"/>
            <a:ext cx="11744260" cy="6405236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08BE461-D8E1-BA76-7A47-DCCA7D1A3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62757"/>
            <a:ext cx="9144000" cy="687624"/>
          </a:xfrm>
        </p:spPr>
        <p:txBody>
          <a:bodyPr anchor="b"/>
          <a:lstStyle>
            <a:lvl1pPr algn="ctr"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1B6F76B-A6CD-0D89-D99C-E5D2421F6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44940"/>
            <a:ext cx="9144000" cy="424732"/>
          </a:xfrm>
        </p:spPr>
        <p:txBody>
          <a:bodyPr>
            <a:spAutoFit/>
          </a:bodyPr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FR" dirty="0"/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859B5F7F-0F7D-50C9-FF7A-5D974E15BA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8283" y="313672"/>
            <a:ext cx="2441575" cy="258532"/>
          </a:xfrm>
        </p:spPr>
        <p:txBody>
          <a:bodyPr/>
          <a:lstStyle>
            <a:lvl1pPr algn="r">
              <a:defRPr sz="1200" b="0" cap="all" baseline="0">
                <a:solidFill>
                  <a:schemeClr val="bg1"/>
                </a:solidFill>
                <a:latin typeface="Montserrat" panose="02000505000000020004" pitchFamily="2" charset="0"/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5" name="Espace réservé du texte 10">
            <a:extLst>
              <a:ext uri="{FF2B5EF4-FFF2-40B4-BE49-F238E27FC236}">
                <a16:creationId xmlns:a16="http://schemas.microsoft.com/office/drawing/2014/main" id="{23242F0D-48D6-8274-285E-B767C1F02BE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6510" y="6449498"/>
            <a:ext cx="9862661" cy="203133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60AE24-444E-E2F0-A4F9-4E8159F9E9F6}"/>
              </a:ext>
            </a:extLst>
          </p:cNvPr>
          <p:cNvSpPr/>
          <p:nvPr userDrawn="1"/>
        </p:nvSpPr>
        <p:spPr>
          <a:xfrm>
            <a:off x="11154271" y="6098381"/>
            <a:ext cx="821516" cy="539851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8" name="Espace réservé pour une image  12">
            <a:extLst>
              <a:ext uri="{FF2B5EF4-FFF2-40B4-BE49-F238E27FC236}">
                <a16:creationId xmlns:a16="http://schemas.microsoft.com/office/drawing/2014/main" id="{3ED1E83D-B343-A7E9-CDD7-541ACCBF0E2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85413" y="78661"/>
            <a:ext cx="1079851" cy="258532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200"/>
            </a:lvl1pPr>
          </a:lstStyle>
          <a:p>
            <a:r>
              <a:rPr lang="fr-FR" dirty="0"/>
              <a:t>Logo</a:t>
            </a:r>
          </a:p>
        </p:txBody>
      </p:sp>
      <p:sp>
        <p:nvSpPr>
          <p:cNvPr id="10" name="Espace réservé pour une image  12">
            <a:extLst>
              <a:ext uri="{FF2B5EF4-FFF2-40B4-BE49-F238E27FC236}">
                <a16:creationId xmlns:a16="http://schemas.microsoft.com/office/drawing/2014/main" id="{518276BF-72AD-E628-6C40-7600E73B20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16508" y="6025806"/>
            <a:ext cx="1079851" cy="258532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200"/>
            </a:lvl1pPr>
          </a:lstStyle>
          <a:p>
            <a:r>
              <a:rPr lang="fr-FR" dirty="0"/>
              <a:t>Logo</a:t>
            </a:r>
          </a:p>
        </p:txBody>
      </p:sp>
      <p:pic>
        <p:nvPicPr>
          <p:cNvPr id="19" name="Graphique 18">
            <a:extLst>
              <a:ext uri="{FF2B5EF4-FFF2-40B4-BE49-F238E27FC236}">
                <a16:creationId xmlns:a16="http://schemas.microsoft.com/office/drawing/2014/main" id="{58C1FCC7-37ED-3D94-5F21-883FBEA0BD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8319" y="6212953"/>
            <a:ext cx="584354" cy="30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18022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Diapositive de titre A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8EA8FE1-3536-4920-2815-ACC26FF266A6}"/>
              </a:ext>
            </a:extLst>
          </p:cNvPr>
          <p:cNvSpPr/>
          <p:nvPr userDrawn="1"/>
        </p:nvSpPr>
        <p:spPr>
          <a:xfrm>
            <a:off x="231527" y="232995"/>
            <a:ext cx="11744260" cy="6405236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08BE461-D8E1-BA76-7A47-DCCA7D1A3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62757"/>
            <a:ext cx="9144000" cy="687624"/>
          </a:xfrm>
        </p:spPr>
        <p:txBody>
          <a:bodyPr anchor="b"/>
          <a:lstStyle>
            <a:lvl1pPr algn="ctr"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1B6F76B-A6CD-0D89-D99C-E5D2421F6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44940"/>
            <a:ext cx="9144000" cy="424732"/>
          </a:xfrm>
        </p:spPr>
        <p:txBody>
          <a:bodyPr>
            <a:spAutoFit/>
          </a:bodyPr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FR" dirty="0"/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859B5F7F-0F7D-50C9-FF7A-5D974E15BA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8283" y="313672"/>
            <a:ext cx="2441575" cy="258532"/>
          </a:xfrm>
        </p:spPr>
        <p:txBody>
          <a:bodyPr/>
          <a:lstStyle>
            <a:lvl1pPr algn="r">
              <a:defRPr sz="1200" b="0" cap="all" baseline="0">
                <a:solidFill>
                  <a:schemeClr val="bg1"/>
                </a:solidFill>
                <a:latin typeface="Montserrat" panose="02000505000000020004" pitchFamily="2" charset="0"/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5" name="Espace réservé du texte 10">
            <a:extLst>
              <a:ext uri="{FF2B5EF4-FFF2-40B4-BE49-F238E27FC236}">
                <a16:creationId xmlns:a16="http://schemas.microsoft.com/office/drawing/2014/main" id="{23242F0D-48D6-8274-285E-B767C1F02BE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6510" y="6449498"/>
            <a:ext cx="9862661" cy="203133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60AE24-444E-E2F0-A4F9-4E8159F9E9F6}"/>
              </a:ext>
            </a:extLst>
          </p:cNvPr>
          <p:cNvSpPr/>
          <p:nvPr userDrawn="1"/>
        </p:nvSpPr>
        <p:spPr>
          <a:xfrm>
            <a:off x="11154271" y="6098381"/>
            <a:ext cx="821516" cy="539851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8" name="Espace réservé pour une image  12">
            <a:extLst>
              <a:ext uri="{FF2B5EF4-FFF2-40B4-BE49-F238E27FC236}">
                <a16:creationId xmlns:a16="http://schemas.microsoft.com/office/drawing/2014/main" id="{3ED1E83D-B343-A7E9-CDD7-541ACCBF0E2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85413" y="78661"/>
            <a:ext cx="1079851" cy="258532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200"/>
            </a:lvl1pPr>
          </a:lstStyle>
          <a:p>
            <a:r>
              <a:rPr lang="fr-FR" dirty="0"/>
              <a:t>Logo</a:t>
            </a:r>
          </a:p>
        </p:txBody>
      </p:sp>
      <p:sp>
        <p:nvSpPr>
          <p:cNvPr id="10" name="Espace réservé pour une image  12">
            <a:extLst>
              <a:ext uri="{FF2B5EF4-FFF2-40B4-BE49-F238E27FC236}">
                <a16:creationId xmlns:a16="http://schemas.microsoft.com/office/drawing/2014/main" id="{518276BF-72AD-E628-6C40-7600E73B20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16508" y="6025806"/>
            <a:ext cx="1079851" cy="258532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200"/>
            </a:lvl1pPr>
          </a:lstStyle>
          <a:p>
            <a:r>
              <a:rPr lang="fr-FR" dirty="0"/>
              <a:t>Logo</a:t>
            </a:r>
          </a:p>
        </p:txBody>
      </p:sp>
      <p:pic>
        <p:nvPicPr>
          <p:cNvPr id="19" name="Graphique 18">
            <a:extLst>
              <a:ext uri="{FF2B5EF4-FFF2-40B4-BE49-F238E27FC236}">
                <a16:creationId xmlns:a16="http://schemas.microsoft.com/office/drawing/2014/main" id="{93FF0588-1F9E-ABA8-4B5F-70A2847DE6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8319" y="6212953"/>
            <a:ext cx="584354" cy="30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23540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Diapositive de titre A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8EA8FE1-3536-4920-2815-ACC26FF266A6}"/>
              </a:ext>
            </a:extLst>
          </p:cNvPr>
          <p:cNvSpPr/>
          <p:nvPr userDrawn="1"/>
        </p:nvSpPr>
        <p:spPr>
          <a:xfrm>
            <a:off x="231527" y="232995"/>
            <a:ext cx="11744260" cy="6405236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08BE461-D8E1-BA76-7A47-DCCA7D1A3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62757"/>
            <a:ext cx="9144000" cy="687624"/>
          </a:xfrm>
        </p:spPr>
        <p:txBody>
          <a:bodyPr anchor="b"/>
          <a:lstStyle>
            <a:lvl1pPr algn="ctr"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1B6F76B-A6CD-0D89-D99C-E5D2421F6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44940"/>
            <a:ext cx="9144000" cy="424732"/>
          </a:xfrm>
        </p:spPr>
        <p:txBody>
          <a:bodyPr>
            <a:spAutoFit/>
          </a:bodyPr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FR" dirty="0"/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859B5F7F-0F7D-50C9-FF7A-5D974E15BA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8283" y="313672"/>
            <a:ext cx="2441575" cy="258532"/>
          </a:xfrm>
        </p:spPr>
        <p:txBody>
          <a:bodyPr/>
          <a:lstStyle>
            <a:lvl1pPr algn="r">
              <a:defRPr sz="1200" b="0" cap="all" baseline="0">
                <a:solidFill>
                  <a:schemeClr val="bg1"/>
                </a:solidFill>
                <a:latin typeface="Montserrat" panose="02000505000000020004" pitchFamily="2" charset="0"/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5" name="Espace réservé du texte 10">
            <a:extLst>
              <a:ext uri="{FF2B5EF4-FFF2-40B4-BE49-F238E27FC236}">
                <a16:creationId xmlns:a16="http://schemas.microsoft.com/office/drawing/2014/main" id="{23242F0D-48D6-8274-285E-B767C1F02BE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6510" y="6449498"/>
            <a:ext cx="9862661" cy="203133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60AE24-444E-E2F0-A4F9-4E8159F9E9F6}"/>
              </a:ext>
            </a:extLst>
          </p:cNvPr>
          <p:cNvSpPr/>
          <p:nvPr userDrawn="1"/>
        </p:nvSpPr>
        <p:spPr>
          <a:xfrm>
            <a:off x="11154271" y="6098381"/>
            <a:ext cx="821516" cy="539851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8" name="Espace réservé pour une image  12">
            <a:extLst>
              <a:ext uri="{FF2B5EF4-FFF2-40B4-BE49-F238E27FC236}">
                <a16:creationId xmlns:a16="http://schemas.microsoft.com/office/drawing/2014/main" id="{3ED1E83D-B343-A7E9-CDD7-541ACCBF0E2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85413" y="78661"/>
            <a:ext cx="1079851" cy="258532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200"/>
            </a:lvl1pPr>
          </a:lstStyle>
          <a:p>
            <a:r>
              <a:rPr lang="fr-FR" dirty="0"/>
              <a:t>Logo</a:t>
            </a:r>
          </a:p>
        </p:txBody>
      </p:sp>
      <p:sp>
        <p:nvSpPr>
          <p:cNvPr id="10" name="Espace réservé pour une image  12">
            <a:extLst>
              <a:ext uri="{FF2B5EF4-FFF2-40B4-BE49-F238E27FC236}">
                <a16:creationId xmlns:a16="http://schemas.microsoft.com/office/drawing/2014/main" id="{518276BF-72AD-E628-6C40-7600E73B20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16508" y="6025806"/>
            <a:ext cx="1079851" cy="258532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200"/>
            </a:lvl1pPr>
          </a:lstStyle>
          <a:p>
            <a:r>
              <a:rPr lang="fr-FR" dirty="0"/>
              <a:t>Logo</a:t>
            </a:r>
          </a:p>
        </p:txBody>
      </p:sp>
      <p:pic>
        <p:nvPicPr>
          <p:cNvPr id="19" name="Graphique 18">
            <a:extLst>
              <a:ext uri="{FF2B5EF4-FFF2-40B4-BE49-F238E27FC236}">
                <a16:creationId xmlns:a16="http://schemas.microsoft.com/office/drawing/2014/main" id="{A9FA690C-319C-EA04-D752-614012FFF9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8319" y="6212953"/>
            <a:ext cx="584354" cy="30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60666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Diapositive de titre A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8EA8FE1-3536-4920-2815-ACC26FF266A6}"/>
              </a:ext>
            </a:extLst>
          </p:cNvPr>
          <p:cNvSpPr/>
          <p:nvPr userDrawn="1"/>
        </p:nvSpPr>
        <p:spPr>
          <a:xfrm>
            <a:off x="231527" y="232995"/>
            <a:ext cx="11744260" cy="6405236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08BE461-D8E1-BA76-7A47-DCCA7D1A3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62757"/>
            <a:ext cx="9144000" cy="687624"/>
          </a:xfrm>
        </p:spPr>
        <p:txBody>
          <a:bodyPr anchor="b"/>
          <a:lstStyle>
            <a:lvl1pPr algn="ctr"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1B6F76B-A6CD-0D89-D99C-E5D2421F6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44940"/>
            <a:ext cx="9144000" cy="424732"/>
          </a:xfrm>
        </p:spPr>
        <p:txBody>
          <a:bodyPr>
            <a:spAutoFit/>
          </a:bodyPr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FR" dirty="0"/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859B5F7F-0F7D-50C9-FF7A-5D974E15BA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8283" y="313672"/>
            <a:ext cx="2441575" cy="258532"/>
          </a:xfrm>
        </p:spPr>
        <p:txBody>
          <a:bodyPr/>
          <a:lstStyle>
            <a:lvl1pPr algn="r">
              <a:defRPr sz="1200" b="0" cap="all" baseline="0">
                <a:solidFill>
                  <a:schemeClr val="bg1"/>
                </a:solidFill>
                <a:latin typeface="Montserrat" panose="02000505000000020004" pitchFamily="2" charset="0"/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5" name="Espace réservé du texte 10">
            <a:extLst>
              <a:ext uri="{FF2B5EF4-FFF2-40B4-BE49-F238E27FC236}">
                <a16:creationId xmlns:a16="http://schemas.microsoft.com/office/drawing/2014/main" id="{23242F0D-48D6-8274-285E-B767C1F02BE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6510" y="6449498"/>
            <a:ext cx="9862661" cy="203133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60AE24-444E-E2F0-A4F9-4E8159F9E9F6}"/>
              </a:ext>
            </a:extLst>
          </p:cNvPr>
          <p:cNvSpPr/>
          <p:nvPr userDrawn="1"/>
        </p:nvSpPr>
        <p:spPr>
          <a:xfrm>
            <a:off x="11154271" y="6098381"/>
            <a:ext cx="821516" cy="539851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8" name="Espace réservé pour une image  12">
            <a:extLst>
              <a:ext uri="{FF2B5EF4-FFF2-40B4-BE49-F238E27FC236}">
                <a16:creationId xmlns:a16="http://schemas.microsoft.com/office/drawing/2014/main" id="{3ED1E83D-B343-A7E9-CDD7-541ACCBF0E2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85413" y="78661"/>
            <a:ext cx="1079851" cy="258532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200"/>
            </a:lvl1pPr>
          </a:lstStyle>
          <a:p>
            <a:r>
              <a:rPr lang="fr-FR" dirty="0"/>
              <a:t>Logo</a:t>
            </a:r>
          </a:p>
        </p:txBody>
      </p:sp>
      <p:sp>
        <p:nvSpPr>
          <p:cNvPr id="10" name="Espace réservé pour une image  12">
            <a:extLst>
              <a:ext uri="{FF2B5EF4-FFF2-40B4-BE49-F238E27FC236}">
                <a16:creationId xmlns:a16="http://schemas.microsoft.com/office/drawing/2014/main" id="{518276BF-72AD-E628-6C40-7600E73B20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16508" y="6025806"/>
            <a:ext cx="1079851" cy="258532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200"/>
            </a:lvl1pPr>
          </a:lstStyle>
          <a:p>
            <a:r>
              <a:rPr lang="fr-FR" dirty="0"/>
              <a:t>Logo</a:t>
            </a:r>
          </a:p>
        </p:txBody>
      </p:sp>
      <p:pic>
        <p:nvPicPr>
          <p:cNvPr id="19" name="Graphique 18">
            <a:extLst>
              <a:ext uri="{FF2B5EF4-FFF2-40B4-BE49-F238E27FC236}">
                <a16:creationId xmlns:a16="http://schemas.microsoft.com/office/drawing/2014/main" id="{8E549594-748F-684D-D5A1-6F1D86AB16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8319" y="6212953"/>
            <a:ext cx="584354" cy="30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7836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Diapositive de titr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8EA8FE1-3536-4920-2815-ACC26FF266A6}"/>
              </a:ext>
            </a:extLst>
          </p:cNvPr>
          <p:cNvSpPr/>
          <p:nvPr userDrawn="1"/>
        </p:nvSpPr>
        <p:spPr>
          <a:xfrm>
            <a:off x="231527" y="232995"/>
            <a:ext cx="11744260" cy="6405236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08BE461-D8E1-BA76-7A47-DCCA7D1A3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62757"/>
            <a:ext cx="9144000" cy="687624"/>
          </a:xfrm>
        </p:spPr>
        <p:txBody>
          <a:bodyPr anchor="b"/>
          <a:lstStyle>
            <a:lvl1pPr algn="ctr">
              <a:lnSpc>
                <a:spcPct val="8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1B6F76B-A6CD-0D89-D99C-E5D2421F6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44940"/>
            <a:ext cx="9144000" cy="424732"/>
          </a:xfrm>
        </p:spPr>
        <p:txBody>
          <a:bodyPr>
            <a:spAutoFit/>
          </a:bodyPr>
          <a:lstStyle>
            <a:lvl1pPr marL="0" indent="0" algn="ctr">
              <a:buNone/>
              <a:defRPr sz="240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859B5F7F-0F7D-50C9-FF7A-5D974E15BA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8283" y="313672"/>
            <a:ext cx="2441575" cy="258532"/>
          </a:xfrm>
        </p:spPr>
        <p:txBody>
          <a:bodyPr/>
          <a:lstStyle>
            <a:lvl1pPr algn="r">
              <a:defRPr sz="1200" b="0" cap="all" baseline="0">
                <a:solidFill>
                  <a:schemeClr val="accent2"/>
                </a:solidFill>
                <a:latin typeface="Montserrat" panose="02000505000000020004" pitchFamily="2" charset="0"/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5" name="Espace réservé du texte 10">
            <a:extLst>
              <a:ext uri="{FF2B5EF4-FFF2-40B4-BE49-F238E27FC236}">
                <a16:creationId xmlns:a16="http://schemas.microsoft.com/office/drawing/2014/main" id="{23242F0D-48D6-8274-285E-B767C1F02BE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6510" y="6449498"/>
            <a:ext cx="9862661" cy="203133"/>
          </a:xfrm>
        </p:spPr>
        <p:txBody>
          <a:bodyPr/>
          <a:lstStyle>
            <a:lvl1pPr>
              <a:defRPr sz="800">
                <a:solidFill>
                  <a:schemeClr val="accent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60AE24-444E-E2F0-A4F9-4E8159F9E9F6}"/>
              </a:ext>
            </a:extLst>
          </p:cNvPr>
          <p:cNvSpPr/>
          <p:nvPr userDrawn="1"/>
        </p:nvSpPr>
        <p:spPr>
          <a:xfrm>
            <a:off x="11154271" y="6098381"/>
            <a:ext cx="821516" cy="539851"/>
          </a:xfrm>
          <a:prstGeom prst="rect">
            <a:avLst/>
          </a:prstGeom>
          <a:solidFill>
            <a:schemeClr val="bg1"/>
          </a:solidFill>
          <a:ln w="25400">
            <a:solidFill>
              <a:srgbClr val="0A00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8" name="Espace réservé pour une image  12">
            <a:extLst>
              <a:ext uri="{FF2B5EF4-FFF2-40B4-BE49-F238E27FC236}">
                <a16:creationId xmlns:a16="http://schemas.microsoft.com/office/drawing/2014/main" id="{3ED1E83D-B343-A7E9-CDD7-541ACCBF0E2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85413" y="78660"/>
            <a:ext cx="1079851" cy="258532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200"/>
            </a:lvl1pPr>
          </a:lstStyle>
          <a:p>
            <a:r>
              <a:rPr lang="fr-FR" dirty="0"/>
              <a:t>Logo de la BU</a:t>
            </a:r>
          </a:p>
        </p:txBody>
      </p:sp>
      <p:sp>
        <p:nvSpPr>
          <p:cNvPr id="4" name="Espace réservé du texte 10">
            <a:extLst>
              <a:ext uri="{FF2B5EF4-FFF2-40B4-BE49-F238E27FC236}">
                <a16:creationId xmlns:a16="http://schemas.microsoft.com/office/drawing/2014/main" id="{67BA4199-7F89-C044-E254-4ABBC4D5F1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6510" y="6292530"/>
            <a:ext cx="9862661" cy="170816"/>
          </a:xfrm>
        </p:spPr>
        <p:txBody>
          <a:bodyPr bIns="0" anchor="b" anchorCtr="0"/>
          <a:lstStyle>
            <a:lvl1pPr>
              <a:defRPr sz="900" cap="all" baseline="0">
                <a:solidFill>
                  <a:schemeClr val="accent1"/>
                </a:solidFill>
                <a:latin typeface="Montserrat Black" panose="00000A00000000000000" pitchFamily="50" charset="0"/>
              </a:defRPr>
            </a:lvl1pPr>
          </a:lstStyle>
          <a:p>
            <a:pPr lvl="0"/>
            <a:r>
              <a:rPr lang="fr-FR" dirty="0"/>
              <a:t>Nom du niveau n-1</a:t>
            </a:r>
          </a:p>
        </p:txBody>
      </p:sp>
      <p:pic>
        <p:nvPicPr>
          <p:cNvPr id="19" name="Graphique 18">
            <a:extLst>
              <a:ext uri="{FF2B5EF4-FFF2-40B4-BE49-F238E27FC236}">
                <a16:creationId xmlns:a16="http://schemas.microsoft.com/office/drawing/2014/main" id="{66ED093A-13C1-C96C-4EFA-6BD0393D49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8319" y="6212953"/>
            <a:ext cx="584354" cy="30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69888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Diapositive de titre 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8EA8FE1-3536-4920-2815-ACC26FF266A6}"/>
              </a:ext>
            </a:extLst>
          </p:cNvPr>
          <p:cNvSpPr/>
          <p:nvPr userDrawn="1"/>
        </p:nvSpPr>
        <p:spPr>
          <a:xfrm>
            <a:off x="231527" y="232995"/>
            <a:ext cx="11744260" cy="6405236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08BE461-D8E1-BA76-7A47-DCCA7D1A3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62757"/>
            <a:ext cx="9144000" cy="687624"/>
          </a:xfrm>
        </p:spPr>
        <p:txBody>
          <a:bodyPr anchor="b"/>
          <a:lstStyle>
            <a:lvl1pPr algn="ctr"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1B6F76B-A6CD-0D89-D99C-E5D2421F6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44940"/>
            <a:ext cx="9144000" cy="424732"/>
          </a:xfrm>
        </p:spPr>
        <p:txBody>
          <a:bodyPr>
            <a:sp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859B5F7F-0F7D-50C9-FF7A-5D974E15BA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8283" y="313672"/>
            <a:ext cx="2441575" cy="258532"/>
          </a:xfrm>
        </p:spPr>
        <p:txBody>
          <a:bodyPr/>
          <a:lstStyle>
            <a:lvl1pPr algn="r">
              <a:defRPr sz="1200" b="0" cap="all" baseline="0">
                <a:solidFill>
                  <a:schemeClr val="bg1"/>
                </a:solidFill>
                <a:latin typeface="Montserrat" panose="02000505000000020004" pitchFamily="2" charset="0"/>
              </a:defRPr>
            </a:lvl1pPr>
          </a:lstStyle>
          <a:p>
            <a:pPr lvl="0"/>
            <a:r>
              <a:rPr lang="fr-FR" dirty="0"/>
              <a:t>date</a:t>
            </a:r>
          </a:p>
        </p:txBody>
      </p:sp>
      <p:sp>
        <p:nvSpPr>
          <p:cNvPr id="5" name="Espace réservé du texte 10">
            <a:extLst>
              <a:ext uri="{FF2B5EF4-FFF2-40B4-BE49-F238E27FC236}">
                <a16:creationId xmlns:a16="http://schemas.microsoft.com/office/drawing/2014/main" id="{23242F0D-48D6-8274-285E-B767C1F02BE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6510" y="6449498"/>
            <a:ext cx="9862661" cy="203133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60AE24-444E-E2F0-A4F9-4E8159F9E9F6}"/>
              </a:ext>
            </a:extLst>
          </p:cNvPr>
          <p:cNvSpPr/>
          <p:nvPr userDrawn="1"/>
        </p:nvSpPr>
        <p:spPr>
          <a:xfrm>
            <a:off x="11154271" y="6098381"/>
            <a:ext cx="821516" cy="539851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8" name="Espace réservé pour une image  12">
            <a:extLst>
              <a:ext uri="{FF2B5EF4-FFF2-40B4-BE49-F238E27FC236}">
                <a16:creationId xmlns:a16="http://schemas.microsoft.com/office/drawing/2014/main" id="{3ED1E83D-B343-A7E9-CDD7-541ACCBF0E2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85413" y="78661"/>
            <a:ext cx="1079851" cy="258532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200"/>
            </a:lvl1pPr>
          </a:lstStyle>
          <a:p>
            <a:r>
              <a:rPr lang="fr-FR" dirty="0"/>
              <a:t>Logo</a:t>
            </a:r>
          </a:p>
        </p:txBody>
      </p:sp>
      <p:sp>
        <p:nvSpPr>
          <p:cNvPr id="4" name="Espace réservé du texte 10">
            <a:extLst>
              <a:ext uri="{FF2B5EF4-FFF2-40B4-BE49-F238E27FC236}">
                <a16:creationId xmlns:a16="http://schemas.microsoft.com/office/drawing/2014/main" id="{67BA4199-7F89-C044-E254-4ABBC4D5F1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6510" y="6292530"/>
            <a:ext cx="9862661" cy="170816"/>
          </a:xfrm>
        </p:spPr>
        <p:txBody>
          <a:bodyPr bIns="0" anchor="b" anchorCtr="0"/>
          <a:lstStyle>
            <a:lvl1pPr>
              <a:defRPr sz="900" cap="all" baseline="0">
                <a:solidFill>
                  <a:schemeClr val="bg1"/>
                </a:solidFill>
                <a:latin typeface="Montserrat Black" panose="00000A00000000000000" pitchFamily="50" charset="0"/>
              </a:defRPr>
            </a:lvl1pPr>
          </a:lstStyle>
          <a:p>
            <a:pPr lvl="0"/>
            <a:r>
              <a:rPr lang="fr-FR" dirty="0"/>
              <a:t>Nom du niveau n-1</a:t>
            </a:r>
          </a:p>
        </p:txBody>
      </p:sp>
      <p:pic>
        <p:nvPicPr>
          <p:cNvPr id="19" name="Graphique 18">
            <a:extLst>
              <a:ext uri="{FF2B5EF4-FFF2-40B4-BE49-F238E27FC236}">
                <a16:creationId xmlns:a16="http://schemas.microsoft.com/office/drawing/2014/main" id="{D374F794-F4E9-99DB-B35F-63700C507A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8319" y="6212953"/>
            <a:ext cx="584354" cy="30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99950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Diapositive de titre A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8EA8FE1-3536-4920-2815-ACC26FF266A6}"/>
              </a:ext>
            </a:extLst>
          </p:cNvPr>
          <p:cNvSpPr/>
          <p:nvPr userDrawn="1"/>
        </p:nvSpPr>
        <p:spPr>
          <a:xfrm>
            <a:off x="231527" y="232995"/>
            <a:ext cx="11744260" cy="6405236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08BE461-D8E1-BA76-7A47-DCCA7D1A3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62757"/>
            <a:ext cx="9144000" cy="687624"/>
          </a:xfrm>
        </p:spPr>
        <p:txBody>
          <a:bodyPr anchor="b"/>
          <a:lstStyle>
            <a:lvl1pPr algn="ctr"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1B6F76B-A6CD-0D89-D99C-E5D2421F6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44940"/>
            <a:ext cx="9144000" cy="424732"/>
          </a:xfrm>
        </p:spPr>
        <p:txBody>
          <a:bodyPr>
            <a:spAutoFit/>
          </a:bodyPr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FR" dirty="0"/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859B5F7F-0F7D-50C9-FF7A-5D974E15BA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8283" y="313672"/>
            <a:ext cx="2441575" cy="258532"/>
          </a:xfrm>
        </p:spPr>
        <p:txBody>
          <a:bodyPr/>
          <a:lstStyle>
            <a:lvl1pPr algn="r">
              <a:defRPr sz="1200" b="0" cap="all" baseline="0">
                <a:solidFill>
                  <a:schemeClr val="bg1"/>
                </a:solidFill>
                <a:latin typeface="Montserrat" panose="02000505000000020004" pitchFamily="2" charset="0"/>
              </a:defRPr>
            </a:lvl1pPr>
          </a:lstStyle>
          <a:p>
            <a:pPr lvl="0"/>
            <a:r>
              <a:rPr lang="fr-FR" dirty="0"/>
              <a:t>date</a:t>
            </a:r>
          </a:p>
        </p:txBody>
      </p:sp>
      <p:sp>
        <p:nvSpPr>
          <p:cNvPr id="5" name="Espace réservé du texte 10">
            <a:extLst>
              <a:ext uri="{FF2B5EF4-FFF2-40B4-BE49-F238E27FC236}">
                <a16:creationId xmlns:a16="http://schemas.microsoft.com/office/drawing/2014/main" id="{23242F0D-48D6-8274-285E-B767C1F02BE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6510" y="6449498"/>
            <a:ext cx="9862661" cy="203133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60AE24-444E-E2F0-A4F9-4E8159F9E9F6}"/>
              </a:ext>
            </a:extLst>
          </p:cNvPr>
          <p:cNvSpPr/>
          <p:nvPr userDrawn="1"/>
        </p:nvSpPr>
        <p:spPr>
          <a:xfrm>
            <a:off x="11154271" y="6098381"/>
            <a:ext cx="821516" cy="539851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8" name="Espace réservé pour une image  12">
            <a:extLst>
              <a:ext uri="{FF2B5EF4-FFF2-40B4-BE49-F238E27FC236}">
                <a16:creationId xmlns:a16="http://schemas.microsoft.com/office/drawing/2014/main" id="{3ED1E83D-B343-A7E9-CDD7-541ACCBF0E2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85413" y="78661"/>
            <a:ext cx="1079851" cy="258532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200"/>
            </a:lvl1pPr>
          </a:lstStyle>
          <a:p>
            <a:r>
              <a:rPr lang="fr-FR" dirty="0"/>
              <a:t>Logo</a:t>
            </a:r>
          </a:p>
        </p:txBody>
      </p:sp>
      <p:sp>
        <p:nvSpPr>
          <p:cNvPr id="4" name="Espace réservé du texte 10">
            <a:extLst>
              <a:ext uri="{FF2B5EF4-FFF2-40B4-BE49-F238E27FC236}">
                <a16:creationId xmlns:a16="http://schemas.microsoft.com/office/drawing/2014/main" id="{67BA4199-7F89-C044-E254-4ABBC4D5F1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6510" y="6292530"/>
            <a:ext cx="9862661" cy="170816"/>
          </a:xfrm>
        </p:spPr>
        <p:txBody>
          <a:bodyPr bIns="0" anchor="b" anchorCtr="0"/>
          <a:lstStyle>
            <a:lvl1pPr>
              <a:defRPr sz="900" cap="all" baseline="0">
                <a:solidFill>
                  <a:schemeClr val="bg1"/>
                </a:solidFill>
                <a:latin typeface="Montserrat Black" panose="00000A00000000000000" pitchFamily="50" charset="0"/>
              </a:defRPr>
            </a:lvl1pPr>
          </a:lstStyle>
          <a:p>
            <a:pPr lvl="0"/>
            <a:r>
              <a:rPr lang="fr-FR" dirty="0"/>
              <a:t>Nom du niveau n-1</a:t>
            </a:r>
          </a:p>
        </p:txBody>
      </p:sp>
      <p:pic>
        <p:nvPicPr>
          <p:cNvPr id="19" name="Graphique 18">
            <a:extLst>
              <a:ext uri="{FF2B5EF4-FFF2-40B4-BE49-F238E27FC236}">
                <a16:creationId xmlns:a16="http://schemas.microsoft.com/office/drawing/2014/main" id="{027B66B5-6455-E66C-4C2F-BC4F48F8BF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8319" y="6212953"/>
            <a:ext cx="584354" cy="30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90570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Diapositive de titre A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8EA8FE1-3536-4920-2815-ACC26FF266A6}"/>
              </a:ext>
            </a:extLst>
          </p:cNvPr>
          <p:cNvSpPr/>
          <p:nvPr userDrawn="1"/>
        </p:nvSpPr>
        <p:spPr>
          <a:xfrm>
            <a:off x="231527" y="232995"/>
            <a:ext cx="11744260" cy="6405236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08BE461-D8E1-BA76-7A47-DCCA7D1A3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62757"/>
            <a:ext cx="9144000" cy="687624"/>
          </a:xfrm>
        </p:spPr>
        <p:txBody>
          <a:bodyPr anchor="b"/>
          <a:lstStyle>
            <a:lvl1pPr algn="ctr"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1B6F76B-A6CD-0D89-D99C-E5D2421F6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44940"/>
            <a:ext cx="9144000" cy="424732"/>
          </a:xfrm>
        </p:spPr>
        <p:txBody>
          <a:bodyPr>
            <a:spAutoFit/>
          </a:bodyPr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FR" dirty="0"/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859B5F7F-0F7D-50C9-FF7A-5D974E15BA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8283" y="313672"/>
            <a:ext cx="2441575" cy="258532"/>
          </a:xfrm>
        </p:spPr>
        <p:txBody>
          <a:bodyPr/>
          <a:lstStyle>
            <a:lvl1pPr algn="r">
              <a:defRPr sz="1200" b="0" cap="all" baseline="0">
                <a:solidFill>
                  <a:schemeClr val="bg1"/>
                </a:solidFill>
                <a:latin typeface="Montserrat" panose="02000505000000020004" pitchFamily="2" charset="0"/>
              </a:defRPr>
            </a:lvl1pPr>
          </a:lstStyle>
          <a:p>
            <a:pPr lvl="0"/>
            <a:r>
              <a:rPr lang="fr-FR" dirty="0"/>
              <a:t>date</a:t>
            </a:r>
          </a:p>
        </p:txBody>
      </p:sp>
      <p:sp>
        <p:nvSpPr>
          <p:cNvPr id="5" name="Espace réservé du texte 10">
            <a:extLst>
              <a:ext uri="{FF2B5EF4-FFF2-40B4-BE49-F238E27FC236}">
                <a16:creationId xmlns:a16="http://schemas.microsoft.com/office/drawing/2014/main" id="{23242F0D-48D6-8274-285E-B767C1F02BE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6510" y="6449498"/>
            <a:ext cx="9862661" cy="203133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60AE24-444E-E2F0-A4F9-4E8159F9E9F6}"/>
              </a:ext>
            </a:extLst>
          </p:cNvPr>
          <p:cNvSpPr/>
          <p:nvPr userDrawn="1"/>
        </p:nvSpPr>
        <p:spPr>
          <a:xfrm>
            <a:off x="11154271" y="6098381"/>
            <a:ext cx="821516" cy="539851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8" name="Espace réservé pour une image  12">
            <a:extLst>
              <a:ext uri="{FF2B5EF4-FFF2-40B4-BE49-F238E27FC236}">
                <a16:creationId xmlns:a16="http://schemas.microsoft.com/office/drawing/2014/main" id="{3ED1E83D-B343-A7E9-CDD7-541ACCBF0E2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85413" y="78661"/>
            <a:ext cx="1079851" cy="258532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200"/>
            </a:lvl1pPr>
          </a:lstStyle>
          <a:p>
            <a:r>
              <a:rPr lang="fr-FR" dirty="0"/>
              <a:t>Logo</a:t>
            </a:r>
          </a:p>
        </p:txBody>
      </p:sp>
      <p:sp>
        <p:nvSpPr>
          <p:cNvPr id="4" name="Espace réservé du texte 10">
            <a:extLst>
              <a:ext uri="{FF2B5EF4-FFF2-40B4-BE49-F238E27FC236}">
                <a16:creationId xmlns:a16="http://schemas.microsoft.com/office/drawing/2014/main" id="{67BA4199-7F89-C044-E254-4ABBC4D5F1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6510" y="6292530"/>
            <a:ext cx="9862661" cy="170816"/>
          </a:xfrm>
        </p:spPr>
        <p:txBody>
          <a:bodyPr bIns="0" anchor="b" anchorCtr="0"/>
          <a:lstStyle>
            <a:lvl1pPr>
              <a:defRPr sz="900" cap="all" baseline="0">
                <a:solidFill>
                  <a:schemeClr val="bg1"/>
                </a:solidFill>
                <a:latin typeface="Montserrat Black" panose="00000A00000000000000" pitchFamily="50" charset="0"/>
              </a:defRPr>
            </a:lvl1pPr>
          </a:lstStyle>
          <a:p>
            <a:pPr lvl="0"/>
            <a:r>
              <a:rPr lang="fr-FR" dirty="0"/>
              <a:t>Nom du niveau n-1</a:t>
            </a:r>
          </a:p>
        </p:txBody>
      </p:sp>
      <p:pic>
        <p:nvPicPr>
          <p:cNvPr id="19" name="Graphique 18">
            <a:extLst>
              <a:ext uri="{FF2B5EF4-FFF2-40B4-BE49-F238E27FC236}">
                <a16:creationId xmlns:a16="http://schemas.microsoft.com/office/drawing/2014/main" id="{E75FA659-5211-2444-A0B7-A963236B26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8319" y="6212953"/>
            <a:ext cx="584354" cy="30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59655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Diapositive de titre A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8EA8FE1-3536-4920-2815-ACC26FF266A6}"/>
              </a:ext>
            </a:extLst>
          </p:cNvPr>
          <p:cNvSpPr/>
          <p:nvPr userDrawn="1"/>
        </p:nvSpPr>
        <p:spPr>
          <a:xfrm>
            <a:off x="231527" y="232995"/>
            <a:ext cx="11744260" cy="6405236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08BE461-D8E1-BA76-7A47-DCCA7D1A3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62757"/>
            <a:ext cx="9144000" cy="687624"/>
          </a:xfrm>
        </p:spPr>
        <p:txBody>
          <a:bodyPr anchor="b"/>
          <a:lstStyle>
            <a:lvl1pPr algn="ctr"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1B6F76B-A6CD-0D89-D99C-E5D2421F6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44940"/>
            <a:ext cx="9144000" cy="424732"/>
          </a:xfrm>
        </p:spPr>
        <p:txBody>
          <a:bodyPr>
            <a:spAutoFit/>
          </a:bodyPr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FR" dirty="0"/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859B5F7F-0F7D-50C9-FF7A-5D974E15BA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8283" y="313672"/>
            <a:ext cx="2441575" cy="258532"/>
          </a:xfrm>
        </p:spPr>
        <p:txBody>
          <a:bodyPr/>
          <a:lstStyle>
            <a:lvl1pPr algn="r">
              <a:defRPr sz="1200" b="0" cap="all" baseline="0">
                <a:solidFill>
                  <a:schemeClr val="bg1"/>
                </a:solidFill>
                <a:latin typeface="Montserrat" panose="02000505000000020004" pitchFamily="2" charset="0"/>
              </a:defRPr>
            </a:lvl1pPr>
          </a:lstStyle>
          <a:p>
            <a:pPr lvl="0"/>
            <a:r>
              <a:rPr lang="fr-FR" dirty="0"/>
              <a:t>date</a:t>
            </a:r>
          </a:p>
        </p:txBody>
      </p:sp>
      <p:sp>
        <p:nvSpPr>
          <p:cNvPr id="5" name="Espace réservé du texte 10">
            <a:extLst>
              <a:ext uri="{FF2B5EF4-FFF2-40B4-BE49-F238E27FC236}">
                <a16:creationId xmlns:a16="http://schemas.microsoft.com/office/drawing/2014/main" id="{23242F0D-48D6-8274-285E-B767C1F02BE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6510" y="6449498"/>
            <a:ext cx="9862661" cy="203133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60AE24-444E-E2F0-A4F9-4E8159F9E9F6}"/>
              </a:ext>
            </a:extLst>
          </p:cNvPr>
          <p:cNvSpPr/>
          <p:nvPr userDrawn="1"/>
        </p:nvSpPr>
        <p:spPr>
          <a:xfrm>
            <a:off x="11154271" y="6098381"/>
            <a:ext cx="821516" cy="539851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8" name="Espace réservé pour une image  12">
            <a:extLst>
              <a:ext uri="{FF2B5EF4-FFF2-40B4-BE49-F238E27FC236}">
                <a16:creationId xmlns:a16="http://schemas.microsoft.com/office/drawing/2014/main" id="{3ED1E83D-B343-A7E9-CDD7-541ACCBF0E2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85413" y="78661"/>
            <a:ext cx="1079851" cy="258532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200"/>
            </a:lvl1pPr>
          </a:lstStyle>
          <a:p>
            <a:r>
              <a:rPr lang="fr-FR" dirty="0"/>
              <a:t>Logo</a:t>
            </a:r>
          </a:p>
        </p:txBody>
      </p:sp>
      <p:sp>
        <p:nvSpPr>
          <p:cNvPr id="4" name="Espace réservé du texte 10">
            <a:extLst>
              <a:ext uri="{FF2B5EF4-FFF2-40B4-BE49-F238E27FC236}">
                <a16:creationId xmlns:a16="http://schemas.microsoft.com/office/drawing/2014/main" id="{67BA4199-7F89-C044-E254-4ABBC4D5F1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6510" y="6292530"/>
            <a:ext cx="9862661" cy="170816"/>
          </a:xfrm>
        </p:spPr>
        <p:txBody>
          <a:bodyPr bIns="0" anchor="b" anchorCtr="0"/>
          <a:lstStyle>
            <a:lvl1pPr>
              <a:defRPr sz="900" cap="all" baseline="0">
                <a:solidFill>
                  <a:schemeClr val="bg1"/>
                </a:solidFill>
                <a:latin typeface="Montserrat Black" panose="00000A00000000000000" pitchFamily="50" charset="0"/>
              </a:defRPr>
            </a:lvl1pPr>
          </a:lstStyle>
          <a:p>
            <a:pPr lvl="0"/>
            <a:r>
              <a:rPr lang="fr-FR" dirty="0"/>
              <a:t>Nom du niveau n-1</a:t>
            </a:r>
          </a:p>
        </p:txBody>
      </p:sp>
      <p:pic>
        <p:nvPicPr>
          <p:cNvPr id="19" name="Graphique 18">
            <a:extLst>
              <a:ext uri="{FF2B5EF4-FFF2-40B4-BE49-F238E27FC236}">
                <a16:creationId xmlns:a16="http://schemas.microsoft.com/office/drawing/2014/main" id="{18FFA289-13CC-CAC8-624C-176B4A526A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8319" y="6212953"/>
            <a:ext cx="584354" cy="30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99409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Diapositive de titre A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8EA8FE1-3536-4920-2815-ACC26FF266A6}"/>
              </a:ext>
            </a:extLst>
          </p:cNvPr>
          <p:cNvSpPr/>
          <p:nvPr userDrawn="1"/>
        </p:nvSpPr>
        <p:spPr>
          <a:xfrm>
            <a:off x="231527" y="232995"/>
            <a:ext cx="11744260" cy="6405236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08BE461-D8E1-BA76-7A47-DCCA7D1A3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62757"/>
            <a:ext cx="9144000" cy="687624"/>
          </a:xfrm>
        </p:spPr>
        <p:txBody>
          <a:bodyPr anchor="b"/>
          <a:lstStyle>
            <a:lvl1pPr algn="ctr"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1B6F76B-A6CD-0D89-D99C-E5D2421F6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44940"/>
            <a:ext cx="9144000" cy="424732"/>
          </a:xfrm>
        </p:spPr>
        <p:txBody>
          <a:bodyPr>
            <a:spAutoFit/>
          </a:bodyPr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FR" dirty="0"/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859B5F7F-0F7D-50C9-FF7A-5D974E15BA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8283" y="313672"/>
            <a:ext cx="2441575" cy="258532"/>
          </a:xfrm>
        </p:spPr>
        <p:txBody>
          <a:bodyPr/>
          <a:lstStyle>
            <a:lvl1pPr algn="r">
              <a:defRPr sz="1200" b="0" cap="all" baseline="0">
                <a:solidFill>
                  <a:schemeClr val="bg1"/>
                </a:solidFill>
                <a:latin typeface="Montserrat" panose="02000505000000020004" pitchFamily="2" charset="0"/>
              </a:defRPr>
            </a:lvl1pPr>
          </a:lstStyle>
          <a:p>
            <a:pPr lvl="0"/>
            <a:r>
              <a:rPr lang="fr-FR" dirty="0"/>
              <a:t>date</a:t>
            </a:r>
          </a:p>
        </p:txBody>
      </p:sp>
      <p:sp>
        <p:nvSpPr>
          <p:cNvPr id="5" name="Espace réservé du texte 10">
            <a:extLst>
              <a:ext uri="{FF2B5EF4-FFF2-40B4-BE49-F238E27FC236}">
                <a16:creationId xmlns:a16="http://schemas.microsoft.com/office/drawing/2014/main" id="{23242F0D-48D6-8274-285E-B767C1F02BE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6510" y="6449498"/>
            <a:ext cx="9862661" cy="203133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60AE24-444E-E2F0-A4F9-4E8159F9E9F6}"/>
              </a:ext>
            </a:extLst>
          </p:cNvPr>
          <p:cNvSpPr/>
          <p:nvPr userDrawn="1"/>
        </p:nvSpPr>
        <p:spPr>
          <a:xfrm>
            <a:off x="11154271" y="6098381"/>
            <a:ext cx="821516" cy="539851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8" name="Espace réservé pour une image  12">
            <a:extLst>
              <a:ext uri="{FF2B5EF4-FFF2-40B4-BE49-F238E27FC236}">
                <a16:creationId xmlns:a16="http://schemas.microsoft.com/office/drawing/2014/main" id="{3ED1E83D-B343-A7E9-CDD7-541ACCBF0E2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85413" y="78661"/>
            <a:ext cx="1079851" cy="258532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200"/>
            </a:lvl1pPr>
          </a:lstStyle>
          <a:p>
            <a:r>
              <a:rPr lang="fr-FR" dirty="0"/>
              <a:t>Logo</a:t>
            </a:r>
          </a:p>
        </p:txBody>
      </p:sp>
      <p:sp>
        <p:nvSpPr>
          <p:cNvPr id="4" name="Espace réservé du texte 10">
            <a:extLst>
              <a:ext uri="{FF2B5EF4-FFF2-40B4-BE49-F238E27FC236}">
                <a16:creationId xmlns:a16="http://schemas.microsoft.com/office/drawing/2014/main" id="{67BA4199-7F89-C044-E254-4ABBC4D5F1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6510" y="6292530"/>
            <a:ext cx="9862661" cy="170816"/>
          </a:xfrm>
        </p:spPr>
        <p:txBody>
          <a:bodyPr bIns="0" anchor="b" anchorCtr="0"/>
          <a:lstStyle>
            <a:lvl1pPr>
              <a:defRPr sz="900" cap="all" baseline="0">
                <a:solidFill>
                  <a:schemeClr val="bg1"/>
                </a:solidFill>
                <a:latin typeface="Montserrat Black" panose="00000A00000000000000" pitchFamily="50" charset="0"/>
              </a:defRPr>
            </a:lvl1pPr>
          </a:lstStyle>
          <a:p>
            <a:pPr lvl="0"/>
            <a:r>
              <a:rPr lang="fr-FR" dirty="0"/>
              <a:t>Nom du niveau n-1</a:t>
            </a:r>
          </a:p>
        </p:txBody>
      </p:sp>
      <p:pic>
        <p:nvPicPr>
          <p:cNvPr id="19" name="Graphique 18">
            <a:extLst>
              <a:ext uri="{FF2B5EF4-FFF2-40B4-BE49-F238E27FC236}">
                <a16:creationId xmlns:a16="http://schemas.microsoft.com/office/drawing/2014/main" id="{FCD1AEE5-1036-ED6B-ED1C-9499576721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8319" y="6212953"/>
            <a:ext cx="584354" cy="30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63247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Diapositive de titre A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8EA8FE1-3536-4920-2815-ACC26FF266A6}"/>
              </a:ext>
            </a:extLst>
          </p:cNvPr>
          <p:cNvSpPr/>
          <p:nvPr userDrawn="1"/>
        </p:nvSpPr>
        <p:spPr>
          <a:xfrm>
            <a:off x="231527" y="232995"/>
            <a:ext cx="11744260" cy="6405236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08BE461-D8E1-BA76-7A47-DCCA7D1A3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62757"/>
            <a:ext cx="9144000" cy="687624"/>
          </a:xfrm>
        </p:spPr>
        <p:txBody>
          <a:bodyPr anchor="b"/>
          <a:lstStyle>
            <a:lvl1pPr algn="ctr"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1B6F76B-A6CD-0D89-D99C-E5D2421F6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44940"/>
            <a:ext cx="9144000" cy="424732"/>
          </a:xfrm>
        </p:spPr>
        <p:txBody>
          <a:bodyPr>
            <a:spAutoFit/>
          </a:bodyPr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FR" dirty="0"/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859B5F7F-0F7D-50C9-FF7A-5D974E15BA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8283" y="313672"/>
            <a:ext cx="2441575" cy="258532"/>
          </a:xfrm>
        </p:spPr>
        <p:txBody>
          <a:bodyPr/>
          <a:lstStyle>
            <a:lvl1pPr algn="r">
              <a:defRPr sz="1200" b="0" cap="all" baseline="0">
                <a:solidFill>
                  <a:schemeClr val="bg1"/>
                </a:solidFill>
                <a:latin typeface="Montserrat" panose="02000505000000020004" pitchFamily="2" charset="0"/>
              </a:defRPr>
            </a:lvl1pPr>
          </a:lstStyle>
          <a:p>
            <a:pPr lvl="0"/>
            <a:r>
              <a:rPr lang="fr-FR" dirty="0"/>
              <a:t>date</a:t>
            </a:r>
          </a:p>
        </p:txBody>
      </p:sp>
      <p:sp>
        <p:nvSpPr>
          <p:cNvPr id="5" name="Espace réservé du texte 10">
            <a:extLst>
              <a:ext uri="{FF2B5EF4-FFF2-40B4-BE49-F238E27FC236}">
                <a16:creationId xmlns:a16="http://schemas.microsoft.com/office/drawing/2014/main" id="{23242F0D-48D6-8274-285E-B767C1F02BE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6510" y="6449498"/>
            <a:ext cx="9862661" cy="203133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60AE24-444E-E2F0-A4F9-4E8159F9E9F6}"/>
              </a:ext>
            </a:extLst>
          </p:cNvPr>
          <p:cNvSpPr/>
          <p:nvPr userDrawn="1"/>
        </p:nvSpPr>
        <p:spPr>
          <a:xfrm>
            <a:off x="11154271" y="6098381"/>
            <a:ext cx="821516" cy="539851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8" name="Espace réservé pour une image  12">
            <a:extLst>
              <a:ext uri="{FF2B5EF4-FFF2-40B4-BE49-F238E27FC236}">
                <a16:creationId xmlns:a16="http://schemas.microsoft.com/office/drawing/2014/main" id="{3ED1E83D-B343-A7E9-CDD7-541ACCBF0E2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85413" y="78661"/>
            <a:ext cx="1079851" cy="258532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200"/>
            </a:lvl1pPr>
          </a:lstStyle>
          <a:p>
            <a:r>
              <a:rPr lang="fr-FR" dirty="0"/>
              <a:t>Logo</a:t>
            </a:r>
          </a:p>
        </p:txBody>
      </p:sp>
      <p:sp>
        <p:nvSpPr>
          <p:cNvPr id="4" name="Espace réservé du texte 10">
            <a:extLst>
              <a:ext uri="{FF2B5EF4-FFF2-40B4-BE49-F238E27FC236}">
                <a16:creationId xmlns:a16="http://schemas.microsoft.com/office/drawing/2014/main" id="{67BA4199-7F89-C044-E254-4ABBC4D5F1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6510" y="6292530"/>
            <a:ext cx="9862661" cy="170816"/>
          </a:xfrm>
        </p:spPr>
        <p:txBody>
          <a:bodyPr bIns="0" anchor="b" anchorCtr="0"/>
          <a:lstStyle>
            <a:lvl1pPr>
              <a:defRPr sz="900" cap="all" baseline="0">
                <a:solidFill>
                  <a:schemeClr val="bg1"/>
                </a:solidFill>
                <a:latin typeface="Montserrat Black" panose="00000A00000000000000" pitchFamily="50" charset="0"/>
              </a:defRPr>
            </a:lvl1pPr>
          </a:lstStyle>
          <a:p>
            <a:pPr lvl="0"/>
            <a:r>
              <a:rPr lang="fr-FR" dirty="0"/>
              <a:t>Nom du niveau n-1</a:t>
            </a:r>
          </a:p>
        </p:txBody>
      </p:sp>
      <p:pic>
        <p:nvPicPr>
          <p:cNvPr id="19" name="Graphique 18">
            <a:extLst>
              <a:ext uri="{FF2B5EF4-FFF2-40B4-BE49-F238E27FC236}">
                <a16:creationId xmlns:a16="http://schemas.microsoft.com/office/drawing/2014/main" id="{94551305-9DC6-53D8-46F5-2412003C26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8319" y="6212953"/>
            <a:ext cx="584354" cy="30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91434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Diapositive de titr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8BE461-D8E1-BA76-7A47-DCCA7D1A3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62757"/>
            <a:ext cx="9144000" cy="687624"/>
          </a:xfrm>
        </p:spPr>
        <p:txBody>
          <a:bodyPr anchor="b"/>
          <a:lstStyle>
            <a:lvl1pPr algn="ctr">
              <a:lnSpc>
                <a:spcPct val="8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1B6F76B-A6CD-0D89-D99C-E5D2421F6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44940"/>
            <a:ext cx="9144000" cy="424732"/>
          </a:xfrm>
        </p:spPr>
        <p:txBody>
          <a:bodyPr>
            <a:spAutoFit/>
          </a:bodyPr>
          <a:lstStyle>
            <a:lvl1pPr marL="0" indent="0" algn="ctr">
              <a:buNone/>
              <a:defRPr sz="240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859B5F7F-0F7D-50C9-FF7A-5D974E15BA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8283" y="313672"/>
            <a:ext cx="2441575" cy="258532"/>
          </a:xfrm>
        </p:spPr>
        <p:txBody>
          <a:bodyPr/>
          <a:lstStyle>
            <a:lvl1pPr algn="r">
              <a:defRPr sz="1200" b="0" cap="all" baseline="0">
                <a:solidFill>
                  <a:schemeClr val="accent2"/>
                </a:solidFill>
                <a:latin typeface="Montserrat" panose="02000505000000020004" pitchFamily="2" charset="0"/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5" name="Espace réservé du texte 10">
            <a:extLst>
              <a:ext uri="{FF2B5EF4-FFF2-40B4-BE49-F238E27FC236}">
                <a16:creationId xmlns:a16="http://schemas.microsoft.com/office/drawing/2014/main" id="{23242F0D-48D6-8274-285E-B767C1F02BE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6510" y="6449498"/>
            <a:ext cx="9862661" cy="203133"/>
          </a:xfrm>
        </p:spPr>
        <p:txBody>
          <a:bodyPr/>
          <a:lstStyle>
            <a:lvl1pPr>
              <a:defRPr sz="800">
                <a:solidFill>
                  <a:schemeClr val="accent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60AE24-444E-E2F0-A4F9-4E8159F9E9F6}"/>
              </a:ext>
            </a:extLst>
          </p:cNvPr>
          <p:cNvSpPr/>
          <p:nvPr userDrawn="1"/>
        </p:nvSpPr>
        <p:spPr>
          <a:xfrm>
            <a:off x="11154271" y="6098381"/>
            <a:ext cx="821516" cy="539851"/>
          </a:xfrm>
          <a:prstGeom prst="rect">
            <a:avLst/>
          </a:prstGeom>
          <a:solidFill>
            <a:schemeClr val="bg1"/>
          </a:solidFill>
          <a:ln w="25400">
            <a:solidFill>
              <a:srgbClr val="0A00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4" name="Espace réservé du texte 10">
            <a:extLst>
              <a:ext uri="{FF2B5EF4-FFF2-40B4-BE49-F238E27FC236}">
                <a16:creationId xmlns:a16="http://schemas.microsoft.com/office/drawing/2014/main" id="{67BA4199-7F89-C044-E254-4ABBC4D5F1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6510" y="6292530"/>
            <a:ext cx="9862661" cy="170816"/>
          </a:xfrm>
        </p:spPr>
        <p:txBody>
          <a:bodyPr bIns="0" anchor="b" anchorCtr="0"/>
          <a:lstStyle>
            <a:lvl1pPr>
              <a:defRPr sz="900" cap="all" baseline="0">
                <a:solidFill>
                  <a:schemeClr val="accent1"/>
                </a:solidFill>
                <a:latin typeface="Montserrat Black" panose="00000A00000000000000" pitchFamily="50" charset="0"/>
              </a:defRPr>
            </a:lvl1pPr>
          </a:lstStyle>
          <a:p>
            <a:pPr lvl="0"/>
            <a:r>
              <a:rPr lang="fr-FR" dirty="0"/>
              <a:t>Nom du niveau n-1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6967B300-6E90-FB49-1C65-A462B41A2DBE}"/>
              </a:ext>
            </a:extLst>
          </p:cNvPr>
          <p:cNvSpPr/>
          <p:nvPr userDrawn="1"/>
        </p:nvSpPr>
        <p:spPr>
          <a:xfrm>
            <a:off x="231530" y="232996"/>
            <a:ext cx="11744260" cy="6405236"/>
          </a:xfrm>
          <a:custGeom>
            <a:avLst/>
            <a:gdLst>
              <a:gd name="connsiteX0" fmla="*/ 0 w 11742461"/>
              <a:gd name="connsiteY0" fmla="*/ 0 h 6404903"/>
              <a:gd name="connsiteX1" fmla="*/ 11742461 w 11742461"/>
              <a:gd name="connsiteY1" fmla="*/ 0 h 6404903"/>
              <a:gd name="connsiteX2" fmla="*/ 11742461 w 11742461"/>
              <a:gd name="connsiteY2" fmla="*/ 6404903 h 6404903"/>
              <a:gd name="connsiteX3" fmla="*/ 0 w 11742461"/>
              <a:gd name="connsiteY3" fmla="*/ 6404903 h 6404903"/>
              <a:gd name="connsiteX4" fmla="*/ 0 w 11742461"/>
              <a:gd name="connsiteY4" fmla="*/ 0 h 6404903"/>
              <a:gd name="connsiteX0" fmla="*/ 1799 w 11744260"/>
              <a:gd name="connsiteY0" fmla="*/ 0 h 6404903"/>
              <a:gd name="connsiteX1" fmla="*/ 11744260 w 11744260"/>
              <a:gd name="connsiteY1" fmla="*/ 0 h 6404903"/>
              <a:gd name="connsiteX2" fmla="*/ 11744260 w 11744260"/>
              <a:gd name="connsiteY2" fmla="*/ 6404903 h 6404903"/>
              <a:gd name="connsiteX3" fmla="*/ 1799 w 11744260"/>
              <a:gd name="connsiteY3" fmla="*/ 6404903 h 6404903"/>
              <a:gd name="connsiteX4" fmla="*/ 0 w 11744260"/>
              <a:gd name="connsiteY4" fmla="*/ 395321 h 6404903"/>
              <a:gd name="connsiteX5" fmla="*/ 1799 w 11744260"/>
              <a:gd name="connsiteY5" fmla="*/ 0 h 6404903"/>
              <a:gd name="connsiteX0" fmla="*/ 1799 w 11744260"/>
              <a:gd name="connsiteY0" fmla="*/ 333 h 6405236"/>
              <a:gd name="connsiteX1" fmla="*/ 624254 w 11744260"/>
              <a:gd name="connsiteY1" fmla="*/ 0 h 6405236"/>
              <a:gd name="connsiteX2" fmla="*/ 11744260 w 11744260"/>
              <a:gd name="connsiteY2" fmla="*/ 333 h 6405236"/>
              <a:gd name="connsiteX3" fmla="*/ 11744260 w 11744260"/>
              <a:gd name="connsiteY3" fmla="*/ 6405236 h 6405236"/>
              <a:gd name="connsiteX4" fmla="*/ 1799 w 11744260"/>
              <a:gd name="connsiteY4" fmla="*/ 6405236 h 6405236"/>
              <a:gd name="connsiteX5" fmla="*/ 0 w 11744260"/>
              <a:gd name="connsiteY5" fmla="*/ 395654 h 6405236"/>
              <a:gd name="connsiteX6" fmla="*/ 1799 w 11744260"/>
              <a:gd name="connsiteY6" fmla="*/ 333 h 6405236"/>
              <a:gd name="connsiteX0" fmla="*/ 1799 w 11744260"/>
              <a:gd name="connsiteY0" fmla="*/ 333 h 6405236"/>
              <a:gd name="connsiteX1" fmla="*/ 624254 w 11744260"/>
              <a:gd name="connsiteY1" fmla="*/ 0 h 6405236"/>
              <a:gd name="connsiteX2" fmla="*/ 11744260 w 11744260"/>
              <a:gd name="connsiteY2" fmla="*/ 333 h 6405236"/>
              <a:gd name="connsiteX3" fmla="*/ 11744260 w 11744260"/>
              <a:gd name="connsiteY3" fmla="*/ 6405236 h 6405236"/>
              <a:gd name="connsiteX4" fmla="*/ 1799 w 11744260"/>
              <a:gd name="connsiteY4" fmla="*/ 6405236 h 6405236"/>
              <a:gd name="connsiteX5" fmla="*/ 0 w 11744260"/>
              <a:gd name="connsiteY5" fmla="*/ 395654 h 6405236"/>
              <a:gd name="connsiteX6" fmla="*/ 93239 w 11744260"/>
              <a:gd name="connsiteY6" fmla="*/ 91773 h 6405236"/>
              <a:gd name="connsiteX0" fmla="*/ 1799 w 11744260"/>
              <a:gd name="connsiteY0" fmla="*/ 333 h 6405236"/>
              <a:gd name="connsiteX1" fmla="*/ 624254 w 11744260"/>
              <a:gd name="connsiteY1" fmla="*/ 0 h 6405236"/>
              <a:gd name="connsiteX2" fmla="*/ 11744260 w 11744260"/>
              <a:gd name="connsiteY2" fmla="*/ 333 h 6405236"/>
              <a:gd name="connsiteX3" fmla="*/ 11744260 w 11744260"/>
              <a:gd name="connsiteY3" fmla="*/ 6405236 h 6405236"/>
              <a:gd name="connsiteX4" fmla="*/ 1799 w 11744260"/>
              <a:gd name="connsiteY4" fmla="*/ 6405236 h 6405236"/>
              <a:gd name="connsiteX5" fmla="*/ 0 w 11744260"/>
              <a:gd name="connsiteY5" fmla="*/ 395654 h 6405236"/>
              <a:gd name="connsiteX0" fmla="*/ 624254 w 11744260"/>
              <a:gd name="connsiteY0" fmla="*/ 0 h 6405236"/>
              <a:gd name="connsiteX1" fmla="*/ 11744260 w 11744260"/>
              <a:gd name="connsiteY1" fmla="*/ 333 h 6405236"/>
              <a:gd name="connsiteX2" fmla="*/ 11744260 w 11744260"/>
              <a:gd name="connsiteY2" fmla="*/ 6405236 h 6405236"/>
              <a:gd name="connsiteX3" fmla="*/ 1799 w 11744260"/>
              <a:gd name="connsiteY3" fmla="*/ 6405236 h 6405236"/>
              <a:gd name="connsiteX4" fmla="*/ 0 w 11744260"/>
              <a:gd name="connsiteY4" fmla="*/ 395654 h 6405236"/>
              <a:gd name="connsiteX0" fmla="*/ 472360 w 11744260"/>
              <a:gd name="connsiteY0" fmla="*/ 0 h 6405236"/>
              <a:gd name="connsiteX1" fmla="*/ 11744260 w 11744260"/>
              <a:gd name="connsiteY1" fmla="*/ 333 h 6405236"/>
              <a:gd name="connsiteX2" fmla="*/ 11744260 w 11744260"/>
              <a:gd name="connsiteY2" fmla="*/ 6405236 h 6405236"/>
              <a:gd name="connsiteX3" fmla="*/ 1799 w 11744260"/>
              <a:gd name="connsiteY3" fmla="*/ 6405236 h 6405236"/>
              <a:gd name="connsiteX4" fmla="*/ 0 w 11744260"/>
              <a:gd name="connsiteY4" fmla="*/ 395654 h 6405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44260" h="6405236">
                <a:moveTo>
                  <a:pt x="472360" y="0"/>
                </a:moveTo>
                <a:lnTo>
                  <a:pt x="11744260" y="333"/>
                </a:lnTo>
                <a:lnTo>
                  <a:pt x="11744260" y="6405236"/>
                </a:lnTo>
                <a:lnTo>
                  <a:pt x="1799" y="6405236"/>
                </a:lnTo>
                <a:cubicBezTo>
                  <a:pt x="1199" y="4402042"/>
                  <a:pt x="600" y="2398848"/>
                  <a:pt x="0" y="395654"/>
                </a:cubicBezTo>
              </a:path>
            </a:pathLst>
          </a:custGeom>
          <a:noFill/>
          <a:ln w="25400" cap="rnd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pic>
        <p:nvPicPr>
          <p:cNvPr id="18" name="Graphique 17">
            <a:extLst>
              <a:ext uri="{FF2B5EF4-FFF2-40B4-BE49-F238E27FC236}">
                <a16:creationId xmlns:a16="http://schemas.microsoft.com/office/drawing/2014/main" id="{BD6605DE-E8F7-35BC-FF51-017DCDD8939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8319" y="6212953"/>
            <a:ext cx="584354" cy="30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11484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Diapositive de titre 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8BE461-D8E1-BA76-7A47-DCCA7D1A3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62757"/>
            <a:ext cx="9144000" cy="687624"/>
          </a:xfrm>
        </p:spPr>
        <p:txBody>
          <a:bodyPr anchor="b"/>
          <a:lstStyle>
            <a:lvl1pPr algn="ctr"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1B6F76B-A6CD-0D89-D99C-E5D2421F6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44940"/>
            <a:ext cx="9144000" cy="424732"/>
          </a:xfrm>
        </p:spPr>
        <p:txBody>
          <a:bodyPr>
            <a:sp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859B5F7F-0F7D-50C9-FF7A-5D974E15BA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8283" y="313672"/>
            <a:ext cx="2441575" cy="258532"/>
          </a:xfrm>
        </p:spPr>
        <p:txBody>
          <a:bodyPr/>
          <a:lstStyle>
            <a:lvl1pPr algn="r">
              <a:defRPr sz="1200" b="0" cap="all" baseline="0">
                <a:solidFill>
                  <a:schemeClr val="bg1"/>
                </a:solidFill>
                <a:latin typeface="Montserrat" panose="02000505000000020004" pitchFamily="2" charset="0"/>
              </a:defRPr>
            </a:lvl1pPr>
          </a:lstStyle>
          <a:p>
            <a:pPr lvl="0"/>
            <a:r>
              <a:rPr lang="fr-FR" dirty="0"/>
              <a:t>date</a:t>
            </a:r>
          </a:p>
        </p:txBody>
      </p:sp>
      <p:sp>
        <p:nvSpPr>
          <p:cNvPr id="5" name="Espace réservé du texte 10">
            <a:extLst>
              <a:ext uri="{FF2B5EF4-FFF2-40B4-BE49-F238E27FC236}">
                <a16:creationId xmlns:a16="http://schemas.microsoft.com/office/drawing/2014/main" id="{23242F0D-48D6-8274-285E-B767C1F02BE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6510" y="6449498"/>
            <a:ext cx="9862661" cy="203133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60AE24-444E-E2F0-A4F9-4E8159F9E9F6}"/>
              </a:ext>
            </a:extLst>
          </p:cNvPr>
          <p:cNvSpPr/>
          <p:nvPr userDrawn="1"/>
        </p:nvSpPr>
        <p:spPr>
          <a:xfrm>
            <a:off x="11154271" y="6098381"/>
            <a:ext cx="821516" cy="539851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4" name="Espace réservé du texte 10">
            <a:extLst>
              <a:ext uri="{FF2B5EF4-FFF2-40B4-BE49-F238E27FC236}">
                <a16:creationId xmlns:a16="http://schemas.microsoft.com/office/drawing/2014/main" id="{67BA4199-7F89-C044-E254-4ABBC4D5F1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6510" y="6292530"/>
            <a:ext cx="9862661" cy="170816"/>
          </a:xfrm>
        </p:spPr>
        <p:txBody>
          <a:bodyPr bIns="0" anchor="b" anchorCtr="0"/>
          <a:lstStyle>
            <a:lvl1pPr>
              <a:defRPr sz="900" cap="all" baseline="0">
                <a:solidFill>
                  <a:schemeClr val="bg1"/>
                </a:solidFill>
                <a:latin typeface="Montserrat Black" panose="00000A00000000000000" pitchFamily="50" charset="0"/>
              </a:defRPr>
            </a:lvl1pPr>
          </a:lstStyle>
          <a:p>
            <a:pPr lvl="0"/>
            <a:r>
              <a:rPr lang="fr-FR" dirty="0"/>
              <a:t>Nom du niveau n-1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6967B300-6E90-FB49-1C65-A462B41A2DBE}"/>
              </a:ext>
            </a:extLst>
          </p:cNvPr>
          <p:cNvSpPr/>
          <p:nvPr userDrawn="1"/>
        </p:nvSpPr>
        <p:spPr>
          <a:xfrm>
            <a:off x="231530" y="232996"/>
            <a:ext cx="11744260" cy="6405236"/>
          </a:xfrm>
          <a:custGeom>
            <a:avLst/>
            <a:gdLst>
              <a:gd name="connsiteX0" fmla="*/ 0 w 11742461"/>
              <a:gd name="connsiteY0" fmla="*/ 0 h 6404903"/>
              <a:gd name="connsiteX1" fmla="*/ 11742461 w 11742461"/>
              <a:gd name="connsiteY1" fmla="*/ 0 h 6404903"/>
              <a:gd name="connsiteX2" fmla="*/ 11742461 w 11742461"/>
              <a:gd name="connsiteY2" fmla="*/ 6404903 h 6404903"/>
              <a:gd name="connsiteX3" fmla="*/ 0 w 11742461"/>
              <a:gd name="connsiteY3" fmla="*/ 6404903 h 6404903"/>
              <a:gd name="connsiteX4" fmla="*/ 0 w 11742461"/>
              <a:gd name="connsiteY4" fmla="*/ 0 h 6404903"/>
              <a:gd name="connsiteX0" fmla="*/ 1799 w 11744260"/>
              <a:gd name="connsiteY0" fmla="*/ 0 h 6404903"/>
              <a:gd name="connsiteX1" fmla="*/ 11744260 w 11744260"/>
              <a:gd name="connsiteY1" fmla="*/ 0 h 6404903"/>
              <a:gd name="connsiteX2" fmla="*/ 11744260 w 11744260"/>
              <a:gd name="connsiteY2" fmla="*/ 6404903 h 6404903"/>
              <a:gd name="connsiteX3" fmla="*/ 1799 w 11744260"/>
              <a:gd name="connsiteY3" fmla="*/ 6404903 h 6404903"/>
              <a:gd name="connsiteX4" fmla="*/ 0 w 11744260"/>
              <a:gd name="connsiteY4" fmla="*/ 395321 h 6404903"/>
              <a:gd name="connsiteX5" fmla="*/ 1799 w 11744260"/>
              <a:gd name="connsiteY5" fmla="*/ 0 h 6404903"/>
              <a:gd name="connsiteX0" fmla="*/ 1799 w 11744260"/>
              <a:gd name="connsiteY0" fmla="*/ 333 h 6405236"/>
              <a:gd name="connsiteX1" fmla="*/ 624254 w 11744260"/>
              <a:gd name="connsiteY1" fmla="*/ 0 h 6405236"/>
              <a:gd name="connsiteX2" fmla="*/ 11744260 w 11744260"/>
              <a:gd name="connsiteY2" fmla="*/ 333 h 6405236"/>
              <a:gd name="connsiteX3" fmla="*/ 11744260 w 11744260"/>
              <a:gd name="connsiteY3" fmla="*/ 6405236 h 6405236"/>
              <a:gd name="connsiteX4" fmla="*/ 1799 w 11744260"/>
              <a:gd name="connsiteY4" fmla="*/ 6405236 h 6405236"/>
              <a:gd name="connsiteX5" fmla="*/ 0 w 11744260"/>
              <a:gd name="connsiteY5" fmla="*/ 395654 h 6405236"/>
              <a:gd name="connsiteX6" fmla="*/ 1799 w 11744260"/>
              <a:gd name="connsiteY6" fmla="*/ 333 h 6405236"/>
              <a:gd name="connsiteX0" fmla="*/ 1799 w 11744260"/>
              <a:gd name="connsiteY0" fmla="*/ 333 h 6405236"/>
              <a:gd name="connsiteX1" fmla="*/ 624254 w 11744260"/>
              <a:gd name="connsiteY1" fmla="*/ 0 h 6405236"/>
              <a:gd name="connsiteX2" fmla="*/ 11744260 w 11744260"/>
              <a:gd name="connsiteY2" fmla="*/ 333 h 6405236"/>
              <a:gd name="connsiteX3" fmla="*/ 11744260 w 11744260"/>
              <a:gd name="connsiteY3" fmla="*/ 6405236 h 6405236"/>
              <a:gd name="connsiteX4" fmla="*/ 1799 w 11744260"/>
              <a:gd name="connsiteY4" fmla="*/ 6405236 h 6405236"/>
              <a:gd name="connsiteX5" fmla="*/ 0 w 11744260"/>
              <a:gd name="connsiteY5" fmla="*/ 395654 h 6405236"/>
              <a:gd name="connsiteX6" fmla="*/ 93239 w 11744260"/>
              <a:gd name="connsiteY6" fmla="*/ 91773 h 6405236"/>
              <a:gd name="connsiteX0" fmla="*/ 1799 w 11744260"/>
              <a:gd name="connsiteY0" fmla="*/ 333 h 6405236"/>
              <a:gd name="connsiteX1" fmla="*/ 624254 w 11744260"/>
              <a:gd name="connsiteY1" fmla="*/ 0 h 6405236"/>
              <a:gd name="connsiteX2" fmla="*/ 11744260 w 11744260"/>
              <a:gd name="connsiteY2" fmla="*/ 333 h 6405236"/>
              <a:gd name="connsiteX3" fmla="*/ 11744260 w 11744260"/>
              <a:gd name="connsiteY3" fmla="*/ 6405236 h 6405236"/>
              <a:gd name="connsiteX4" fmla="*/ 1799 w 11744260"/>
              <a:gd name="connsiteY4" fmla="*/ 6405236 h 6405236"/>
              <a:gd name="connsiteX5" fmla="*/ 0 w 11744260"/>
              <a:gd name="connsiteY5" fmla="*/ 395654 h 6405236"/>
              <a:gd name="connsiteX0" fmla="*/ 624254 w 11744260"/>
              <a:gd name="connsiteY0" fmla="*/ 0 h 6405236"/>
              <a:gd name="connsiteX1" fmla="*/ 11744260 w 11744260"/>
              <a:gd name="connsiteY1" fmla="*/ 333 h 6405236"/>
              <a:gd name="connsiteX2" fmla="*/ 11744260 w 11744260"/>
              <a:gd name="connsiteY2" fmla="*/ 6405236 h 6405236"/>
              <a:gd name="connsiteX3" fmla="*/ 1799 w 11744260"/>
              <a:gd name="connsiteY3" fmla="*/ 6405236 h 6405236"/>
              <a:gd name="connsiteX4" fmla="*/ 0 w 11744260"/>
              <a:gd name="connsiteY4" fmla="*/ 395654 h 6405236"/>
              <a:gd name="connsiteX0" fmla="*/ 472360 w 11744260"/>
              <a:gd name="connsiteY0" fmla="*/ 0 h 6405236"/>
              <a:gd name="connsiteX1" fmla="*/ 11744260 w 11744260"/>
              <a:gd name="connsiteY1" fmla="*/ 333 h 6405236"/>
              <a:gd name="connsiteX2" fmla="*/ 11744260 w 11744260"/>
              <a:gd name="connsiteY2" fmla="*/ 6405236 h 6405236"/>
              <a:gd name="connsiteX3" fmla="*/ 1799 w 11744260"/>
              <a:gd name="connsiteY3" fmla="*/ 6405236 h 6405236"/>
              <a:gd name="connsiteX4" fmla="*/ 0 w 11744260"/>
              <a:gd name="connsiteY4" fmla="*/ 395654 h 6405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44260" h="6405236">
                <a:moveTo>
                  <a:pt x="472360" y="0"/>
                </a:moveTo>
                <a:lnTo>
                  <a:pt x="11744260" y="333"/>
                </a:lnTo>
                <a:lnTo>
                  <a:pt x="11744260" y="6405236"/>
                </a:lnTo>
                <a:lnTo>
                  <a:pt x="1799" y="6405236"/>
                </a:lnTo>
                <a:cubicBezTo>
                  <a:pt x="1199" y="4402042"/>
                  <a:pt x="600" y="2398848"/>
                  <a:pt x="0" y="395654"/>
                </a:cubicBezTo>
              </a:path>
            </a:pathLst>
          </a:custGeom>
          <a:noFill/>
          <a:ln w="25400" cap="rnd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pic>
        <p:nvPicPr>
          <p:cNvPr id="18" name="Graphique 17">
            <a:extLst>
              <a:ext uri="{FF2B5EF4-FFF2-40B4-BE49-F238E27FC236}">
                <a16:creationId xmlns:a16="http://schemas.microsoft.com/office/drawing/2014/main" id="{BA5E78C7-3F30-2A13-7776-9C3043760F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8319" y="6212953"/>
            <a:ext cx="584354" cy="30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7133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Diapositive de titre A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8BE461-D8E1-BA76-7A47-DCCA7D1A3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62757"/>
            <a:ext cx="9144000" cy="687624"/>
          </a:xfrm>
        </p:spPr>
        <p:txBody>
          <a:bodyPr anchor="b"/>
          <a:lstStyle>
            <a:lvl1pPr algn="ctr"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1B6F76B-A6CD-0D89-D99C-E5D2421F6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44940"/>
            <a:ext cx="9144000" cy="424732"/>
          </a:xfrm>
        </p:spPr>
        <p:txBody>
          <a:bodyPr>
            <a:spAutoFit/>
          </a:bodyPr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FR" dirty="0"/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859B5F7F-0F7D-50C9-FF7A-5D974E15BA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8283" y="313672"/>
            <a:ext cx="2441575" cy="258532"/>
          </a:xfrm>
        </p:spPr>
        <p:txBody>
          <a:bodyPr/>
          <a:lstStyle>
            <a:lvl1pPr algn="r">
              <a:defRPr sz="1200" b="0" cap="all" baseline="0">
                <a:solidFill>
                  <a:schemeClr val="bg1"/>
                </a:solidFill>
                <a:latin typeface="Montserrat" panose="02000505000000020004" pitchFamily="2" charset="0"/>
              </a:defRPr>
            </a:lvl1pPr>
          </a:lstStyle>
          <a:p>
            <a:pPr lvl="0"/>
            <a:r>
              <a:rPr lang="fr-FR" dirty="0"/>
              <a:t>date</a:t>
            </a:r>
          </a:p>
        </p:txBody>
      </p:sp>
      <p:sp>
        <p:nvSpPr>
          <p:cNvPr id="5" name="Espace réservé du texte 10">
            <a:extLst>
              <a:ext uri="{FF2B5EF4-FFF2-40B4-BE49-F238E27FC236}">
                <a16:creationId xmlns:a16="http://schemas.microsoft.com/office/drawing/2014/main" id="{23242F0D-48D6-8274-285E-B767C1F02BE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6510" y="6449498"/>
            <a:ext cx="9862661" cy="203133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60AE24-444E-E2F0-A4F9-4E8159F9E9F6}"/>
              </a:ext>
            </a:extLst>
          </p:cNvPr>
          <p:cNvSpPr/>
          <p:nvPr userDrawn="1"/>
        </p:nvSpPr>
        <p:spPr>
          <a:xfrm>
            <a:off x="11154271" y="6098381"/>
            <a:ext cx="821516" cy="539851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4" name="Espace réservé du texte 10">
            <a:extLst>
              <a:ext uri="{FF2B5EF4-FFF2-40B4-BE49-F238E27FC236}">
                <a16:creationId xmlns:a16="http://schemas.microsoft.com/office/drawing/2014/main" id="{67BA4199-7F89-C044-E254-4ABBC4D5F1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6510" y="6292530"/>
            <a:ext cx="9862661" cy="170816"/>
          </a:xfrm>
        </p:spPr>
        <p:txBody>
          <a:bodyPr bIns="0" anchor="b" anchorCtr="0"/>
          <a:lstStyle>
            <a:lvl1pPr>
              <a:defRPr sz="900" cap="all" baseline="0">
                <a:solidFill>
                  <a:schemeClr val="bg1"/>
                </a:solidFill>
                <a:latin typeface="Montserrat Black" panose="00000A00000000000000" pitchFamily="50" charset="0"/>
              </a:defRPr>
            </a:lvl1pPr>
          </a:lstStyle>
          <a:p>
            <a:pPr lvl="0"/>
            <a:r>
              <a:rPr lang="fr-FR" dirty="0"/>
              <a:t>Nom du niveau n-1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6967B300-6E90-FB49-1C65-A462B41A2DBE}"/>
              </a:ext>
            </a:extLst>
          </p:cNvPr>
          <p:cNvSpPr/>
          <p:nvPr userDrawn="1"/>
        </p:nvSpPr>
        <p:spPr>
          <a:xfrm>
            <a:off x="231530" y="232996"/>
            <a:ext cx="11744260" cy="6405236"/>
          </a:xfrm>
          <a:custGeom>
            <a:avLst/>
            <a:gdLst>
              <a:gd name="connsiteX0" fmla="*/ 0 w 11742461"/>
              <a:gd name="connsiteY0" fmla="*/ 0 h 6404903"/>
              <a:gd name="connsiteX1" fmla="*/ 11742461 w 11742461"/>
              <a:gd name="connsiteY1" fmla="*/ 0 h 6404903"/>
              <a:gd name="connsiteX2" fmla="*/ 11742461 w 11742461"/>
              <a:gd name="connsiteY2" fmla="*/ 6404903 h 6404903"/>
              <a:gd name="connsiteX3" fmla="*/ 0 w 11742461"/>
              <a:gd name="connsiteY3" fmla="*/ 6404903 h 6404903"/>
              <a:gd name="connsiteX4" fmla="*/ 0 w 11742461"/>
              <a:gd name="connsiteY4" fmla="*/ 0 h 6404903"/>
              <a:gd name="connsiteX0" fmla="*/ 1799 w 11744260"/>
              <a:gd name="connsiteY0" fmla="*/ 0 h 6404903"/>
              <a:gd name="connsiteX1" fmla="*/ 11744260 w 11744260"/>
              <a:gd name="connsiteY1" fmla="*/ 0 h 6404903"/>
              <a:gd name="connsiteX2" fmla="*/ 11744260 w 11744260"/>
              <a:gd name="connsiteY2" fmla="*/ 6404903 h 6404903"/>
              <a:gd name="connsiteX3" fmla="*/ 1799 w 11744260"/>
              <a:gd name="connsiteY3" fmla="*/ 6404903 h 6404903"/>
              <a:gd name="connsiteX4" fmla="*/ 0 w 11744260"/>
              <a:gd name="connsiteY4" fmla="*/ 395321 h 6404903"/>
              <a:gd name="connsiteX5" fmla="*/ 1799 w 11744260"/>
              <a:gd name="connsiteY5" fmla="*/ 0 h 6404903"/>
              <a:gd name="connsiteX0" fmla="*/ 1799 w 11744260"/>
              <a:gd name="connsiteY0" fmla="*/ 333 h 6405236"/>
              <a:gd name="connsiteX1" fmla="*/ 624254 w 11744260"/>
              <a:gd name="connsiteY1" fmla="*/ 0 h 6405236"/>
              <a:gd name="connsiteX2" fmla="*/ 11744260 w 11744260"/>
              <a:gd name="connsiteY2" fmla="*/ 333 h 6405236"/>
              <a:gd name="connsiteX3" fmla="*/ 11744260 w 11744260"/>
              <a:gd name="connsiteY3" fmla="*/ 6405236 h 6405236"/>
              <a:gd name="connsiteX4" fmla="*/ 1799 w 11744260"/>
              <a:gd name="connsiteY4" fmla="*/ 6405236 h 6405236"/>
              <a:gd name="connsiteX5" fmla="*/ 0 w 11744260"/>
              <a:gd name="connsiteY5" fmla="*/ 395654 h 6405236"/>
              <a:gd name="connsiteX6" fmla="*/ 1799 w 11744260"/>
              <a:gd name="connsiteY6" fmla="*/ 333 h 6405236"/>
              <a:gd name="connsiteX0" fmla="*/ 1799 w 11744260"/>
              <a:gd name="connsiteY0" fmla="*/ 333 h 6405236"/>
              <a:gd name="connsiteX1" fmla="*/ 624254 w 11744260"/>
              <a:gd name="connsiteY1" fmla="*/ 0 h 6405236"/>
              <a:gd name="connsiteX2" fmla="*/ 11744260 w 11744260"/>
              <a:gd name="connsiteY2" fmla="*/ 333 h 6405236"/>
              <a:gd name="connsiteX3" fmla="*/ 11744260 w 11744260"/>
              <a:gd name="connsiteY3" fmla="*/ 6405236 h 6405236"/>
              <a:gd name="connsiteX4" fmla="*/ 1799 w 11744260"/>
              <a:gd name="connsiteY4" fmla="*/ 6405236 h 6405236"/>
              <a:gd name="connsiteX5" fmla="*/ 0 w 11744260"/>
              <a:gd name="connsiteY5" fmla="*/ 395654 h 6405236"/>
              <a:gd name="connsiteX6" fmla="*/ 93239 w 11744260"/>
              <a:gd name="connsiteY6" fmla="*/ 91773 h 6405236"/>
              <a:gd name="connsiteX0" fmla="*/ 1799 w 11744260"/>
              <a:gd name="connsiteY0" fmla="*/ 333 h 6405236"/>
              <a:gd name="connsiteX1" fmla="*/ 624254 w 11744260"/>
              <a:gd name="connsiteY1" fmla="*/ 0 h 6405236"/>
              <a:gd name="connsiteX2" fmla="*/ 11744260 w 11744260"/>
              <a:gd name="connsiteY2" fmla="*/ 333 h 6405236"/>
              <a:gd name="connsiteX3" fmla="*/ 11744260 w 11744260"/>
              <a:gd name="connsiteY3" fmla="*/ 6405236 h 6405236"/>
              <a:gd name="connsiteX4" fmla="*/ 1799 w 11744260"/>
              <a:gd name="connsiteY4" fmla="*/ 6405236 h 6405236"/>
              <a:gd name="connsiteX5" fmla="*/ 0 w 11744260"/>
              <a:gd name="connsiteY5" fmla="*/ 395654 h 6405236"/>
              <a:gd name="connsiteX0" fmla="*/ 624254 w 11744260"/>
              <a:gd name="connsiteY0" fmla="*/ 0 h 6405236"/>
              <a:gd name="connsiteX1" fmla="*/ 11744260 w 11744260"/>
              <a:gd name="connsiteY1" fmla="*/ 333 h 6405236"/>
              <a:gd name="connsiteX2" fmla="*/ 11744260 w 11744260"/>
              <a:gd name="connsiteY2" fmla="*/ 6405236 h 6405236"/>
              <a:gd name="connsiteX3" fmla="*/ 1799 w 11744260"/>
              <a:gd name="connsiteY3" fmla="*/ 6405236 h 6405236"/>
              <a:gd name="connsiteX4" fmla="*/ 0 w 11744260"/>
              <a:gd name="connsiteY4" fmla="*/ 395654 h 6405236"/>
              <a:gd name="connsiteX0" fmla="*/ 472360 w 11744260"/>
              <a:gd name="connsiteY0" fmla="*/ 0 h 6405236"/>
              <a:gd name="connsiteX1" fmla="*/ 11744260 w 11744260"/>
              <a:gd name="connsiteY1" fmla="*/ 333 h 6405236"/>
              <a:gd name="connsiteX2" fmla="*/ 11744260 w 11744260"/>
              <a:gd name="connsiteY2" fmla="*/ 6405236 h 6405236"/>
              <a:gd name="connsiteX3" fmla="*/ 1799 w 11744260"/>
              <a:gd name="connsiteY3" fmla="*/ 6405236 h 6405236"/>
              <a:gd name="connsiteX4" fmla="*/ 0 w 11744260"/>
              <a:gd name="connsiteY4" fmla="*/ 395654 h 6405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44260" h="6405236">
                <a:moveTo>
                  <a:pt x="472360" y="0"/>
                </a:moveTo>
                <a:lnTo>
                  <a:pt x="11744260" y="333"/>
                </a:lnTo>
                <a:lnTo>
                  <a:pt x="11744260" y="6405236"/>
                </a:lnTo>
                <a:lnTo>
                  <a:pt x="1799" y="6405236"/>
                </a:lnTo>
                <a:cubicBezTo>
                  <a:pt x="1199" y="4402042"/>
                  <a:pt x="600" y="2398848"/>
                  <a:pt x="0" y="395654"/>
                </a:cubicBezTo>
              </a:path>
            </a:pathLst>
          </a:custGeom>
          <a:noFill/>
          <a:ln w="25400" cap="rnd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pic>
        <p:nvPicPr>
          <p:cNvPr id="18" name="Graphique 17">
            <a:extLst>
              <a:ext uri="{FF2B5EF4-FFF2-40B4-BE49-F238E27FC236}">
                <a16:creationId xmlns:a16="http://schemas.microsoft.com/office/drawing/2014/main" id="{E54EFACA-0BA5-6C77-6F5D-8F57403186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8319" y="6212953"/>
            <a:ext cx="584354" cy="30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68679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Diapositive de titre A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8BE461-D8E1-BA76-7A47-DCCA7D1A3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62757"/>
            <a:ext cx="9144000" cy="687624"/>
          </a:xfrm>
        </p:spPr>
        <p:txBody>
          <a:bodyPr anchor="b"/>
          <a:lstStyle>
            <a:lvl1pPr algn="ctr"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1B6F76B-A6CD-0D89-D99C-E5D2421F6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44940"/>
            <a:ext cx="9144000" cy="424732"/>
          </a:xfrm>
        </p:spPr>
        <p:txBody>
          <a:bodyPr>
            <a:spAutoFit/>
          </a:bodyPr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FR" dirty="0"/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859B5F7F-0F7D-50C9-FF7A-5D974E15BA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8283" y="313672"/>
            <a:ext cx="2441575" cy="258532"/>
          </a:xfrm>
        </p:spPr>
        <p:txBody>
          <a:bodyPr/>
          <a:lstStyle>
            <a:lvl1pPr algn="r">
              <a:defRPr sz="1200" b="0" cap="all" baseline="0">
                <a:solidFill>
                  <a:schemeClr val="bg1"/>
                </a:solidFill>
                <a:latin typeface="Montserrat" panose="02000505000000020004" pitchFamily="2" charset="0"/>
              </a:defRPr>
            </a:lvl1pPr>
          </a:lstStyle>
          <a:p>
            <a:pPr lvl="0"/>
            <a:r>
              <a:rPr lang="fr-FR" dirty="0"/>
              <a:t>date</a:t>
            </a:r>
          </a:p>
        </p:txBody>
      </p:sp>
      <p:sp>
        <p:nvSpPr>
          <p:cNvPr id="5" name="Espace réservé du texte 10">
            <a:extLst>
              <a:ext uri="{FF2B5EF4-FFF2-40B4-BE49-F238E27FC236}">
                <a16:creationId xmlns:a16="http://schemas.microsoft.com/office/drawing/2014/main" id="{23242F0D-48D6-8274-285E-B767C1F02BE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6510" y="6449498"/>
            <a:ext cx="9862661" cy="203133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60AE24-444E-E2F0-A4F9-4E8159F9E9F6}"/>
              </a:ext>
            </a:extLst>
          </p:cNvPr>
          <p:cNvSpPr/>
          <p:nvPr userDrawn="1"/>
        </p:nvSpPr>
        <p:spPr>
          <a:xfrm>
            <a:off x="11154271" y="6098381"/>
            <a:ext cx="821516" cy="539851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4" name="Espace réservé du texte 10">
            <a:extLst>
              <a:ext uri="{FF2B5EF4-FFF2-40B4-BE49-F238E27FC236}">
                <a16:creationId xmlns:a16="http://schemas.microsoft.com/office/drawing/2014/main" id="{67BA4199-7F89-C044-E254-4ABBC4D5F1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6510" y="6292530"/>
            <a:ext cx="9862661" cy="170816"/>
          </a:xfrm>
        </p:spPr>
        <p:txBody>
          <a:bodyPr bIns="0" anchor="b" anchorCtr="0"/>
          <a:lstStyle>
            <a:lvl1pPr>
              <a:defRPr sz="900" cap="all" baseline="0">
                <a:solidFill>
                  <a:schemeClr val="bg1"/>
                </a:solidFill>
                <a:latin typeface="Montserrat Black" panose="00000A00000000000000" pitchFamily="50" charset="0"/>
              </a:defRPr>
            </a:lvl1pPr>
          </a:lstStyle>
          <a:p>
            <a:pPr lvl="0"/>
            <a:r>
              <a:rPr lang="fr-FR" dirty="0"/>
              <a:t>Nom du niveau n-1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6967B300-6E90-FB49-1C65-A462B41A2DBE}"/>
              </a:ext>
            </a:extLst>
          </p:cNvPr>
          <p:cNvSpPr/>
          <p:nvPr userDrawn="1"/>
        </p:nvSpPr>
        <p:spPr>
          <a:xfrm>
            <a:off x="231530" y="232996"/>
            <a:ext cx="11744260" cy="6405236"/>
          </a:xfrm>
          <a:custGeom>
            <a:avLst/>
            <a:gdLst>
              <a:gd name="connsiteX0" fmla="*/ 0 w 11742461"/>
              <a:gd name="connsiteY0" fmla="*/ 0 h 6404903"/>
              <a:gd name="connsiteX1" fmla="*/ 11742461 w 11742461"/>
              <a:gd name="connsiteY1" fmla="*/ 0 h 6404903"/>
              <a:gd name="connsiteX2" fmla="*/ 11742461 w 11742461"/>
              <a:gd name="connsiteY2" fmla="*/ 6404903 h 6404903"/>
              <a:gd name="connsiteX3" fmla="*/ 0 w 11742461"/>
              <a:gd name="connsiteY3" fmla="*/ 6404903 h 6404903"/>
              <a:gd name="connsiteX4" fmla="*/ 0 w 11742461"/>
              <a:gd name="connsiteY4" fmla="*/ 0 h 6404903"/>
              <a:gd name="connsiteX0" fmla="*/ 1799 w 11744260"/>
              <a:gd name="connsiteY0" fmla="*/ 0 h 6404903"/>
              <a:gd name="connsiteX1" fmla="*/ 11744260 w 11744260"/>
              <a:gd name="connsiteY1" fmla="*/ 0 h 6404903"/>
              <a:gd name="connsiteX2" fmla="*/ 11744260 w 11744260"/>
              <a:gd name="connsiteY2" fmla="*/ 6404903 h 6404903"/>
              <a:gd name="connsiteX3" fmla="*/ 1799 w 11744260"/>
              <a:gd name="connsiteY3" fmla="*/ 6404903 h 6404903"/>
              <a:gd name="connsiteX4" fmla="*/ 0 w 11744260"/>
              <a:gd name="connsiteY4" fmla="*/ 395321 h 6404903"/>
              <a:gd name="connsiteX5" fmla="*/ 1799 w 11744260"/>
              <a:gd name="connsiteY5" fmla="*/ 0 h 6404903"/>
              <a:gd name="connsiteX0" fmla="*/ 1799 w 11744260"/>
              <a:gd name="connsiteY0" fmla="*/ 333 h 6405236"/>
              <a:gd name="connsiteX1" fmla="*/ 624254 w 11744260"/>
              <a:gd name="connsiteY1" fmla="*/ 0 h 6405236"/>
              <a:gd name="connsiteX2" fmla="*/ 11744260 w 11744260"/>
              <a:gd name="connsiteY2" fmla="*/ 333 h 6405236"/>
              <a:gd name="connsiteX3" fmla="*/ 11744260 w 11744260"/>
              <a:gd name="connsiteY3" fmla="*/ 6405236 h 6405236"/>
              <a:gd name="connsiteX4" fmla="*/ 1799 w 11744260"/>
              <a:gd name="connsiteY4" fmla="*/ 6405236 h 6405236"/>
              <a:gd name="connsiteX5" fmla="*/ 0 w 11744260"/>
              <a:gd name="connsiteY5" fmla="*/ 395654 h 6405236"/>
              <a:gd name="connsiteX6" fmla="*/ 1799 w 11744260"/>
              <a:gd name="connsiteY6" fmla="*/ 333 h 6405236"/>
              <a:gd name="connsiteX0" fmla="*/ 1799 w 11744260"/>
              <a:gd name="connsiteY0" fmla="*/ 333 h 6405236"/>
              <a:gd name="connsiteX1" fmla="*/ 624254 w 11744260"/>
              <a:gd name="connsiteY1" fmla="*/ 0 h 6405236"/>
              <a:gd name="connsiteX2" fmla="*/ 11744260 w 11744260"/>
              <a:gd name="connsiteY2" fmla="*/ 333 h 6405236"/>
              <a:gd name="connsiteX3" fmla="*/ 11744260 w 11744260"/>
              <a:gd name="connsiteY3" fmla="*/ 6405236 h 6405236"/>
              <a:gd name="connsiteX4" fmla="*/ 1799 w 11744260"/>
              <a:gd name="connsiteY4" fmla="*/ 6405236 h 6405236"/>
              <a:gd name="connsiteX5" fmla="*/ 0 w 11744260"/>
              <a:gd name="connsiteY5" fmla="*/ 395654 h 6405236"/>
              <a:gd name="connsiteX6" fmla="*/ 93239 w 11744260"/>
              <a:gd name="connsiteY6" fmla="*/ 91773 h 6405236"/>
              <a:gd name="connsiteX0" fmla="*/ 1799 w 11744260"/>
              <a:gd name="connsiteY0" fmla="*/ 333 h 6405236"/>
              <a:gd name="connsiteX1" fmla="*/ 624254 w 11744260"/>
              <a:gd name="connsiteY1" fmla="*/ 0 h 6405236"/>
              <a:gd name="connsiteX2" fmla="*/ 11744260 w 11744260"/>
              <a:gd name="connsiteY2" fmla="*/ 333 h 6405236"/>
              <a:gd name="connsiteX3" fmla="*/ 11744260 w 11744260"/>
              <a:gd name="connsiteY3" fmla="*/ 6405236 h 6405236"/>
              <a:gd name="connsiteX4" fmla="*/ 1799 w 11744260"/>
              <a:gd name="connsiteY4" fmla="*/ 6405236 h 6405236"/>
              <a:gd name="connsiteX5" fmla="*/ 0 w 11744260"/>
              <a:gd name="connsiteY5" fmla="*/ 395654 h 6405236"/>
              <a:gd name="connsiteX0" fmla="*/ 624254 w 11744260"/>
              <a:gd name="connsiteY0" fmla="*/ 0 h 6405236"/>
              <a:gd name="connsiteX1" fmla="*/ 11744260 w 11744260"/>
              <a:gd name="connsiteY1" fmla="*/ 333 h 6405236"/>
              <a:gd name="connsiteX2" fmla="*/ 11744260 w 11744260"/>
              <a:gd name="connsiteY2" fmla="*/ 6405236 h 6405236"/>
              <a:gd name="connsiteX3" fmla="*/ 1799 w 11744260"/>
              <a:gd name="connsiteY3" fmla="*/ 6405236 h 6405236"/>
              <a:gd name="connsiteX4" fmla="*/ 0 w 11744260"/>
              <a:gd name="connsiteY4" fmla="*/ 395654 h 6405236"/>
              <a:gd name="connsiteX0" fmla="*/ 472360 w 11744260"/>
              <a:gd name="connsiteY0" fmla="*/ 0 h 6405236"/>
              <a:gd name="connsiteX1" fmla="*/ 11744260 w 11744260"/>
              <a:gd name="connsiteY1" fmla="*/ 333 h 6405236"/>
              <a:gd name="connsiteX2" fmla="*/ 11744260 w 11744260"/>
              <a:gd name="connsiteY2" fmla="*/ 6405236 h 6405236"/>
              <a:gd name="connsiteX3" fmla="*/ 1799 w 11744260"/>
              <a:gd name="connsiteY3" fmla="*/ 6405236 h 6405236"/>
              <a:gd name="connsiteX4" fmla="*/ 0 w 11744260"/>
              <a:gd name="connsiteY4" fmla="*/ 395654 h 6405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44260" h="6405236">
                <a:moveTo>
                  <a:pt x="472360" y="0"/>
                </a:moveTo>
                <a:lnTo>
                  <a:pt x="11744260" y="333"/>
                </a:lnTo>
                <a:lnTo>
                  <a:pt x="11744260" y="6405236"/>
                </a:lnTo>
                <a:lnTo>
                  <a:pt x="1799" y="6405236"/>
                </a:lnTo>
                <a:cubicBezTo>
                  <a:pt x="1199" y="4402042"/>
                  <a:pt x="600" y="2398848"/>
                  <a:pt x="0" y="395654"/>
                </a:cubicBezTo>
              </a:path>
            </a:pathLst>
          </a:custGeom>
          <a:noFill/>
          <a:ln w="25400" cap="rnd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pic>
        <p:nvPicPr>
          <p:cNvPr id="18" name="Graphique 17">
            <a:extLst>
              <a:ext uri="{FF2B5EF4-FFF2-40B4-BE49-F238E27FC236}">
                <a16:creationId xmlns:a16="http://schemas.microsoft.com/office/drawing/2014/main" id="{8786DA43-4C17-565F-2A0B-FAA637BD53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8319" y="6212953"/>
            <a:ext cx="584354" cy="30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70261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Diapositive de titre A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8BE461-D8E1-BA76-7A47-DCCA7D1A3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62757"/>
            <a:ext cx="9144000" cy="687624"/>
          </a:xfrm>
        </p:spPr>
        <p:txBody>
          <a:bodyPr anchor="b"/>
          <a:lstStyle>
            <a:lvl1pPr algn="ctr"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1B6F76B-A6CD-0D89-D99C-E5D2421F6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44940"/>
            <a:ext cx="9144000" cy="424732"/>
          </a:xfrm>
        </p:spPr>
        <p:txBody>
          <a:bodyPr>
            <a:spAutoFit/>
          </a:bodyPr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FR" dirty="0"/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859B5F7F-0F7D-50C9-FF7A-5D974E15BA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8283" y="313672"/>
            <a:ext cx="2441575" cy="258532"/>
          </a:xfrm>
        </p:spPr>
        <p:txBody>
          <a:bodyPr/>
          <a:lstStyle>
            <a:lvl1pPr algn="r">
              <a:defRPr sz="1200" b="0" cap="all" baseline="0">
                <a:solidFill>
                  <a:schemeClr val="bg1"/>
                </a:solidFill>
                <a:latin typeface="Montserrat" panose="02000505000000020004" pitchFamily="2" charset="0"/>
              </a:defRPr>
            </a:lvl1pPr>
          </a:lstStyle>
          <a:p>
            <a:pPr lvl="0"/>
            <a:r>
              <a:rPr lang="fr-FR" dirty="0"/>
              <a:t>date</a:t>
            </a:r>
          </a:p>
        </p:txBody>
      </p:sp>
      <p:sp>
        <p:nvSpPr>
          <p:cNvPr id="5" name="Espace réservé du texte 10">
            <a:extLst>
              <a:ext uri="{FF2B5EF4-FFF2-40B4-BE49-F238E27FC236}">
                <a16:creationId xmlns:a16="http://schemas.microsoft.com/office/drawing/2014/main" id="{23242F0D-48D6-8274-285E-B767C1F02BE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6510" y="6449498"/>
            <a:ext cx="9862661" cy="203133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60AE24-444E-E2F0-A4F9-4E8159F9E9F6}"/>
              </a:ext>
            </a:extLst>
          </p:cNvPr>
          <p:cNvSpPr/>
          <p:nvPr userDrawn="1"/>
        </p:nvSpPr>
        <p:spPr>
          <a:xfrm>
            <a:off x="11154271" y="6098381"/>
            <a:ext cx="821516" cy="539851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4" name="Espace réservé du texte 10">
            <a:extLst>
              <a:ext uri="{FF2B5EF4-FFF2-40B4-BE49-F238E27FC236}">
                <a16:creationId xmlns:a16="http://schemas.microsoft.com/office/drawing/2014/main" id="{67BA4199-7F89-C044-E254-4ABBC4D5F1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6510" y="6292530"/>
            <a:ext cx="9862661" cy="170816"/>
          </a:xfrm>
        </p:spPr>
        <p:txBody>
          <a:bodyPr bIns="0" anchor="b" anchorCtr="0"/>
          <a:lstStyle>
            <a:lvl1pPr>
              <a:defRPr sz="900" cap="all" baseline="0">
                <a:solidFill>
                  <a:schemeClr val="bg1"/>
                </a:solidFill>
                <a:latin typeface="Montserrat Black" panose="00000A00000000000000" pitchFamily="50" charset="0"/>
              </a:defRPr>
            </a:lvl1pPr>
          </a:lstStyle>
          <a:p>
            <a:pPr lvl="0"/>
            <a:r>
              <a:rPr lang="fr-FR" dirty="0"/>
              <a:t>Nom du niveau n-1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6967B300-6E90-FB49-1C65-A462B41A2DBE}"/>
              </a:ext>
            </a:extLst>
          </p:cNvPr>
          <p:cNvSpPr/>
          <p:nvPr userDrawn="1"/>
        </p:nvSpPr>
        <p:spPr>
          <a:xfrm>
            <a:off x="231530" y="232996"/>
            <a:ext cx="11744260" cy="6405236"/>
          </a:xfrm>
          <a:custGeom>
            <a:avLst/>
            <a:gdLst>
              <a:gd name="connsiteX0" fmla="*/ 0 w 11742461"/>
              <a:gd name="connsiteY0" fmla="*/ 0 h 6404903"/>
              <a:gd name="connsiteX1" fmla="*/ 11742461 w 11742461"/>
              <a:gd name="connsiteY1" fmla="*/ 0 h 6404903"/>
              <a:gd name="connsiteX2" fmla="*/ 11742461 w 11742461"/>
              <a:gd name="connsiteY2" fmla="*/ 6404903 h 6404903"/>
              <a:gd name="connsiteX3" fmla="*/ 0 w 11742461"/>
              <a:gd name="connsiteY3" fmla="*/ 6404903 h 6404903"/>
              <a:gd name="connsiteX4" fmla="*/ 0 w 11742461"/>
              <a:gd name="connsiteY4" fmla="*/ 0 h 6404903"/>
              <a:gd name="connsiteX0" fmla="*/ 1799 w 11744260"/>
              <a:gd name="connsiteY0" fmla="*/ 0 h 6404903"/>
              <a:gd name="connsiteX1" fmla="*/ 11744260 w 11744260"/>
              <a:gd name="connsiteY1" fmla="*/ 0 h 6404903"/>
              <a:gd name="connsiteX2" fmla="*/ 11744260 w 11744260"/>
              <a:gd name="connsiteY2" fmla="*/ 6404903 h 6404903"/>
              <a:gd name="connsiteX3" fmla="*/ 1799 w 11744260"/>
              <a:gd name="connsiteY3" fmla="*/ 6404903 h 6404903"/>
              <a:gd name="connsiteX4" fmla="*/ 0 w 11744260"/>
              <a:gd name="connsiteY4" fmla="*/ 395321 h 6404903"/>
              <a:gd name="connsiteX5" fmla="*/ 1799 w 11744260"/>
              <a:gd name="connsiteY5" fmla="*/ 0 h 6404903"/>
              <a:gd name="connsiteX0" fmla="*/ 1799 w 11744260"/>
              <a:gd name="connsiteY0" fmla="*/ 333 h 6405236"/>
              <a:gd name="connsiteX1" fmla="*/ 624254 w 11744260"/>
              <a:gd name="connsiteY1" fmla="*/ 0 h 6405236"/>
              <a:gd name="connsiteX2" fmla="*/ 11744260 w 11744260"/>
              <a:gd name="connsiteY2" fmla="*/ 333 h 6405236"/>
              <a:gd name="connsiteX3" fmla="*/ 11744260 w 11744260"/>
              <a:gd name="connsiteY3" fmla="*/ 6405236 h 6405236"/>
              <a:gd name="connsiteX4" fmla="*/ 1799 w 11744260"/>
              <a:gd name="connsiteY4" fmla="*/ 6405236 h 6405236"/>
              <a:gd name="connsiteX5" fmla="*/ 0 w 11744260"/>
              <a:gd name="connsiteY5" fmla="*/ 395654 h 6405236"/>
              <a:gd name="connsiteX6" fmla="*/ 1799 w 11744260"/>
              <a:gd name="connsiteY6" fmla="*/ 333 h 6405236"/>
              <a:gd name="connsiteX0" fmla="*/ 1799 w 11744260"/>
              <a:gd name="connsiteY0" fmla="*/ 333 h 6405236"/>
              <a:gd name="connsiteX1" fmla="*/ 624254 w 11744260"/>
              <a:gd name="connsiteY1" fmla="*/ 0 h 6405236"/>
              <a:gd name="connsiteX2" fmla="*/ 11744260 w 11744260"/>
              <a:gd name="connsiteY2" fmla="*/ 333 h 6405236"/>
              <a:gd name="connsiteX3" fmla="*/ 11744260 w 11744260"/>
              <a:gd name="connsiteY3" fmla="*/ 6405236 h 6405236"/>
              <a:gd name="connsiteX4" fmla="*/ 1799 w 11744260"/>
              <a:gd name="connsiteY4" fmla="*/ 6405236 h 6405236"/>
              <a:gd name="connsiteX5" fmla="*/ 0 w 11744260"/>
              <a:gd name="connsiteY5" fmla="*/ 395654 h 6405236"/>
              <a:gd name="connsiteX6" fmla="*/ 93239 w 11744260"/>
              <a:gd name="connsiteY6" fmla="*/ 91773 h 6405236"/>
              <a:gd name="connsiteX0" fmla="*/ 1799 w 11744260"/>
              <a:gd name="connsiteY0" fmla="*/ 333 h 6405236"/>
              <a:gd name="connsiteX1" fmla="*/ 624254 w 11744260"/>
              <a:gd name="connsiteY1" fmla="*/ 0 h 6405236"/>
              <a:gd name="connsiteX2" fmla="*/ 11744260 w 11744260"/>
              <a:gd name="connsiteY2" fmla="*/ 333 h 6405236"/>
              <a:gd name="connsiteX3" fmla="*/ 11744260 w 11744260"/>
              <a:gd name="connsiteY3" fmla="*/ 6405236 h 6405236"/>
              <a:gd name="connsiteX4" fmla="*/ 1799 w 11744260"/>
              <a:gd name="connsiteY4" fmla="*/ 6405236 h 6405236"/>
              <a:gd name="connsiteX5" fmla="*/ 0 w 11744260"/>
              <a:gd name="connsiteY5" fmla="*/ 395654 h 6405236"/>
              <a:gd name="connsiteX0" fmla="*/ 624254 w 11744260"/>
              <a:gd name="connsiteY0" fmla="*/ 0 h 6405236"/>
              <a:gd name="connsiteX1" fmla="*/ 11744260 w 11744260"/>
              <a:gd name="connsiteY1" fmla="*/ 333 h 6405236"/>
              <a:gd name="connsiteX2" fmla="*/ 11744260 w 11744260"/>
              <a:gd name="connsiteY2" fmla="*/ 6405236 h 6405236"/>
              <a:gd name="connsiteX3" fmla="*/ 1799 w 11744260"/>
              <a:gd name="connsiteY3" fmla="*/ 6405236 h 6405236"/>
              <a:gd name="connsiteX4" fmla="*/ 0 w 11744260"/>
              <a:gd name="connsiteY4" fmla="*/ 395654 h 6405236"/>
              <a:gd name="connsiteX0" fmla="*/ 472360 w 11744260"/>
              <a:gd name="connsiteY0" fmla="*/ 0 h 6405236"/>
              <a:gd name="connsiteX1" fmla="*/ 11744260 w 11744260"/>
              <a:gd name="connsiteY1" fmla="*/ 333 h 6405236"/>
              <a:gd name="connsiteX2" fmla="*/ 11744260 w 11744260"/>
              <a:gd name="connsiteY2" fmla="*/ 6405236 h 6405236"/>
              <a:gd name="connsiteX3" fmla="*/ 1799 w 11744260"/>
              <a:gd name="connsiteY3" fmla="*/ 6405236 h 6405236"/>
              <a:gd name="connsiteX4" fmla="*/ 0 w 11744260"/>
              <a:gd name="connsiteY4" fmla="*/ 395654 h 6405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44260" h="6405236">
                <a:moveTo>
                  <a:pt x="472360" y="0"/>
                </a:moveTo>
                <a:lnTo>
                  <a:pt x="11744260" y="333"/>
                </a:lnTo>
                <a:lnTo>
                  <a:pt x="11744260" y="6405236"/>
                </a:lnTo>
                <a:lnTo>
                  <a:pt x="1799" y="6405236"/>
                </a:lnTo>
                <a:cubicBezTo>
                  <a:pt x="1199" y="4402042"/>
                  <a:pt x="600" y="2398848"/>
                  <a:pt x="0" y="395654"/>
                </a:cubicBezTo>
              </a:path>
            </a:pathLst>
          </a:custGeom>
          <a:noFill/>
          <a:ln w="25400" cap="rnd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pic>
        <p:nvPicPr>
          <p:cNvPr id="18" name="Graphique 17">
            <a:extLst>
              <a:ext uri="{FF2B5EF4-FFF2-40B4-BE49-F238E27FC236}">
                <a16:creationId xmlns:a16="http://schemas.microsoft.com/office/drawing/2014/main" id="{7B376528-69AE-8A1D-A6CA-BE41A0B0BB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8319" y="6212953"/>
            <a:ext cx="584354" cy="30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71117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Diapositive de titre A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8BE461-D8E1-BA76-7A47-DCCA7D1A3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62757"/>
            <a:ext cx="9144000" cy="687624"/>
          </a:xfrm>
        </p:spPr>
        <p:txBody>
          <a:bodyPr anchor="b"/>
          <a:lstStyle>
            <a:lvl1pPr algn="ctr"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1B6F76B-A6CD-0D89-D99C-E5D2421F6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44940"/>
            <a:ext cx="9144000" cy="424732"/>
          </a:xfrm>
        </p:spPr>
        <p:txBody>
          <a:bodyPr>
            <a:spAutoFit/>
          </a:bodyPr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FR" dirty="0"/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859B5F7F-0F7D-50C9-FF7A-5D974E15BA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8283" y="313672"/>
            <a:ext cx="2441575" cy="258532"/>
          </a:xfrm>
        </p:spPr>
        <p:txBody>
          <a:bodyPr/>
          <a:lstStyle>
            <a:lvl1pPr algn="r">
              <a:defRPr sz="1200" b="0" cap="all" baseline="0">
                <a:solidFill>
                  <a:schemeClr val="bg1"/>
                </a:solidFill>
                <a:latin typeface="Montserrat" panose="02000505000000020004" pitchFamily="2" charset="0"/>
              </a:defRPr>
            </a:lvl1pPr>
          </a:lstStyle>
          <a:p>
            <a:pPr lvl="0"/>
            <a:r>
              <a:rPr lang="fr-FR" dirty="0"/>
              <a:t>date</a:t>
            </a:r>
          </a:p>
        </p:txBody>
      </p:sp>
      <p:sp>
        <p:nvSpPr>
          <p:cNvPr id="5" name="Espace réservé du texte 10">
            <a:extLst>
              <a:ext uri="{FF2B5EF4-FFF2-40B4-BE49-F238E27FC236}">
                <a16:creationId xmlns:a16="http://schemas.microsoft.com/office/drawing/2014/main" id="{23242F0D-48D6-8274-285E-B767C1F02BE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6510" y="6449498"/>
            <a:ext cx="9862661" cy="203133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60AE24-444E-E2F0-A4F9-4E8159F9E9F6}"/>
              </a:ext>
            </a:extLst>
          </p:cNvPr>
          <p:cNvSpPr/>
          <p:nvPr userDrawn="1"/>
        </p:nvSpPr>
        <p:spPr>
          <a:xfrm>
            <a:off x="11154271" y="6098381"/>
            <a:ext cx="821516" cy="539851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4" name="Espace réservé du texte 10">
            <a:extLst>
              <a:ext uri="{FF2B5EF4-FFF2-40B4-BE49-F238E27FC236}">
                <a16:creationId xmlns:a16="http://schemas.microsoft.com/office/drawing/2014/main" id="{67BA4199-7F89-C044-E254-4ABBC4D5F1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6510" y="6292530"/>
            <a:ext cx="9862661" cy="170816"/>
          </a:xfrm>
        </p:spPr>
        <p:txBody>
          <a:bodyPr bIns="0" anchor="b" anchorCtr="0"/>
          <a:lstStyle>
            <a:lvl1pPr>
              <a:defRPr sz="900" cap="all" baseline="0">
                <a:solidFill>
                  <a:schemeClr val="bg1"/>
                </a:solidFill>
                <a:latin typeface="Montserrat Black" panose="00000A00000000000000" pitchFamily="50" charset="0"/>
              </a:defRPr>
            </a:lvl1pPr>
          </a:lstStyle>
          <a:p>
            <a:pPr lvl="0"/>
            <a:r>
              <a:rPr lang="fr-FR" dirty="0"/>
              <a:t>Nom du niveau n-1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6967B300-6E90-FB49-1C65-A462B41A2DBE}"/>
              </a:ext>
            </a:extLst>
          </p:cNvPr>
          <p:cNvSpPr/>
          <p:nvPr userDrawn="1"/>
        </p:nvSpPr>
        <p:spPr>
          <a:xfrm>
            <a:off x="231530" y="232996"/>
            <a:ext cx="11744260" cy="6405236"/>
          </a:xfrm>
          <a:custGeom>
            <a:avLst/>
            <a:gdLst>
              <a:gd name="connsiteX0" fmla="*/ 0 w 11742461"/>
              <a:gd name="connsiteY0" fmla="*/ 0 h 6404903"/>
              <a:gd name="connsiteX1" fmla="*/ 11742461 w 11742461"/>
              <a:gd name="connsiteY1" fmla="*/ 0 h 6404903"/>
              <a:gd name="connsiteX2" fmla="*/ 11742461 w 11742461"/>
              <a:gd name="connsiteY2" fmla="*/ 6404903 h 6404903"/>
              <a:gd name="connsiteX3" fmla="*/ 0 w 11742461"/>
              <a:gd name="connsiteY3" fmla="*/ 6404903 h 6404903"/>
              <a:gd name="connsiteX4" fmla="*/ 0 w 11742461"/>
              <a:gd name="connsiteY4" fmla="*/ 0 h 6404903"/>
              <a:gd name="connsiteX0" fmla="*/ 1799 w 11744260"/>
              <a:gd name="connsiteY0" fmla="*/ 0 h 6404903"/>
              <a:gd name="connsiteX1" fmla="*/ 11744260 w 11744260"/>
              <a:gd name="connsiteY1" fmla="*/ 0 h 6404903"/>
              <a:gd name="connsiteX2" fmla="*/ 11744260 w 11744260"/>
              <a:gd name="connsiteY2" fmla="*/ 6404903 h 6404903"/>
              <a:gd name="connsiteX3" fmla="*/ 1799 w 11744260"/>
              <a:gd name="connsiteY3" fmla="*/ 6404903 h 6404903"/>
              <a:gd name="connsiteX4" fmla="*/ 0 w 11744260"/>
              <a:gd name="connsiteY4" fmla="*/ 395321 h 6404903"/>
              <a:gd name="connsiteX5" fmla="*/ 1799 w 11744260"/>
              <a:gd name="connsiteY5" fmla="*/ 0 h 6404903"/>
              <a:gd name="connsiteX0" fmla="*/ 1799 w 11744260"/>
              <a:gd name="connsiteY0" fmla="*/ 333 h 6405236"/>
              <a:gd name="connsiteX1" fmla="*/ 624254 w 11744260"/>
              <a:gd name="connsiteY1" fmla="*/ 0 h 6405236"/>
              <a:gd name="connsiteX2" fmla="*/ 11744260 w 11744260"/>
              <a:gd name="connsiteY2" fmla="*/ 333 h 6405236"/>
              <a:gd name="connsiteX3" fmla="*/ 11744260 w 11744260"/>
              <a:gd name="connsiteY3" fmla="*/ 6405236 h 6405236"/>
              <a:gd name="connsiteX4" fmla="*/ 1799 w 11744260"/>
              <a:gd name="connsiteY4" fmla="*/ 6405236 h 6405236"/>
              <a:gd name="connsiteX5" fmla="*/ 0 w 11744260"/>
              <a:gd name="connsiteY5" fmla="*/ 395654 h 6405236"/>
              <a:gd name="connsiteX6" fmla="*/ 1799 w 11744260"/>
              <a:gd name="connsiteY6" fmla="*/ 333 h 6405236"/>
              <a:gd name="connsiteX0" fmla="*/ 1799 w 11744260"/>
              <a:gd name="connsiteY0" fmla="*/ 333 h 6405236"/>
              <a:gd name="connsiteX1" fmla="*/ 624254 w 11744260"/>
              <a:gd name="connsiteY1" fmla="*/ 0 h 6405236"/>
              <a:gd name="connsiteX2" fmla="*/ 11744260 w 11744260"/>
              <a:gd name="connsiteY2" fmla="*/ 333 h 6405236"/>
              <a:gd name="connsiteX3" fmla="*/ 11744260 w 11744260"/>
              <a:gd name="connsiteY3" fmla="*/ 6405236 h 6405236"/>
              <a:gd name="connsiteX4" fmla="*/ 1799 w 11744260"/>
              <a:gd name="connsiteY4" fmla="*/ 6405236 h 6405236"/>
              <a:gd name="connsiteX5" fmla="*/ 0 w 11744260"/>
              <a:gd name="connsiteY5" fmla="*/ 395654 h 6405236"/>
              <a:gd name="connsiteX6" fmla="*/ 93239 w 11744260"/>
              <a:gd name="connsiteY6" fmla="*/ 91773 h 6405236"/>
              <a:gd name="connsiteX0" fmla="*/ 1799 w 11744260"/>
              <a:gd name="connsiteY0" fmla="*/ 333 h 6405236"/>
              <a:gd name="connsiteX1" fmla="*/ 624254 w 11744260"/>
              <a:gd name="connsiteY1" fmla="*/ 0 h 6405236"/>
              <a:gd name="connsiteX2" fmla="*/ 11744260 w 11744260"/>
              <a:gd name="connsiteY2" fmla="*/ 333 h 6405236"/>
              <a:gd name="connsiteX3" fmla="*/ 11744260 w 11744260"/>
              <a:gd name="connsiteY3" fmla="*/ 6405236 h 6405236"/>
              <a:gd name="connsiteX4" fmla="*/ 1799 w 11744260"/>
              <a:gd name="connsiteY4" fmla="*/ 6405236 h 6405236"/>
              <a:gd name="connsiteX5" fmla="*/ 0 w 11744260"/>
              <a:gd name="connsiteY5" fmla="*/ 395654 h 6405236"/>
              <a:gd name="connsiteX0" fmla="*/ 624254 w 11744260"/>
              <a:gd name="connsiteY0" fmla="*/ 0 h 6405236"/>
              <a:gd name="connsiteX1" fmla="*/ 11744260 w 11744260"/>
              <a:gd name="connsiteY1" fmla="*/ 333 h 6405236"/>
              <a:gd name="connsiteX2" fmla="*/ 11744260 w 11744260"/>
              <a:gd name="connsiteY2" fmla="*/ 6405236 h 6405236"/>
              <a:gd name="connsiteX3" fmla="*/ 1799 w 11744260"/>
              <a:gd name="connsiteY3" fmla="*/ 6405236 h 6405236"/>
              <a:gd name="connsiteX4" fmla="*/ 0 w 11744260"/>
              <a:gd name="connsiteY4" fmla="*/ 395654 h 6405236"/>
              <a:gd name="connsiteX0" fmla="*/ 472360 w 11744260"/>
              <a:gd name="connsiteY0" fmla="*/ 0 h 6405236"/>
              <a:gd name="connsiteX1" fmla="*/ 11744260 w 11744260"/>
              <a:gd name="connsiteY1" fmla="*/ 333 h 6405236"/>
              <a:gd name="connsiteX2" fmla="*/ 11744260 w 11744260"/>
              <a:gd name="connsiteY2" fmla="*/ 6405236 h 6405236"/>
              <a:gd name="connsiteX3" fmla="*/ 1799 w 11744260"/>
              <a:gd name="connsiteY3" fmla="*/ 6405236 h 6405236"/>
              <a:gd name="connsiteX4" fmla="*/ 0 w 11744260"/>
              <a:gd name="connsiteY4" fmla="*/ 395654 h 6405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44260" h="6405236">
                <a:moveTo>
                  <a:pt x="472360" y="0"/>
                </a:moveTo>
                <a:lnTo>
                  <a:pt x="11744260" y="333"/>
                </a:lnTo>
                <a:lnTo>
                  <a:pt x="11744260" y="6405236"/>
                </a:lnTo>
                <a:lnTo>
                  <a:pt x="1799" y="6405236"/>
                </a:lnTo>
                <a:cubicBezTo>
                  <a:pt x="1199" y="4402042"/>
                  <a:pt x="600" y="2398848"/>
                  <a:pt x="0" y="395654"/>
                </a:cubicBezTo>
              </a:path>
            </a:pathLst>
          </a:custGeom>
          <a:noFill/>
          <a:ln w="25400" cap="rnd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pic>
        <p:nvPicPr>
          <p:cNvPr id="18" name="Graphique 17">
            <a:extLst>
              <a:ext uri="{FF2B5EF4-FFF2-40B4-BE49-F238E27FC236}">
                <a16:creationId xmlns:a16="http://schemas.microsoft.com/office/drawing/2014/main" id="{AF8E7D81-2CFB-BB8C-B619-109E375094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8319" y="6212953"/>
            <a:ext cx="584354" cy="30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4332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Diapositive de titre A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8BE461-D8E1-BA76-7A47-DCCA7D1A3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62757"/>
            <a:ext cx="9144000" cy="687624"/>
          </a:xfrm>
        </p:spPr>
        <p:txBody>
          <a:bodyPr anchor="b"/>
          <a:lstStyle>
            <a:lvl1pPr algn="ctr"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1B6F76B-A6CD-0D89-D99C-E5D2421F6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44940"/>
            <a:ext cx="9144000" cy="424732"/>
          </a:xfrm>
        </p:spPr>
        <p:txBody>
          <a:bodyPr>
            <a:spAutoFit/>
          </a:bodyPr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FR" dirty="0"/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859B5F7F-0F7D-50C9-FF7A-5D974E15BA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8283" y="313672"/>
            <a:ext cx="2441575" cy="258532"/>
          </a:xfrm>
        </p:spPr>
        <p:txBody>
          <a:bodyPr/>
          <a:lstStyle>
            <a:lvl1pPr algn="r">
              <a:defRPr sz="1200" b="0" cap="all" baseline="0">
                <a:solidFill>
                  <a:schemeClr val="bg1"/>
                </a:solidFill>
                <a:latin typeface="Montserrat" panose="02000505000000020004" pitchFamily="2" charset="0"/>
              </a:defRPr>
            </a:lvl1pPr>
          </a:lstStyle>
          <a:p>
            <a:pPr lvl="0"/>
            <a:r>
              <a:rPr lang="fr-FR" dirty="0"/>
              <a:t>date</a:t>
            </a:r>
          </a:p>
        </p:txBody>
      </p:sp>
      <p:sp>
        <p:nvSpPr>
          <p:cNvPr id="5" name="Espace réservé du texte 10">
            <a:extLst>
              <a:ext uri="{FF2B5EF4-FFF2-40B4-BE49-F238E27FC236}">
                <a16:creationId xmlns:a16="http://schemas.microsoft.com/office/drawing/2014/main" id="{23242F0D-48D6-8274-285E-B767C1F02BE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6510" y="6449498"/>
            <a:ext cx="9862661" cy="203133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60AE24-444E-E2F0-A4F9-4E8159F9E9F6}"/>
              </a:ext>
            </a:extLst>
          </p:cNvPr>
          <p:cNvSpPr/>
          <p:nvPr userDrawn="1"/>
        </p:nvSpPr>
        <p:spPr>
          <a:xfrm>
            <a:off x="11154271" y="6098381"/>
            <a:ext cx="821516" cy="539851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4" name="Espace réservé du texte 10">
            <a:extLst>
              <a:ext uri="{FF2B5EF4-FFF2-40B4-BE49-F238E27FC236}">
                <a16:creationId xmlns:a16="http://schemas.microsoft.com/office/drawing/2014/main" id="{67BA4199-7F89-C044-E254-4ABBC4D5F1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6510" y="6292530"/>
            <a:ext cx="9862661" cy="170816"/>
          </a:xfrm>
        </p:spPr>
        <p:txBody>
          <a:bodyPr bIns="0" anchor="b" anchorCtr="0"/>
          <a:lstStyle>
            <a:lvl1pPr>
              <a:defRPr sz="900" cap="all" baseline="0">
                <a:solidFill>
                  <a:schemeClr val="bg1"/>
                </a:solidFill>
                <a:latin typeface="Montserrat Black" panose="00000A00000000000000" pitchFamily="50" charset="0"/>
              </a:defRPr>
            </a:lvl1pPr>
          </a:lstStyle>
          <a:p>
            <a:pPr lvl="0"/>
            <a:r>
              <a:rPr lang="fr-FR" dirty="0"/>
              <a:t>Nom du niveau n-1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6967B300-6E90-FB49-1C65-A462B41A2DBE}"/>
              </a:ext>
            </a:extLst>
          </p:cNvPr>
          <p:cNvSpPr/>
          <p:nvPr userDrawn="1"/>
        </p:nvSpPr>
        <p:spPr>
          <a:xfrm>
            <a:off x="231530" y="232996"/>
            <a:ext cx="11744260" cy="6405236"/>
          </a:xfrm>
          <a:custGeom>
            <a:avLst/>
            <a:gdLst>
              <a:gd name="connsiteX0" fmla="*/ 0 w 11742461"/>
              <a:gd name="connsiteY0" fmla="*/ 0 h 6404903"/>
              <a:gd name="connsiteX1" fmla="*/ 11742461 w 11742461"/>
              <a:gd name="connsiteY1" fmla="*/ 0 h 6404903"/>
              <a:gd name="connsiteX2" fmla="*/ 11742461 w 11742461"/>
              <a:gd name="connsiteY2" fmla="*/ 6404903 h 6404903"/>
              <a:gd name="connsiteX3" fmla="*/ 0 w 11742461"/>
              <a:gd name="connsiteY3" fmla="*/ 6404903 h 6404903"/>
              <a:gd name="connsiteX4" fmla="*/ 0 w 11742461"/>
              <a:gd name="connsiteY4" fmla="*/ 0 h 6404903"/>
              <a:gd name="connsiteX0" fmla="*/ 1799 w 11744260"/>
              <a:gd name="connsiteY0" fmla="*/ 0 h 6404903"/>
              <a:gd name="connsiteX1" fmla="*/ 11744260 w 11744260"/>
              <a:gd name="connsiteY1" fmla="*/ 0 h 6404903"/>
              <a:gd name="connsiteX2" fmla="*/ 11744260 w 11744260"/>
              <a:gd name="connsiteY2" fmla="*/ 6404903 h 6404903"/>
              <a:gd name="connsiteX3" fmla="*/ 1799 w 11744260"/>
              <a:gd name="connsiteY3" fmla="*/ 6404903 h 6404903"/>
              <a:gd name="connsiteX4" fmla="*/ 0 w 11744260"/>
              <a:gd name="connsiteY4" fmla="*/ 395321 h 6404903"/>
              <a:gd name="connsiteX5" fmla="*/ 1799 w 11744260"/>
              <a:gd name="connsiteY5" fmla="*/ 0 h 6404903"/>
              <a:gd name="connsiteX0" fmla="*/ 1799 w 11744260"/>
              <a:gd name="connsiteY0" fmla="*/ 333 h 6405236"/>
              <a:gd name="connsiteX1" fmla="*/ 624254 w 11744260"/>
              <a:gd name="connsiteY1" fmla="*/ 0 h 6405236"/>
              <a:gd name="connsiteX2" fmla="*/ 11744260 w 11744260"/>
              <a:gd name="connsiteY2" fmla="*/ 333 h 6405236"/>
              <a:gd name="connsiteX3" fmla="*/ 11744260 w 11744260"/>
              <a:gd name="connsiteY3" fmla="*/ 6405236 h 6405236"/>
              <a:gd name="connsiteX4" fmla="*/ 1799 w 11744260"/>
              <a:gd name="connsiteY4" fmla="*/ 6405236 h 6405236"/>
              <a:gd name="connsiteX5" fmla="*/ 0 w 11744260"/>
              <a:gd name="connsiteY5" fmla="*/ 395654 h 6405236"/>
              <a:gd name="connsiteX6" fmla="*/ 1799 w 11744260"/>
              <a:gd name="connsiteY6" fmla="*/ 333 h 6405236"/>
              <a:gd name="connsiteX0" fmla="*/ 1799 w 11744260"/>
              <a:gd name="connsiteY0" fmla="*/ 333 h 6405236"/>
              <a:gd name="connsiteX1" fmla="*/ 624254 w 11744260"/>
              <a:gd name="connsiteY1" fmla="*/ 0 h 6405236"/>
              <a:gd name="connsiteX2" fmla="*/ 11744260 w 11744260"/>
              <a:gd name="connsiteY2" fmla="*/ 333 h 6405236"/>
              <a:gd name="connsiteX3" fmla="*/ 11744260 w 11744260"/>
              <a:gd name="connsiteY3" fmla="*/ 6405236 h 6405236"/>
              <a:gd name="connsiteX4" fmla="*/ 1799 w 11744260"/>
              <a:gd name="connsiteY4" fmla="*/ 6405236 h 6405236"/>
              <a:gd name="connsiteX5" fmla="*/ 0 w 11744260"/>
              <a:gd name="connsiteY5" fmla="*/ 395654 h 6405236"/>
              <a:gd name="connsiteX6" fmla="*/ 93239 w 11744260"/>
              <a:gd name="connsiteY6" fmla="*/ 91773 h 6405236"/>
              <a:gd name="connsiteX0" fmla="*/ 1799 w 11744260"/>
              <a:gd name="connsiteY0" fmla="*/ 333 h 6405236"/>
              <a:gd name="connsiteX1" fmla="*/ 624254 w 11744260"/>
              <a:gd name="connsiteY1" fmla="*/ 0 h 6405236"/>
              <a:gd name="connsiteX2" fmla="*/ 11744260 w 11744260"/>
              <a:gd name="connsiteY2" fmla="*/ 333 h 6405236"/>
              <a:gd name="connsiteX3" fmla="*/ 11744260 w 11744260"/>
              <a:gd name="connsiteY3" fmla="*/ 6405236 h 6405236"/>
              <a:gd name="connsiteX4" fmla="*/ 1799 w 11744260"/>
              <a:gd name="connsiteY4" fmla="*/ 6405236 h 6405236"/>
              <a:gd name="connsiteX5" fmla="*/ 0 w 11744260"/>
              <a:gd name="connsiteY5" fmla="*/ 395654 h 6405236"/>
              <a:gd name="connsiteX0" fmla="*/ 624254 w 11744260"/>
              <a:gd name="connsiteY0" fmla="*/ 0 h 6405236"/>
              <a:gd name="connsiteX1" fmla="*/ 11744260 w 11744260"/>
              <a:gd name="connsiteY1" fmla="*/ 333 h 6405236"/>
              <a:gd name="connsiteX2" fmla="*/ 11744260 w 11744260"/>
              <a:gd name="connsiteY2" fmla="*/ 6405236 h 6405236"/>
              <a:gd name="connsiteX3" fmla="*/ 1799 w 11744260"/>
              <a:gd name="connsiteY3" fmla="*/ 6405236 h 6405236"/>
              <a:gd name="connsiteX4" fmla="*/ 0 w 11744260"/>
              <a:gd name="connsiteY4" fmla="*/ 395654 h 6405236"/>
              <a:gd name="connsiteX0" fmla="*/ 472360 w 11744260"/>
              <a:gd name="connsiteY0" fmla="*/ 0 h 6405236"/>
              <a:gd name="connsiteX1" fmla="*/ 11744260 w 11744260"/>
              <a:gd name="connsiteY1" fmla="*/ 333 h 6405236"/>
              <a:gd name="connsiteX2" fmla="*/ 11744260 w 11744260"/>
              <a:gd name="connsiteY2" fmla="*/ 6405236 h 6405236"/>
              <a:gd name="connsiteX3" fmla="*/ 1799 w 11744260"/>
              <a:gd name="connsiteY3" fmla="*/ 6405236 h 6405236"/>
              <a:gd name="connsiteX4" fmla="*/ 0 w 11744260"/>
              <a:gd name="connsiteY4" fmla="*/ 395654 h 6405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44260" h="6405236">
                <a:moveTo>
                  <a:pt x="472360" y="0"/>
                </a:moveTo>
                <a:lnTo>
                  <a:pt x="11744260" y="333"/>
                </a:lnTo>
                <a:lnTo>
                  <a:pt x="11744260" y="6405236"/>
                </a:lnTo>
                <a:lnTo>
                  <a:pt x="1799" y="6405236"/>
                </a:lnTo>
                <a:cubicBezTo>
                  <a:pt x="1199" y="4402042"/>
                  <a:pt x="600" y="2398848"/>
                  <a:pt x="0" y="395654"/>
                </a:cubicBezTo>
              </a:path>
            </a:pathLst>
          </a:custGeom>
          <a:noFill/>
          <a:ln w="25400" cap="rnd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pic>
        <p:nvPicPr>
          <p:cNvPr id="18" name="Graphique 17">
            <a:extLst>
              <a:ext uri="{FF2B5EF4-FFF2-40B4-BE49-F238E27FC236}">
                <a16:creationId xmlns:a16="http://schemas.microsoft.com/office/drawing/2014/main" id="{D9A5416F-3DE7-FD0A-384A-E6BCC695C1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8319" y="6212953"/>
            <a:ext cx="584354" cy="30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5707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apositive de titr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8BE461-D8E1-BA76-7A47-DCCA7D1A3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02929" y="4373090"/>
            <a:ext cx="3619500" cy="932563"/>
          </a:xfrm>
        </p:spPr>
        <p:txBody>
          <a:bodyPr anchor="b"/>
          <a:lstStyle>
            <a:lvl1pPr algn="l">
              <a:lnSpc>
                <a:spcPct val="80000"/>
              </a:lnSpc>
              <a:defRPr sz="3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1B6F76B-A6CD-0D89-D99C-E5D2421F6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02929" y="5300212"/>
            <a:ext cx="3619500" cy="286232"/>
          </a:xfrm>
        </p:spPr>
        <p:txBody>
          <a:bodyPr wrap="square">
            <a:spAutoFit/>
          </a:bodyPr>
          <a:lstStyle>
            <a:lvl1pPr marL="0" indent="0" algn="l">
              <a:buNone/>
              <a:defRPr sz="140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859B5F7F-0F7D-50C9-FF7A-5D974E15BA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8283" y="313672"/>
            <a:ext cx="2441575" cy="258532"/>
          </a:xfrm>
        </p:spPr>
        <p:txBody>
          <a:bodyPr/>
          <a:lstStyle>
            <a:lvl1pPr algn="r">
              <a:defRPr sz="1200" b="0" cap="all" baseline="0">
                <a:solidFill>
                  <a:schemeClr val="accent2"/>
                </a:solidFill>
                <a:latin typeface="Montserrat" panose="02000505000000020004" pitchFamily="2" charset="0"/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14" name="Espace réservé pour une image  11">
            <a:extLst>
              <a:ext uri="{FF2B5EF4-FFF2-40B4-BE49-F238E27FC236}">
                <a16:creationId xmlns:a16="http://schemas.microsoft.com/office/drawing/2014/main" id="{C30C3B73-D532-1D0A-D58E-3A709ABE46F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272034"/>
            <a:ext cx="6040437" cy="31393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4" name="Espace réservé du texte 10">
            <a:extLst>
              <a:ext uri="{FF2B5EF4-FFF2-40B4-BE49-F238E27FC236}">
                <a16:creationId xmlns:a16="http://schemas.microsoft.com/office/drawing/2014/main" id="{B07CC52F-DB8C-BB60-E49B-D4F61AF99E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6000" y="6449498"/>
            <a:ext cx="4914791" cy="203133"/>
          </a:xfrm>
        </p:spPr>
        <p:txBody>
          <a:bodyPr anchor="b" anchorCtr="0"/>
          <a:lstStyle>
            <a:lvl1pPr>
              <a:defRPr sz="800">
                <a:solidFill>
                  <a:schemeClr val="accent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8816BB-FBDB-DD91-1EAF-665D46834023}"/>
              </a:ext>
            </a:extLst>
          </p:cNvPr>
          <p:cNvSpPr/>
          <p:nvPr userDrawn="1"/>
        </p:nvSpPr>
        <p:spPr>
          <a:xfrm>
            <a:off x="11154271" y="6098381"/>
            <a:ext cx="821516" cy="539851"/>
          </a:xfrm>
          <a:prstGeom prst="rect">
            <a:avLst/>
          </a:prstGeom>
          <a:solidFill>
            <a:schemeClr val="bg1"/>
          </a:solidFill>
          <a:ln w="25400">
            <a:solidFill>
              <a:srgbClr val="0A00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pic>
        <p:nvPicPr>
          <p:cNvPr id="17" name="Graphique 16">
            <a:extLst>
              <a:ext uri="{FF2B5EF4-FFF2-40B4-BE49-F238E27FC236}">
                <a16:creationId xmlns:a16="http://schemas.microsoft.com/office/drawing/2014/main" id="{D0242162-C8E1-8732-FB20-67B332CD41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8319" y="6212953"/>
            <a:ext cx="584354" cy="30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3001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apositive de titre B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8BE461-D8E1-BA76-7A47-DCCA7D1A3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02929" y="4373090"/>
            <a:ext cx="3619500" cy="932563"/>
          </a:xfrm>
        </p:spPr>
        <p:txBody>
          <a:bodyPr anchor="b"/>
          <a:lstStyle>
            <a:lvl1pPr algn="l">
              <a:lnSpc>
                <a:spcPct val="80000"/>
              </a:lnSpc>
              <a:defRPr sz="34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1B6F76B-A6CD-0D89-D99C-E5D2421F6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02929" y="5300212"/>
            <a:ext cx="3619500" cy="286232"/>
          </a:xfrm>
        </p:spPr>
        <p:txBody>
          <a:bodyPr wrap="square">
            <a:sp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859B5F7F-0F7D-50C9-FF7A-5D974E15BA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8283" y="313672"/>
            <a:ext cx="2441575" cy="258532"/>
          </a:xfrm>
        </p:spPr>
        <p:txBody>
          <a:bodyPr/>
          <a:lstStyle>
            <a:lvl1pPr algn="r">
              <a:defRPr sz="1200" b="0" cap="all" baseline="0">
                <a:solidFill>
                  <a:schemeClr val="bg1"/>
                </a:solidFill>
                <a:latin typeface="Montserrat" panose="02000505000000020004" pitchFamily="2" charset="0"/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14" name="Espace réservé pour une image  11">
            <a:extLst>
              <a:ext uri="{FF2B5EF4-FFF2-40B4-BE49-F238E27FC236}">
                <a16:creationId xmlns:a16="http://schemas.microsoft.com/office/drawing/2014/main" id="{C30C3B73-D532-1D0A-D58E-3A709ABE46F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272034"/>
            <a:ext cx="6040437" cy="31393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7" name="Espace réservé du texte 10">
            <a:extLst>
              <a:ext uri="{FF2B5EF4-FFF2-40B4-BE49-F238E27FC236}">
                <a16:creationId xmlns:a16="http://schemas.microsoft.com/office/drawing/2014/main" id="{A85EF71E-7737-5A7B-FE80-4043CC69B8E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6000" y="6449498"/>
            <a:ext cx="4914791" cy="203133"/>
          </a:xfrm>
        </p:spPr>
        <p:txBody>
          <a:bodyPr anchor="b" anchorCtr="0"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75E1968-FD60-BB62-D227-72F01869909F}"/>
              </a:ext>
            </a:extLst>
          </p:cNvPr>
          <p:cNvSpPr/>
          <p:nvPr userDrawn="1"/>
        </p:nvSpPr>
        <p:spPr>
          <a:xfrm>
            <a:off x="11154271" y="6098381"/>
            <a:ext cx="821516" cy="539851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pic>
        <p:nvPicPr>
          <p:cNvPr id="17" name="Graphique 16">
            <a:extLst>
              <a:ext uri="{FF2B5EF4-FFF2-40B4-BE49-F238E27FC236}">
                <a16:creationId xmlns:a16="http://schemas.microsoft.com/office/drawing/2014/main" id="{721D38C6-A3D5-5842-EBF4-A0F8C98A2B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8319" y="6212953"/>
            <a:ext cx="584354" cy="30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40398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apositive de titre C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8BE461-D8E1-BA76-7A47-DCCA7D1A3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02929" y="4373090"/>
            <a:ext cx="3619500" cy="932563"/>
          </a:xfrm>
        </p:spPr>
        <p:txBody>
          <a:bodyPr anchor="b"/>
          <a:lstStyle>
            <a:lvl1pPr algn="l">
              <a:lnSpc>
                <a:spcPct val="80000"/>
              </a:lnSpc>
              <a:defRPr sz="34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1B6F76B-A6CD-0D89-D99C-E5D2421F6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02929" y="5300212"/>
            <a:ext cx="3619500" cy="286232"/>
          </a:xfrm>
        </p:spPr>
        <p:txBody>
          <a:bodyPr wrap="square">
            <a:spAutoFit/>
          </a:bodyPr>
          <a:lstStyle>
            <a:lvl1pPr marL="0" indent="0" algn="l">
              <a:buNone/>
              <a:defRPr sz="14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FR" dirty="0"/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859B5F7F-0F7D-50C9-FF7A-5D974E15BA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8283" y="313672"/>
            <a:ext cx="2441575" cy="258532"/>
          </a:xfrm>
        </p:spPr>
        <p:txBody>
          <a:bodyPr/>
          <a:lstStyle>
            <a:lvl1pPr algn="r">
              <a:defRPr sz="1200" b="0" cap="all" baseline="0">
                <a:solidFill>
                  <a:schemeClr val="bg1"/>
                </a:solidFill>
                <a:latin typeface="Montserrat" panose="02000505000000020004" pitchFamily="2" charset="0"/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14" name="Espace réservé pour une image  11">
            <a:extLst>
              <a:ext uri="{FF2B5EF4-FFF2-40B4-BE49-F238E27FC236}">
                <a16:creationId xmlns:a16="http://schemas.microsoft.com/office/drawing/2014/main" id="{C30C3B73-D532-1D0A-D58E-3A709ABE46F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272034"/>
            <a:ext cx="6040437" cy="31393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8" name="Espace réservé du texte 10">
            <a:extLst>
              <a:ext uri="{FF2B5EF4-FFF2-40B4-BE49-F238E27FC236}">
                <a16:creationId xmlns:a16="http://schemas.microsoft.com/office/drawing/2014/main" id="{83488C11-948E-7420-68CD-64D3087F0AE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6000" y="6449498"/>
            <a:ext cx="4914791" cy="203133"/>
          </a:xfrm>
        </p:spPr>
        <p:txBody>
          <a:bodyPr anchor="b" anchorCtr="0"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246BC98-541D-E920-EE3E-A598D5F9C3E5}"/>
              </a:ext>
            </a:extLst>
          </p:cNvPr>
          <p:cNvSpPr/>
          <p:nvPr userDrawn="1"/>
        </p:nvSpPr>
        <p:spPr>
          <a:xfrm>
            <a:off x="11154271" y="6098381"/>
            <a:ext cx="821516" cy="539851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pic>
        <p:nvPicPr>
          <p:cNvPr id="17" name="Graphique 16">
            <a:extLst>
              <a:ext uri="{FF2B5EF4-FFF2-40B4-BE49-F238E27FC236}">
                <a16:creationId xmlns:a16="http://schemas.microsoft.com/office/drawing/2014/main" id="{D4653CDF-4335-B608-BA29-80F7705FC6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8319" y="6212953"/>
            <a:ext cx="584354" cy="30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30653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apositive de titre 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8BE461-D8E1-BA76-7A47-DCCA7D1A3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02929" y="4373090"/>
            <a:ext cx="3619500" cy="932563"/>
          </a:xfrm>
        </p:spPr>
        <p:txBody>
          <a:bodyPr anchor="b"/>
          <a:lstStyle>
            <a:lvl1pPr algn="l">
              <a:lnSpc>
                <a:spcPct val="80000"/>
              </a:lnSpc>
              <a:defRPr sz="34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1B6F76B-A6CD-0D89-D99C-E5D2421F6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02929" y="5300212"/>
            <a:ext cx="3619500" cy="286232"/>
          </a:xfrm>
        </p:spPr>
        <p:txBody>
          <a:bodyPr wrap="square">
            <a:spAutoFit/>
          </a:bodyPr>
          <a:lstStyle>
            <a:lvl1pPr marL="0" indent="0" algn="l">
              <a:buNone/>
              <a:defRPr sz="14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FR" dirty="0"/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859B5F7F-0F7D-50C9-FF7A-5D974E15BA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8283" y="313672"/>
            <a:ext cx="2441575" cy="258532"/>
          </a:xfrm>
        </p:spPr>
        <p:txBody>
          <a:bodyPr/>
          <a:lstStyle>
            <a:lvl1pPr algn="r">
              <a:defRPr sz="1200" b="0" cap="all" baseline="0">
                <a:solidFill>
                  <a:schemeClr val="bg1"/>
                </a:solidFill>
                <a:latin typeface="Montserrat" panose="02000505000000020004" pitchFamily="2" charset="0"/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14" name="Espace réservé pour une image  11">
            <a:extLst>
              <a:ext uri="{FF2B5EF4-FFF2-40B4-BE49-F238E27FC236}">
                <a16:creationId xmlns:a16="http://schemas.microsoft.com/office/drawing/2014/main" id="{C30C3B73-D532-1D0A-D58E-3A709ABE46F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272034"/>
            <a:ext cx="6040437" cy="31393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8" name="Espace réservé du texte 10">
            <a:extLst>
              <a:ext uri="{FF2B5EF4-FFF2-40B4-BE49-F238E27FC236}">
                <a16:creationId xmlns:a16="http://schemas.microsoft.com/office/drawing/2014/main" id="{0BDADA6F-679C-F2E4-40A1-D37FDFE6AC8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6000" y="6449498"/>
            <a:ext cx="4914791" cy="203133"/>
          </a:xfrm>
        </p:spPr>
        <p:txBody>
          <a:bodyPr anchor="b" anchorCtr="0"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C0875D-4E5B-443A-CC28-31E5CB350331}"/>
              </a:ext>
            </a:extLst>
          </p:cNvPr>
          <p:cNvSpPr/>
          <p:nvPr userDrawn="1"/>
        </p:nvSpPr>
        <p:spPr>
          <a:xfrm>
            <a:off x="11154271" y="6098381"/>
            <a:ext cx="821516" cy="539851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pic>
        <p:nvPicPr>
          <p:cNvPr id="17" name="Graphique 16">
            <a:extLst>
              <a:ext uri="{FF2B5EF4-FFF2-40B4-BE49-F238E27FC236}">
                <a16:creationId xmlns:a16="http://schemas.microsoft.com/office/drawing/2014/main" id="{44D1EB51-1333-0381-67E3-EB46692FA4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8319" y="6212953"/>
            <a:ext cx="584354" cy="30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61848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apositive de titre 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8BE461-D8E1-BA76-7A47-DCCA7D1A3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02929" y="4373090"/>
            <a:ext cx="3619500" cy="932563"/>
          </a:xfrm>
        </p:spPr>
        <p:txBody>
          <a:bodyPr anchor="b"/>
          <a:lstStyle>
            <a:lvl1pPr algn="l">
              <a:lnSpc>
                <a:spcPct val="80000"/>
              </a:lnSpc>
              <a:defRPr sz="34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1B6F76B-A6CD-0D89-D99C-E5D2421F6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02929" y="5300212"/>
            <a:ext cx="3619500" cy="286232"/>
          </a:xfrm>
        </p:spPr>
        <p:txBody>
          <a:bodyPr wrap="square">
            <a:spAutoFit/>
          </a:bodyPr>
          <a:lstStyle>
            <a:lvl1pPr marL="0" indent="0" algn="l">
              <a:buNone/>
              <a:defRPr sz="14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FR" dirty="0"/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859B5F7F-0F7D-50C9-FF7A-5D974E15BA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8283" y="313672"/>
            <a:ext cx="2441575" cy="258532"/>
          </a:xfrm>
        </p:spPr>
        <p:txBody>
          <a:bodyPr/>
          <a:lstStyle>
            <a:lvl1pPr algn="r">
              <a:defRPr sz="1200" b="0" cap="all" baseline="0">
                <a:solidFill>
                  <a:schemeClr val="bg1"/>
                </a:solidFill>
                <a:latin typeface="Montserrat" panose="02000505000000020004" pitchFamily="2" charset="0"/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14" name="Espace réservé pour une image  11">
            <a:extLst>
              <a:ext uri="{FF2B5EF4-FFF2-40B4-BE49-F238E27FC236}">
                <a16:creationId xmlns:a16="http://schemas.microsoft.com/office/drawing/2014/main" id="{C30C3B73-D532-1D0A-D58E-3A709ABE46F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272034"/>
            <a:ext cx="6040437" cy="31393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8" name="Espace réservé du texte 10">
            <a:extLst>
              <a:ext uri="{FF2B5EF4-FFF2-40B4-BE49-F238E27FC236}">
                <a16:creationId xmlns:a16="http://schemas.microsoft.com/office/drawing/2014/main" id="{5FA281B1-D253-9BB5-F0B3-9B7A388D2AA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6000" y="6449498"/>
            <a:ext cx="4914791" cy="203133"/>
          </a:xfrm>
        </p:spPr>
        <p:txBody>
          <a:bodyPr anchor="b" anchorCtr="0"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3C8CF0-12DF-D3C7-560D-F2E5C39598EB}"/>
              </a:ext>
            </a:extLst>
          </p:cNvPr>
          <p:cNvSpPr/>
          <p:nvPr userDrawn="1"/>
        </p:nvSpPr>
        <p:spPr>
          <a:xfrm>
            <a:off x="11154271" y="6098381"/>
            <a:ext cx="821516" cy="539851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pic>
        <p:nvPicPr>
          <p:cNvPr id="17" name="Graphique 16">
            <a:extLst>
              <a:ext uri="{FF2B5EF4-FFF2-40B4-BE49-F238E27FC236}">
                <a16:creationId xmlns:a16="http://schemas.microsoft.com/office/drawing/2014/main" id="{090247A3-35DC-B265-F144-719F11A9F5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8319" y="6212953"/>
            <a:ext cx="584354" cy="30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42748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apositive de titre F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8BE461-D8E1-BA76-7A47-DCCA7D1A3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02929" y="4373090"/>
            <a:ext cx="3619500" cy="932563"/>
          </a:xfrm>
        </p:spPr>
        <p:txBody>
          <a:bodyPr anchor="b"/>
          <a:lstStyle>
            <a:lvl1pPr algn="l">
              <a:lnSpc>
                <a:spcPct val="80000"/>
              </a:lnSpc>
              <a:defRPr sz="34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1B6F76B-A6CD-0D89-D99C-E5D2421F6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02929" y="5300212"/>
            <a:ext cx="3619500" cy="286232"/>
          </a:xfrm>
        </p:spPr>
        <p:txBody>
          <a:bodyPr wrap="square">
            <a:spAutoFit/>
          </a:bodyPr>
          <a:lstStyle>
            <a:lvl1pPr marL="0" indent="0" algn="l">
              <a:buNone/>
              <a:defRPr sz="14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859B5F7F-0F7D-50C9-FF7A-5D974E15BA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8283" y="313672"/>
            <a:ext cx="2441575" cy="258532"/>
          </a:xfrm>
        </p:spPr>
        <p:txBody>
          <a:bodyPr/>
          <a:lstStyle>
            <a:lvl1pPr algn="r">
              <a:defRPr sz="1200" b="0" cap="all" baseline="0">
                <a:solidFill>
                  <a:schemeClr val="bg1"/>
                </a:solidFill>
                <a:latin typeface="Montserrat" panose="02000505000000020004" pitchFamily="2" charset="0"/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14" name="Espace réservé pour une image  11">
            <a:extLst>
              <a:ext uri="{FF2B5EF4-FFF2-40B4-BE49-F238E27FC236}">
                <a16:creationId xmlns:a16="http://schemas.microsoft.com/office/drawing/2014/main" id="{C30C3B73-D532-1D0A-D58E-3A709ABE46F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272034"/>
            <a:ext cx="6040437" cy="31393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8" name="Espace réservé du texte 10">
            <a:extLst>
              <a:ext uri="{FF2B5EF4-FFF2-40B4-BE49-F238E27FC236}">
                <a16:creationId xmlns:a16="http://schemas.microsoft.com/office/drawing/2014/main" id="{FDB09D47-79BD-C2C2-BBC3-1B9272916E7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6000" y="6449498"/>
            <a:ext cx="4914791" cy="203133"/>
          </a:xfrm>
        </p:spPr>
        <p:txBody>
          <a:bodyPr anchor="b" anchorCtr="0"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4D9EC9-B9DE-8B17-A8AB-BA03625185A3}"/>
              </a:ext>
            </a:extLst>
          </p:cNvPr>
          <p:cNvSpPr/>
          <p:nvPr userDrawn="1"/>
        </p:nvSpPr>
        <p:spPr>
          <a:xfrm>
            <a:off x="11154271" y="6098381"/>
            <a:ext cx="821516" cy="539851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pic>
        <p:nvPicPr>
          <p:cNvPr id="17" name="Graphique 16">
            <a:extLst>
              <a:ext uri="{FF2B5EF4-FFF2-40B4-BE49-F238E27FC236}">
                <a16:creationId xmlns:a16="http://schemas.microsoft.com/office/drawing/2014/main" id="{60A5CA66-31E5-C1CD-7ED2-3339C867C6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8319" y="6212953"/>
            <a:ext cx="584354" cy="30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91116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apositive de titre 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8BE461-D8E1-BA76-7A47-DCCA7D1A3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02929" y="4373090"/>
            <a:ext cx="3619500" cy="932563"/>
          </a:xfrm>
        </p:spPr>
        <p:txBody>
          <a:bodyPr anchor="b"/>
          <a:lstStyle>
            <a:lvl1pPr algn="l">
              <a:lnSpc>
                <a:spcPct val="80000"/>
              </a:lnSpc>
              <a:defRPr sz="34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1B6F76B-A6CD-0D89-D99C-E5D2421F6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02929" y="5300212"/>
            <a:ext cx="3619500" cy="286232"/>
          </a:xfrm>
        </p:spPr>
        <p:txBody>
          <a:bodyPr wrap="square">
            <a:spAutoFit/>
          </a:bodyPr>
          <a:lstStyle>
            <a:lvl1pPr marL="0" indent="0" algn="l">
              <a:buNone/>
              <a:defRPr sz="14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FR" dirty="0"/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859B5F7F-0F7D-50C9-FF7A-5D974E15BA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8283" y="313672"/>
            <a:ext cx="2441575" cy="258532"/>
          </a:xfrm>
        </p:spPr>
        <p:txBody>
          <a:bodyPr/>
          <a:lstStyle>
            <a:lvl1pPr algn="r">
              <a:defRPr sz="1200" b="0" cap="all" baseline="0">
                <a:solidFill>
                  <a:schemeClr val="bg1"/>
                </a:solidFill>
                <a:latin typeface="Montserrat" panose="02000505000000020004" pitchFamily="2" charset="0"/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14" name="Espace réservé pour une image  11">
            <a:extLst>
              <a:ext uri="{FF2B5EF4-FFF2-40B4-BE49-F238E27FC236}">
                <a16:creationId xmlns:a16="http://schemas.microsoft.com/office/drawing/2014/main" id="{C30C3B73-D532-1D0A-D58E-3A709ABE46F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272034"/>
            <a:ext cx="6040437" cy="31393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8" name="Espace réservé du texte 10">
            <a:extLst>
              <a:ext uri="{FF2B5EF4-FFF2-40B4-BE49-F238E27FC236}">
                <a16:creationId xmlns:a16="http://schemas.microsoft.com/office/drawing/2014/main" id="{D6244EE7-303E-5934-960B-CCA46BCEF02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6000" y="6449498"/>
            <a:ext cx="4914791" cy="203133"/>
          </a:xfrm>
        </p:spPr>
        <p:txBody>
          <a:bodyPr anchor="b" anchorCtr="0"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DE19A2-0870-9677-E827-3E86851D6626}"/>
              </a:ext>
            </a:extLst>
          </p:cNvPr>
          <p:cNvSpPr/>
          <p:nvPr userDrawn="1"/>
        </p:nvSpPr>
        <p:spPr>
          <a:xfrm>
            <a:off x="11154271" y="6098381"/>
            <a:ext cx="821516" cy="539851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pic>
        <p:nvPicPr>
          <p:cNvPr id="17" name="Graphique 16">
            <a:extLst>
              <a:ext uri="{FF2B5EF4-FFF2-40B4-BE49-F238E27FC236}">
                <a16:creationId xmlns:a16="http://schemas.microsoft.com/office/drawing/2014/main" id="{FBC678B2-2D37-ACE6-62B6-80B22CB98D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8319" y="6212953"/>
            <a:ext cx="584354" cy="30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06648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apositive de titr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pour une image  11">
            <a:extLst>
              <a:ext uri="{FF2B5EF4-FFF2-40B4-BE49-F238E27FC236}">
                <a16:creationId xmlns:a16="http://schemas.microsoft.com/office/drawing/2014/main" id="{C30C3B73-D532-1D0A-D58E-3A709ABE46F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5043685"/>
            <a:ext cx="12192000" cy="31393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08BE461-D8E1-BA76-7A47-DCCA7D1A3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84270" y="1634431"/>
            <a:ext cx="4054930" cy="1031436"/>
          </a:xfrm>
        </p:spPr>
        <p:txBody>
          <a:bodyPr anchor="b"/>
          <a:lstStyle>
            <a:lvl1pPr algn="l">
              <a:lnSpc>
                <a:spcPct val="80000"/>
              </a:lnSpc>
              <a:defRPr sz="38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1B6F76B-A6CD-0D89-D99C-E5D2421F6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84271" y="2652206"/>
            <a:ext cx="4054928" cy="313932"/>
          </a:xfrm>
        </p:spPr>
        <p:txBody>
          <a:bodyPr wrap="square">
            <a:spAutoFit/>
          </a:bodyPr>
          <a:lstStyle>
            <a:lvl1pPr marL="0" indent="0" algn="l">
              <a:buNone/>
              <a:defRPr sz="160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859B5F7F-0F7D-50C9-FF7A-5D974E15BA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8283" y="313672"/>
            <a:ext cx="2441575" cy="258532"/>
          </a:xfrm>
        </p:spPr>
        <p:txBody>
          <a:bodyPr/>
          <a:lstStyle>
            <a:lvl1pPr algn="r">
              <a:defRPr sz="1200" b="0" cap="all" baseline="0">
                <a:solidFill>
                  <a:schemeClr val="accent2"/>
                </a:solidFill>
                <a:latin typeface="Montserrat" panose="02000505000000020004" pitchFamily="2" charset="0"/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5" name="Espace réservé du texte 10">
            <a:extLst>
              <a:ext uri="{FF2B5EF4-FFF2-40B4-BE49-F238E27FC236}">
                <a16:creationId xmlns:a16="http://schemas.microsoft.com/office/drawing/2014/main" id="{1B40FFE0-19C0-144F-B55E-C2D06191706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9455" y="232996"/>
            <a:ext cx="8599198" cy="203133"/>
          </a:xfrm>
        </p:spPr>
        <p:txBody>
          <a:bodyPr/>
          <a:lstStyle>
            <a:lvl1pPr>
              <a:defRPr sz="800">
                <a:solidFill>
                  <a:schemeClr val="accent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92607081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apositive de titre B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pour une image  11">
            <a:extLst>
              <a:ext uri="{FF2B5EF4-FFF2-40B4-BE49-F238E27FC236}">
                <a16:creationId xmlns:a16="http://schemas.microsoft.com/office/drawing/2014/main" id="{C30C3B73-D532-1D0A-D58E-3A709ABE46F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5043685"/>
            <a:ext cx="12192000" cy="31393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08BE461-D8E1-BA76-7A47-DCCA7D1A3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84270" y="1634431"/>
            <a:ext cx="4054930" cy="1031436"/>
          </a:xfrm>
        </p:spPr>
        <p:txBody>
          <a:bodyPr anchor="b"/>
          <a:lstStyle>
            <a:lvl1pPr algn="l">
              <a:lnSpc>
                <a:spcPct val="80000"/>
              </a:lnSpc>
              <a:defRPr sz="38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1B6F76B-A6CD-0D89-D99C-E5D2421F6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84271" y="2652206"/>
            <a:ext cx="4054928" cy="313932"/>
          </a:xfrm>
        </p:spPr>
        <p:txBody>
          <a:bodyPr wrap="square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859B5F7F-0F7D-50C9-FF7A-5D974E15BA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8283" y="313672"/>
            <a:ext cx="2441575" cy="258532"/>
          </a:xfrm>
        </p:spPr>
        <p:txBody>
          <a:bodyPr/>
          <a:lstStyle>
            <a:lvl1pPr algn="r">
              <a:defRPr sz="1200" b="0" cap="all" baseline="0">
                <a:solidFill>
                  <a:schemeClr val="bg1"/>
                </a:solidFill>
                <a:latin typeface="Montserrat" panose="02000505000000020004" pitchFamily="2" charset="0"/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8" name="Espace réservé du texte 10">
            <a:extLst>
              <a:ext uri="{FF2B5EF4-FFF2-40B4-BE49-F238E27FC236}">
                <a16:creationId xmlns:a16="http://schemas.microsoft.com/office/drawing/2014/main" id="{EBB609C8-492E-4E29-BDDF-3FD0AD2F500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9455" y="232997"/>
            <a:ext cx="8599198" cy="203133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46896972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apositive de titre C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pour une image  11">
            <a:extLst>
              <a:ext uri="{FF2B5EF4-FFF2-40B4-BE49-F238E27FC236}">
                <a16:creationId xmlns:a16="http://schemas.microsoft.com/office/drawing/2014/main" id="{C30C3B73-D532-1D0A-D58E-3A709ABE46F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5043685"/>
            <a:ext cx="12192000" cy="31393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08BE461-D8E1-BA76-7A47-DCCA7D1A3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84270" y="1634431"/>
            <a:ext cx="4054930" cy="1031436"/>
          </a:xfrm>
        </p:spPr>
        <p:txBody>
          <a:bodyPr anchor="b"/>
          <a:lstStyle>
            <a:lvl1pPr algn="l">
              <a:lnSpc>
                <a:spcPct val="80000"/>
              </a:lnSpc>
              <a:defRPr sz="38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1B6F76B-A6CD-0D89-D99C-E5D2421F6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84271" y="2652206"/>
            <a:ext cx="4054928" cy="313932"/>
          </a:xfrm>
        </p:spPr>
        <p:txBody>
          <a:bodyPr wrap="square">
            <a:spAutoFit/>
          </a:bodyPr>
          <a:lstStyle>
            <a:lvl1pPr marL="0" indent="0" algn="l">
              <a:buNone/>
              <a:defRPr sz="16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FR" dirty="0"/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859B5F7F-0F7D-50C9-FF7A-5D974E15BA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8283" y="313672"/>
            <a:ext cx="2441575" cy="258532"/>
          </a:xfrm>
        </p:spPr>
        <p:txBody>
          <a:bodyPr/>
          <a:lstStyle>
            <a:lvl1pPr algn="r">
              <a:defRPr sz="1200" b="0" cap="all" baseline="0">
                <a:solidFill>
                  <a:schemeClr val="bg1"/>
                </a:solidFill>
                <a:latin typeface="Montserrat" panose="02000505000000020004" pitchFamily="2" charset="0"/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8" name="Espace réservé du texte 10">
            <a:extLst>
              <a:ext uri="{FF2B5EF4-FFF2-40B4-BE49-F238E27FC236}">
                <a16:creationId xmlns:a16="http://schemas.microsoft.com/office/drawing/2014/main" id="{DD5D9ACB-71BF-D953-2B46-C54DBA2174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9455" y="232997"/>
            <a:ext cx="8599198" cy="203133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43799960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apositive de titre 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pour une image  11">
            <a:extLst>
              <a:ext uri="{FF2B5EF4-FFF2-40B4-BE49-F238E27FC236}">
                <a16:creationId xmlns:a16="http://schemas.microsoft.com/office/drawing/2014/main" id="{C30C3B73-D532-1D0A-D58E-3A709ABE46F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5043685"/>
            <a:ext cx="12192000" cy="31393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08BE461-D8E1-BA76-7A47-DCCA7D1A3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84270" y="1634431"/>
            <a:ext cx="4054930" cy="1031436"/>
          </a:xfrm>
        </p:spPr>
        <p:txBody>
          <a:bodyPr anchor="b"/>
          <a:lstStyle>
            <a:lvl1pPr algn="l">
              <a:lnSpc>
                <a:spcPct val="80000"/>
              </a:lnSpc>
              <a:defRPr sz="38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1B6F76B-A6CD-0D89-D99C-E5D2421F6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84271" y="2652206"/>
            <a:ext cx="4054928" cy="313932"/>
          </a:xfrm>
        </p:spPr>
        <p:txBody>
          <a:bodyPr wrap="square">
            <a:spAutoFit/>
          </a:bodyPr>
          <a:lstStyle>
            <a:lvl1pPr marL="0" indent="0" algn="l">
              <a:buNone/>
              <a:defRPr sz="16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FR" dirty="0"/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859B5F7F-0F7D-50C9-FF7A-5D974E15BA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8283" y="313672"/>
            <a:ext cx="2441575" cy="258532"/>
          </a:xfrm>
        </p:spPr>
        <p:txBody>
          <a:bodyPr/>
          <a:lstStyle>
            <a:lvl1pPr algn="r">
              <a:defRPr sz="1200" b="0" cap="all" baseline="0">
                <a:solidFill>
                  <a:schemeClr val="bg1"/>
                </a:solidFill>
                <a:latin typeface="Montserrat" panose="02000505000000020004" pitchFamily="2" charset="0"/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8" name="Espace réservé du texte 10">
            <a:extLst>
              <a:ext uri="{FF2B5EF4-FFF2-40B4-BE49-F238E27FC236}">
                <a16:creationId xmlns:a16="http://schemas.microsoft.com/office/drawing/2014/main" id="{F05A243A-2439-EFA1-20CC-3566018443B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9455" y="232997"/>
            <a:ext cx="8599198" cy="203133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76406822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apositive de titre 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pour une image  11">
            <a:extLst>
              <a:ext uri="{FF2B5EF4-FFF2-40B4-BE49-F238E27FC236}">
                <a16:creationId xmlns:a16="http://schemas.microsoft.com/office/drawing/2014/main" id="{C30C3B73-D532-1D0A-D58E-3A709ABE46F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5043685"/>
            <a:ext cx="12192000" cy="31393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08BE461-D8E1-BA76-7A47-DCCA7D1A3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84270" y="1634431"/>
            <a:ext cx="4054930" cy="1031436"/>
          </a:xfrm>
        </p:spPr>
        <p:txBody>
          <a:bodyPr anchor="b"/>
          <a:lstStyle>
            <a:lvl1pPr algn="l">
              <a:lnSpc>
                <a:spcPct val="80000"/>
              </a:lnSpc>
              <a:defRPr sz="38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1B6F76B-A6CD-0D89-D99C-E5D2421F6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84271" y="2652206"/>
            <a:ext cx="4054928" cy="313932"/>
          </a:xfrm>
        </p:spPr>
        <p:txBody>
          <a:bodyPr wrap="square">
            <a:spAutoFit/>
          </a:bodyPr>
          <a:lstStyle>
            <a:lvl1pPr marL="0" indent="0" algn="l">
              <a:buNone/>
              <a:defRPr sz="16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FR" dirty="0"/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859B5F7F-0F7D-50C9-FF7A-5D974E15BA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8283" y="313672"/>
            <a:ext cx="2441575" cy="258532"/>
          </a:xfrm>
        </p:spPr>
        <p:txBody>
          <a:bodyPr/>
          <a:lstStyle>
            <a:lvl1pPr algn="r">
              <a:defRPr sz="1200" b="0" cap="all" baseline="0">
                <a:solidFill>
                  <a:schemeClr val="bg1"/>
                </a:solidFill>
                <a:latin typeface="Montserrat" panose="02000505000000020004" pitchFamily="2" charset="0"/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8" name="Espace réservé du texte 10">
            <a:extLst>
              <a:ext uri="{FF2B5EF4-FFF2-40B4-BE49-F238E27FC236}">
                <a16:creationId xmlns:a16="http://schemas.microsoft.com/office/drawing/2014/main" id="{C93DD7A3-A463-0B4E-FC71-3D23B756EEB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9455" y="232997"/>
            <a:ext cx="8599198" cy="203133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97791488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apositive de titre F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pour une image  11">
            <a:extLst>
              <a:ext uri="{FF2B5EF4-FFF2-40B4-BE49-F238E27FC236}">
                <a16:creationId xmlns:a16="http://schemas.microsoft.com/office/drawing/2014/main" id="{C30C3B73-D532-1D0A-D58E-3A709ABE46F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5043685"/>
            <a:ext cx="12192000" cy="31393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08BE461-D8E1-BA76-7A47-DCCA7D1A3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84270" y="1634431"/>
            <a:ext cx="4054930" cy="1031436"/>
          </a:xfrm>
        </p:spPr>
        <p:txBody>
          <a:bodyPr anchor="b"/>
          <a:lstStyle>
            <a:lvl1pPr algn="l">
              <a:lnSpc>
                <a:spcPct val="80000"/>
              </a:lnSpc>
              <a:defRPr sz="38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1B6F76B-A6CD-0D89-D99C-E5D2421F6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84271" y="2652206"/>
            <a:ext cx="4054928" cy="313932"/>
          </a:xfrm>
        </p:spPr>
        <p:txBody>
          <a:bodyPr wrap="square">
            <a:spAutoFit/>
          </a:bodyPr>
          <a:lstStyle>
            <a:lvl1pPr marL="0" indent="0" algn="l">
              <a:buNone/>
              <a:defRPr sz="16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FR" dirty="0"/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859B5F7F-0F7D-50C9-FF7A-5D974E15BA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8283" y="313672"/>
            <a:ext cx="2441575" cy="258532"/>
          </a:xfrm>
        </p:spPr>
        <p:txBody>
          <a:bodyPr/>
          <a:lstStyle>
            <a:lvl1pPr algn="r">
              <a:defRPr sz="1200" b="0" cap="all" baseline="0">
                <a:solidFill>
                  <a:schemeClr val="bg1"/>
                </a:solidFill>
                <a:latin typeface="Montserrat" panose="02000505000000020004" pitchFamily="2" charset="0"/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8" name="Espace réservé du texte 10">
            <a:extLst>
              <a:ext uri="{FF2B5EF4-FFF2-40B4-BE49-F238E27FC236}">
                <a16:creationId xmlns:a16="http://schemas.microsoft.com/office/drawing/2014/main" id="{01830C4A-9A26-58D5-1D49-6CB0B10ECC0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9455" y="232997"/>
            <a:ext cx="8599198" cy="203133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97415807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apositive de titre 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pour une image  11">
            <a:extLst>
              <a:ext uri="{FF2B5EF4-FFF2-40B4-BE49-F238E27FC236}">
                <a16:creationId xmlns:a16="http://schemas.microsoft.com/office/drawing/2014/main" id="{C30C3B73-D532-1D0A-D58E-3A709ABE46F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5043685"/>
            <a:ext cx="12192000" cy="31393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08BE461-D8E1-BA76-7A47-DCCA7D1A3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84270" y="1634431"/>
            <a:ext cx="4054930" cy="1031436"/>
          </a:xfrm>
        </p:spPr>
        <p:txBody>
          <a:bodyPr anchor="b"/>
          <a:lstStyle>
            <a:lvl1pPr algn="l">
              <a:lnSpc>
                <a:spcPct val="80000"/>
              </a:lnSpc>
              <a:defRPr sz="38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1B6F76B-A6CD-0D89-D99C-E5D2421F6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84271" y="2652206"/>
            <a:ext cx="4054928" cy="313932"/>
          </a:xfrm>
        </p:spPr>
        <p:txBody>
          <a:bodyPr wrap="square">
            <a:spAutoFit/>
          </a:bodyPr>
          <a:lstStyle>
            <a:lvl1pPr marL="0" indent="0" algn="l">
              <a:buNone/>
              <a:defRPr sz="16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FR" dirty="0"/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859B5F7F-0F7D-50C9-FF7A-5D974E15BA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8283" y="313672"/>
            <a:ext cx="2441575" cy="258532"/>
          </a:xfrm>
        </p:spPr>
        <p:txBody>
          <a:bodyPr/>
          <a:lstStyle>
            <a:lvl1pPr algn="r">
              <a:defRPr sz="1200" b="0" cap="all" baseline="0">
                <a:solidFill>
                  <a:schemeClr val="bg1"/>
                </a:solidFill>
                <a:latin typeface="Montserrat" panose="02000505000000020004" pitchFamily="2" charset="0"/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8" name="Espace réservé du texte 10">
            <a:extLst>
              <a:ext uri="{FF2B5EF4-FFF2-40B4-BE49-F238E27FC236}">
                <a16:creationId xmlns:a16="http://schemas.microsoft.com/office/drawing/2014/main" id="{D01BF547-B7C1-0E7B-8F8C-12298D444E0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9455" y="232997"/>
            <a:ext cx="8599198" cy="203133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02244080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apositive de titr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8BE461-D8E1-BA76-7A47-DCCA7D1A3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547271"/>
            <a:ext cx="9144000" cy="687624"/>
          </a:xfrm>
        </p:spPr>
        <p:txBody>
          <a:bodyPr anchor="b"/>
          <a:lstStyle>
            <a:lvl1pPr algn="ctr">
              <a:lnSpc>
                <a:spcPct val="8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1B6F76B-A6CD-0D89-D99C-E5D2421F6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229454"/>
            <a:ext cx="9144000" cy="424732"/>
          </a:xfrm>
        </p:spPr>
        <p:txBody>
          <a:bodyPr>
            <a:spAutoFit/>
          </a:bodyPr>
          <a:lstStyle>
            <a:lvl1pPr marL="0" indent="0" algn="ctr">
              <a:buNone/>
              <a:defRPr sz="240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u texte 9">
            <a:extLst>
              <a:ext uri="{FF2B5EF4-FFF2-40B4-BE49-F238E27FC236}">
                <a16:creationId xmlns:a16="http://schemas.microsoft.com/office/drawing/2014/main" id="{2E1D5262-0B4C-C910-8E2A-ECFE01E24B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8283" y="313672"/>
            <a:ext cx="2441575" cy="258532"/>
          </a:xfrm>
        </p:spPr>
        <p:txBody>
          <a:bodyPr/>
          <a:lstStyle>
            <a:lvl1pPr algn="r">
              <a:defRPr sz="1200" b="0" cap="all" baseline="0">
                <a:solidFill>
                  <a:schemeClr val="accent2"/>
                </a:solidFill>
                <a:latin typeface="Montserrat" panose="02000505000000020004" pitchFamily="2" charset="0"/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CDC64C-8A31-EB06-3326-9690DB4D10ED}"/>
              </a:ext>
            </a:extLst>
          </p:cNvPr>
          <p:cNvSpPr/>
          <p:nvPr userDrawn="1"/>
        </p:nvSpPr>
        <p:spPr>
          <a:xfrm>
            <a:off x="231527" y="232995"/>
            <a:ext cx="11744260" cy="6405236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14" name="Espace réservé pour une image  12">
            <a:extLst>
              <a:ext uri="{FF2B5EF4-FFF2-40B4-BE49-F238E27FC236}">
                <a16:creationId xmlns:a16="http://schemas.microsoft.com/office/drawing/2014/main" id="{B5486F97-F532-07C5-CF14-C7795E80768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85413" y="78661"/>
            <a:ext cx="1079851" cy="258532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200"/>
            </a:lvl1pPr>
          </a:lstStyle>
          <a:p>
            <a:r>
              <a:rPr lang="fr-FR" dirty="0"/>
              <a:t>Logo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BDDA92-0CB3-65A6-4614-21596F61CDC3}"/>
              </a:ext>
            </a:extLst>
          </p:cNvPr>
          <p:cNvSpPr/>
          <p:nvPr userDrawn="1"/>
        </p:nvSpPr>
        <p:spPr>
          <a:xfrm>
            <a:off x="11154271" y="6098381"/>
            <a:ext cx="821516" cy="539851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pic>
        <p:nvPicPr>
          <p:cNvPr id="17" name="Graphique 16">
            <a:extLst>
              <a:ext uri="{FF2B5EF4-FFF2-40B4-BE49-F238E27FC236}">
                <a16:creationId xmlns:a16="http://schemas.microsoft.com/office/drawing/2014/main" id="{8CC00ACD-2892-88B6-79B9-389755FE04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8319" y="6212953"/>
            <a:ext cx="584354" cy="30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12804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apositive de titre B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8BE461-D8E1-BA76-7A47-DCCA7D1A3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547271"/>
            <a:ext cx="9144000" cy="687624"/>
          </a:xfrm>
        </p:spPr>
        <p:txBody>
          <a:bodyPr anchor="b"/>
          <a:lstStyle>
            <a:lvl1pPr algn="ctr"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1B6F76B-A6CD-0D89-D99C-E5D2421F6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229454"/>
            <a:ext cx="9144000" cy="424732"/>
          </a:xfrm>
        </p:spPr>
        <p:txBody>
          <a:bodyPr>
            <a:sp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11" name="Espace réservé du texte 9">
            <a:extLst>
              <a:ext uri="{FF2B5EF4-FFF2-40B4-BE49-F238E27FC236}">
                <a16:creationId xmlns:a16="http://schemas.microsoft.com/office/drawing/2014/main" id="{7D241A59-A037-DB2A-AF89-9E38910BBBF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8283" y="313672"/>
            <a:ext cx="2441575" cy="258532"/>
          </a:xfrm>
        </p:spPr>
        <p:txBody>
          <a:bodyPr/>
          <a:lstStyle>
            <a:lvl1pPr algn="r">
              <a:defRPr sz="1200" b="0" cap="all" baseline="0">
                <a:solidFill>
                  <a:schemeClr val="bg1"/>
                </a:solidFill>
                <a:latin typeface="Montserrat" panose="02000505000000020004" pitchFamily="2" charset="0"/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4AF8D3-9A1E-C962-6541-E65BDBEAAC3E}"/>
              </a:ext>
            </a:extLst>
          </p:cNvPr>
          <p:cNvSpPr/>
          <p:nvPr userDrawn="1"/>
        </p:nvSpPr>
        <p:spPr>
          <a:xfrm>
            <a:off x="231527" y="232995"/>
            <a:ext cx="11744260" cy="6405236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9" name="Espace réservé pour une image  12">
            <a:extLst>
              <a:ext uri="{FF2B5EF4-FFF2-40B4-BE49-F238E27FC236}">
                <a16:creationId xmlns:a16="http://schemas.microsoft.com/office/drawing/2014/main" id="{40B6F5B7-F4C4-7553-9949-78FF0DA0EBCC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85413" y="78661"/>
            <a:ext cx="1079851" cy="258532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200"/>
            </a:lvl1pPr>
          </a:lstStyle>
          <a:p>
            <a:r>
              <a:rPr lang="fr-FR" dirty="0"/>
              <a:t>Logo</a:t>
            </a:r>
          </a:p>
        </p:txBody>
      </p:sp>
      <p:sp>
        <p:nvSpPr>
          <p:cNvPr id="8" name="Espace réservé du texte 10">
            <a:extLst>
              <a:ext uri="{FF2B5EF4-FFF2-40B4-BE49-F238E27FC236}">
                <a16:creationId xmlns:a16="http://schemas.microsoft.com/office/drawing/2014/main" id="{13E90E02-AC75-B19B-474B-C4E9836B9B6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6510" y="6449498"/>
            <a:ext cx="9862661" cy="203133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7D128BA-8977-A2EC-B1E5-554C29A4771F}"/>
              </a:ext>
            </a:extLst>
          </p:cNvPr>
          <p:cNvSpPr/>
          <p:nvPr userDrawn="1"/>
        </p:nvSpPr>
        <p:spPr>
          <a:xfrm>
            <a:off x="11154271" y="6098381"/>
            <a:ext cx="821516" cy="539851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pic>
        <p:nvPicPr>
          <p:cNvPr id="18" name="Graphique 17">
            <a:extLst>
              <a:ext uri="{FF2B5EF4-FFF2-40B4-BE49-F238E27FC236}">
                <a16:creationId xmlns:a16="http://schemas.microsoft.com/office/drawing/2014/main" id="{98C44147-839C-768E-156E-D0A3573A84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8319" y="6212953"/>
            <a:ext cx="584354" cy="30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18655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apositive de titre C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8BE461-D8E1-BA76-7A47-DCCA7D1A3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547271"/>
            <a:ext cx="9144000" cy="687624"/>
          </a:xfrm>
        </p:spPr>
        <p:txBody>
          <a:bodyPr anchor="b"/>
          <a:lstStyle>
            <a:lvl1pPr algn="ctr"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1B6F76B-A6CD-0D89-D99C-E5D2421F6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229454"/>
            <a:ext cx="9144000" cy="424732"/>
          </a:xfrm>
        </p:spPr>
        <p:txBody>
          <a:bodyPr>
            <a:spAutoFit/>
          </a:bodyPr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14" name="Espace réservé du texte 9">
            <a:extLst>
              <a:ext uri="{FF2B5EF4-FFF2-40B4-BE49-F238E27FC236}">
                <a16:creationId xmlns:a16="http://schemas.microsoft.com/office/drawing/2014/main" id="{99A7AF5D-DB0E-7D90-2CCC-989B70A761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8283" y="313672"/>
            <a:ext cx="2441575" cy="258532"/>
          </a:xfrm>
        </p:spPr>
        <p:txBody>
          <a:bodyPr/>
          <a:lstStyle>
            <a:lvl1pPr algn="r">
              <a:defRPr sz="1200" b="0" cap="all" baseline="0">
                <a:solidFill>
                  <a:schemeClr val="bg1"/>
                </a:solidFill>
                <a:latin typeface="Montserrat" panose="02000505000000020004" pitchFamily="2" charset="0"/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917D15-A797-A25A-A0C6-F8D91CAECAF8}"/>
              </a:ext>
            </a:extLst>
          </p:cNvPr>
          <p:cNvSpPr/>
          <p:nvPr userDrawn="1"/>
        </p:nvSpPr>
        <p:spPr>
          <a:xfrm>
            <a:off x="231527" y="232995"/>
            <a:ext cx="11744260" cy="6405236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9" name="Espace réservé pour une image  12">
            <a:extLst>
              <a:ext uri="{FF2B5EF4-FFF2-40B4-BE49-F238E27FC236}">
                <a16:creationId xmlns:a16="http://schemas.microsoft.com/office/drawing/2014/main" id="{5B20DBCA-449C-CFFA-4BB6-F59E07C92E1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85413" y="78661"/>
            <a:ext cx="1079851" cy="258532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200"/>
            </a:lvl1pPr>
          </a:lstStyle>
          <a:p>
            <a:r>
              <a:rPr lang="fr-FR" dirty="0"/>
              <a:t>Logo</a:t>
            </a:r>
          </a:p>
        </p:txBody>
      </p:sp>
      <p:sp>
        <p:nvSpPr>
          <p:cNvPr id="8" name="Espace réservé du texte 10">
            <a:extLst>
              <a:ext uri="{FF2B5EF4-FFF2-40B4-BE49-F238E27FC236}">
                <a16:creationId xmlns:a16="http://schemas.microsoft.com/office/drawing/2014/main" id="{E0264476-A3F2-8AAB-A2A4-8BE976678C7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6510" y="6449498"/>
            <a:ext cx="9862661" cy="203133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3706910-8A9C-81BA-A1FA-C6BFDA5C86D2}"/>
              </a:ext>
            </a:extLst>
          </p:cNvPr>
          <p:cNvSpPr/>
          <p:nvPr userDrawn="1"/>
        </p:nvSpPr>
        <p:spPr>
          <a:xfrm>
            <a:off x="11154271" y="6098381"/>
            <a:ext cx="821516" cy="539851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pic>
        <p:nvPicPr>
          <p:cNvPr id="18" name="Graphique 17">
            <a:extLst>
              <a:ext uri="{FF2B5EF4-FFF2-40B4-BE49-F238E27FC236}">
                <a16:creationId xmlns:a16="http://schemas.microsoft.com/office/drawing/2014/main" id="{A09D0871-9135-5863-9D04-F09685B9CA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8319" y="6212953"/>
            <a:ext cx="584354" cy="30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31488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apositive de titre 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8BE461-D8E1-BA76-7A47-DCCA7D1A3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547271"/>
            <a:ext cx="9144000" cy="687624"/>
          </a:xfrm>
        </p:spPr>
        <p:txBody>
          <a:bodyPr anchor="b"/>
          <a:lstStyle>
            <a:lvl1pPr algn="ctr"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1B6F76B-A6CD-0D89-D99C-E5D2421F6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229454"/>
            <a:ext cx="9144000" cy="424732"/>
          </a:xfrm>
        </p:spPr>
        <p:txBody>
          <a:bodyPr>
            <a:spAutoFit/>
          </a:bodyPr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14" name="Espace réservé du texte 9">
            <a:extLst>
              <a:ext uri="{FF2B5EF4-FFF2-40B4-BE49-F238E27FC236}">
                <a16:creationId xmlns:a16="http://schemas.microsoft.com/office/drawing/2014/main" id="{99A7AF5D-DB0E-7D90-2CCC-989B70A761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8283" y="313672"/>
            <a:ext cx="2441575" cy="258532"/>
          </a:xfrm>
        </p:spPr>
        <p:txBody>
          <a:bodyPr/>
          <a:lstStyle>
            <a:lvl1pPr algn="r">
              <a:defRPr sz="1200" b="0" cap="all" baseline="0">
                <a:solidFill>
                  <a:schemeClr val="bg1"/>
                </a:solidFill>
                <a:latin typeface="Montserrat" panose="02000505000000020004" pitchFamily="2" charset="0"/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183D08-E366-E617-522F-352A3FD1B16D}"/>
              </a:ext>
            </a:extLst>
          </p:cNvPr>
          <p:cNvSpPr/>
          <p:nvPr userDrawn="1"/>
        </p:nvSpPr>
        <p:spPr>
          <a:xfrm>
            <a:off x="231527" y="232995"/>
            <a:ext cx="11744260" cy="6405236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9" name="Espace réservé pour une image  12">
            <a:extLst>
              <a:ext uri="{FF2B5EF4-FFF2-40B4-BE49-F238E27FC236}">
                <a16:creationId xmlns:a16="http://schemas.microsoft.com/office/drawing/2014/main" id="{ACDB5B8E-FF4C-0DA2-460F-2DA0B57CBD97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85413" y="78661"/>
            <a:ext cx="1079851" cy="258532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200"/>
            </a:lvl1pPr>
          </a:lstStyle>
          <a:p>
            <a:r>
              <a:rPr lang="fr-FR" dirty="0"/>
              <a:t>Logo</a:t>
            </a:r>
          </a:p>
        </p:txBody>
      </p:sp>
      <p:sp>
        <p:nvSpPr>
          <p:cNvPr id="8" name="Espace réservé du texte 10">
            <a:extLst>
              <a:ext uri="{FF2B5EF4-FFF2-40B4-BE49-F238E27FC236}">
                <a16:creationId xmlns:a16="http://schemas.microsoft.com/office/drawing/2014/main" id="{AC6280E9-D9D9-4F74-EF4C-6157DCE1B20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6510" y="6449498"/>
            <a:ext cx="9862661" cy="203133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02CD16-D3FF-2105-B2DD-D95E9B96DDED}"/>
              </a:ext>
            </a:extLst>
          </p:cNvPr>
          <p:cNvSpPr/>
          <p:nvPr userDrawn="1"/>
        </p:nvSpPr>
        <p:spPr>
          <a:xfrm>
            <a:off x="11154271" y="6098381"/>
            <a:ext cx="821516" cy="539851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pic>
        <p:nvPicPr>
          <p:cNvPr id="18" name="Graphique 17">
            <a:extLst>
              <a:ext uri="{FF2B5EF4-FFF2-40B4-BE49-F238E27FC236}">
                <a16:creationId xmlns:a16="http://schemas.microsoft.com/office/drawing/2014/main" id="{4DBAD553-C9E7-AFE0-F83D-D0B3E3B042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8319" y="6212953"/>
            <a:ext cx="584354" cy="30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47771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apositive de titre 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8BE461-D8E1-BA76-7A47-DCCA7D1A3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547271"/>
            <a:ext cx="9144000" cy="687624"/>
          </a:xfrm>
        </p:spPr>
        <p:txBody>
          <a:bodyPr anchor="b"/>
          <a:lstStyle>
            <a:lvl1pPr algn="ctr"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1B6F76B-A6CD-0D89-D99C-E5D2421F6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229454"/>
            <a:ext cx="9144000" cy="424732"/>
          </a:xfrm>
        </p:spPr>
        <p:txBody>
          <a:bodyPr>
            <a:spAutoFit/>
          </a:bodyPr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FR" dirty="0"/>
          </a:p>
        </p:txBody>
      </p:sp>
      <p:sp>
        <p:nvSpPr>
          <p:cNvPr id="14" name="Espace réservé du texte 9">
            <a:extLst>
              <a:ext uri="{FF2B5EF4-FFF2-40B4-BE49-F238E27FC236}">
                <a16:creationId xmlns:a16="http://schemas.microsoft.com/office/drawing/2014/main" id="{99A7AF5D-DB0E-7D90-2CCC-989B70A761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8283" y="313672"/>
            <a:ext cx="2441575" cy="258532"/>
          </a:xfrm>
        </p:spPr>
        <p:txBody>
          <a:bodyPr/>
          <a:lstStyle>
            <a:lvl1pPr algn="r">
              <a:defRPr sz="1200" b="0" cap="all" baseline="0">
                <a:solidFill>
                  <a:schemeClr val="bg1"/>
                </a:solidFill>
                <a:latin typeface="Montserrat" panose="02000505000000020004" pitchFamily="2" charset="0"/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FDA8D4-6AB8-9E1E-99E6-060101CD8589}"/>
              </a:ext>
            </a:extLst>
          </p:cNvPr>
          <p:cNvSpPr/>
          <p:nvPr userDrawn="1"/>
        </p:nvSpPr>
        <p:spPr>
          <a:xfrm>
            <a:off x="231527" y="232995"/>
            <a:ext cx="11744260" cy="6405236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9" name="Espace réservé pour une image  12">
            <a:extLst>
              <a:ext uri="{FF2B5EF4-FFF2-40B4-BE49-F238E27FC236}">
                <a16:creationId xmlns:a16="http://schemas.microsoft.com/office/drawing/2014/main" id="{F0C3119E-ADBC-3A60-A743-B391A7AD049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85413" y="78661"/>
            <a:ext cx="1079851" cy="258532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200"/>
            </a:lvl1pPr>
          </a:lstStyle>
          <a:p>
            <a:r>
              <a:rPr lang="fr-FR" dirty="0"/>
              <a:t>Logo</a:t>
            </a:r>
          </a:p>
        </p:txBody>
      </p:sp>
      <p:sp>
        <p:nvSpPr>
          <p:cNvPr id="8" name="Espace réservé du texte 10">
            <a:extLst>
              <a:ext uri="{FF2B5EF4-FFF2-40B4-BE49-F238E27FC236}">
                <a16:creationId xmlns:a16="http://schemas.microsoft.com/office/drawing/2014/main" id="{E5104D38-E745-870F-4CA0-BF1272E6F2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6510" y="6449498"/>
            <a:ext cx="9862661" cy="203133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45EAA4-4102-9A0D-3512-864E696193B6}"/>
              </a:ext>
            </a:extLst>
          </p:cNvPr>
          <p:cNvSpPr/>
          <p:nvPr userDrawn="1"/>
        </p:nvSpPr>
        <p:spPr>
          <a:xfrm>
            <a:off x="11154271" y="6098381"/>
            <a:ext cx="821516" cy="539851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pic>
        <p:nvPicPr>
          <p:cNvPr id="18" name="Graphique 17">
            <a:extLst>
              <a:ext uri="{FF2B5EF4-FFF2-40B4-BE49-F238E27FC236}">
                <a16:creationId xmlns:a16="http://schemas.microsoft.com/office/drawing/2014/main" id="{E95C33CF-512B-F1E4-BE59-FE65D29EBE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8319" y="6212953"/>
            <a:ext cx="584354" cy="30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43586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apositive de titre F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8BE461-D8E1-BA76-7A47-DCCA7D1A3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547271"/>
            <a:ext cx="9144000" cy="687624"/>
          </a:xfrm>
        </p:spPr>
        <p:txBody>
          <a:bodyPr anchor="b"/>
          <a:lstStyle>
            <a:lvl1pPr algn="ctr"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1B6F76B-A6CD-0D89-D99C-E5D2421F6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229454"/>
            <a:ext cx="9144000" cy="424732"/>
          </a:xfrm>
        </p:spPr>
        <p:txBody>
          <a:bodyPr>
            <a:spAutoFit/>
          </a:bodyPr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FR" dirty="0"/>
          </a:p>
        </p:txBody>
      </p:sp>
      <p:sp>
        <p:nvSpPr>
          <p:cNvPr id="14" name="Espace réservé du texte 9">
            <a:extLst>
              <a:ext uri="{FF2B5EF4-FFF2-40B4-BE49-F238E27FC236}">
                <a16:creationId xmlns:a16="http://schemas.microsoft.com/office/drawing/2014/main" id="{99A7AF5D-DB0E-7D90-2CCC-989B70A761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8283" y="313672"/>
            <a:ext cx="2441575" cy="258532"/>
          </a:xfrm>
        </p:spPr>
        <p:txBody>
          <a:bodyPr/>
          <a:lstStyle>
            <a:lvl1pPr algn="r">
              <a:defRPr sz="1200" b="0" cap="all" baseline="0">
                <a:solidFill>
                  <a:schemeClr val="bg1"/>
                </a:solidFill>
                <a:latin typeface="Montserrat" panose="02000505000000020004" pitchFamily="2" charset="0"/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8DA2FD-E99E-61CB-C2D4-E582768C5FA2}"/>
              </a:ext>
            </a:extLst>
          </p:cNvPr>
          <p:cNvSpPr/>
          <p:nvPr userDrawn="1"/>
        </p:nvSpPr>
        <p:spPr>
          <a:xfrm>
            <a:off x="231527" y="232995"/>
            <a:ext cx="11744260" cy="6405236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9" name="Espace réservé pour une image  12">
            <a:extLst>
              <a:ext uri="{FF2B5EF4-FFF2-40B4-BE49-F238E27FC236}">
                <a16:creationId xmlns:a16="http://schemas.microsoft.com/office/drawing/2014/main" id="{9F72EB53-B4AF-6DD1-8652-0C44F602863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85413" y="78661"/>
            <a:ext cx="1079851" cy="258532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200"/>
            </a:lvl1pPr>
          </a:lstStyle>
          <a:p>
            <a:r>
              <a:rPr lang="fr-FR" dirty="0"/>
              <a:t>Logo</a:t>
            </a:r>
          </a:p>
        </p:txBody>
      </p:sp>
      <p:sp>
        <p:nvSpPr>
          <p:cNvPr id="10" name="Espace réservé du texte 10">
            <a:extLst>
              <a:ext uri="{FF2B5EF4-FFF2-40B4-BE49-F238E27FC236}">
                <a16:creationId xmlns:a16="http://schemas.microsoft.com/office/drawing/2014/main" id="{238245C9-56F8-D9AE-05C3-DB2FD67F9B6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6510" y="6449498"/>
            <a:ext cx="9862661" cy="203133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16117F-ADE0-79AF-250F-6B4A6E9EEF21}"/>
              </a:ext>
            </a:extLst>
          </p:cNvPr>
          <p:cNvSpPr/>
          <p:nvPr userDrawn="1"/>
        </p:nvSpPr>
        <p:spPr>
          <a:xfrm>
            <a:off x="11154271" y="6098381"/>
            <a:ext cx="821516" cy="539851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pic>
        <p:nvPicPr>
          <p:cNvPr id="18" name="Graphique 17">
            <a:extLst>
              <a:ext uri="{FF2B5EF4-FFF2-40B4-BE49-F238E27FC236}">
                <a16:creationId xmlns:a16="http://schemas.microsoft.com/office/drawing/2014/main" id="{6ACDFC34-A6F8-6753-EE8C-EBB1D47245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8319" y="6212953"/>
            <a:ext cx="584354" cy="30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275745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apositive de titre 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8BE461-D8E1-BA76-7A47-DCCA7D1A3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547271"/>
            <a:ext cx="9144000" cy="687624"/>
          </a:xfrm>
        </p:spPr>
        <p:txBody>
          <a:bodyPr anchor="b"/>
          <a:lstStyle>
            <a:lvl1pPr algn="ctr"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1B6F76B-A6CD-0D89-D99C-E5D2421F6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229454"/>
            <a:ext cx="9144000" cy="424732"/>
          </a:xfrm>
        </p:spPr>
        <p:txBody>
          <a:bodyPr>
            <a:spAutoFit/>
          </a:bodyPr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FR" dirty="0"/>
          </a:p>
        </p:txBody>
      </p:sp>
      <p:sp>
        <p:nvSpPr>
          <p:cNvPr id="14" name="Espace réservé du texte 9">
            <a:extLst>
              <a:ext uri="{FF2B5EF4-FFF2-40B4-BE49-F238E27FC236}">
                <a16:creationId xmlns:a16="http://schemas.microsoft.com/office/drawing/2014/main" id="{99A7AF5D-DB0E-7D90-2CCC-989B70A761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8283" y="313672"/>
            <a:ext cx="2441575" cy="258532"/>
          </a:xfrm>
        </p:spPr>
        <p:txBody>
          <a:bodyPr/>
          <a:lstStyle>
            <a:lvl1pPr algn="r">
              <a:defRPr sz="1200" b="0" cap="all" baseline="0">
                <a:solidFill>
                  <a:schemeClr val="bg1"/>
                </a:solidFill>
                <a:latin typeface="Montserrat" panose="02000505000000020004" pitchFamily="2" charset="0"/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7289D3-CB0F-FC19-8F1B-C870AC793A4F}"/>
              </a:ext>
            </a:extLst>
          </p:cNvPr>
          <p:cNvSpPr/>
          <p:nvPr userDrawn="1"/>
        </p:nvSpPr>
        <p:spPr>
          <a:xfrm>
            <a:off x="231527" y="232995"/>
            <a:ext cx="11744260" cy="6405236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9" name="Espace réservé pour une image  12">
            <a:extLst>
              <a:ext uri="{FF2B5EF4-FFF2-40B4-BE49-F238E27FC236}">
                <a16:creationId xmlns:a16="http://schemas.microsoft.com/office/drawing/2014/main" id="{F80A1B90-A3A8-C0F0-435C-87660523246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85413" y="78661"/>
            <a:ext cx="1079851" cy="258532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200"/>
            </a:lvl1pPr>
          </a:lstStyle>
          <a:p>
            <a:r>
              <a:rPr lang="fr-FR" dirty="0"/>
              <a:t>Logo</a:t>
            </a:r>
          </a:p>
        </p:txBody>
      </p:sp>
      <p:sp>
        <p:nvSpPr>
          <p:cNvPr id="8" name="Espace réservé du texte 10">
            <a:extLst>
              <a:ext uri="{FF2B5EF4-FFF2-40B4-BE49-F238E27FC236}">
                <a16:creationId xmlns:a16="http://schemas.microsoft.com/office/drawing/2014/main" id="{C81C80F6-43D3-5912-97F2-48F492E5C7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6510" y="6449498"/>
            <a:ext cx="9862661" cy="203133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7B7CB2-8364-03C5-0CDF-F3AAA80F4ED3}"/>
              </a:ext>
            </a:extLst>
          </p:cNvPr>
          <p:cNvSpPr/>
          <p:nvPr userDrawn="1"/>
        </p:nvSpPr>
        <p:spPr>
          <a:xfrm>
            <a:off x="11154271" y="6098381"/>
            <a:ext cx="821516" cy="539851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pic>
        <p:nvPicPr>
          <p:cNvPr id="18" name="Graphique 17">
            <a:extLst>
              <a:ext uri="{FF2B5EF4-FFF2-40B4-BE49-F238E27FC236}">
                <a16:creationId xmlns:a16="http://schemas.microsoft.com/office/drawing/2014/main" id="{562C4419-5070-81BA-C73D-649F2BBE3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8319" y="6212953"/>
            <a:ext cx="584354" cy="30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379976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apositive de titr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8BE461-D8E1-BA76-7A47-DCCA7D1A3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62757"/>
            <a:ext cx="9144000" cy="687624"/>
          </a:xfrm>
        </p:spPr>
        <p:txBody>
          <a:bodyPr anchor="b"/>
          <a:lstStyle>
            <a:lvl1pPr algn="ctr">
              <a:lnSpc>
                <a:spcPct val="8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1B6F76B-A6CD-0D89-D99C-E5D2421F6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44940"/>
            <a:ext cx="9144000" cy="424732"/>
          </a:xfrm>
        </p:spPr>
        <p:txBody>
          <a:bodyPr>
            <a:spAutoFit/>
          </a:bodyPr>
          <a:lstStyle>
            <a:lvl1pPr marL="0" indent="0" algn="ctr">
              <a:buNone/>
              <a:defRPr sz="240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859B5F7F-0F7D-50C9-FF7A-5D974E15BA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8283" y="313672"/>
            <a:ext cx="2441575" cy="258532"/>
          </a:xfrm>
        </p:spPr>
        <p:txBody>
          <a:bodyPr/>
          <a:lstStyle>
            <a:lvl1pPr algn="r">
              <a:defRPr sz="1200" b="0" cap="all" baseline="0">
                <a:solidFill>
                  <a:schemeClr val="accent2"/>
                </a:solidFill>
                <a:latin typeface="Montserrat" panose="02000505000000020004" pitchFamily="2" charset="0"/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5" name="Espace réservé du texte 10">
            <a:extLst>
              <a:ext uri="{FF2B5EF4-FFF2-40B4-BE49-F238E27FC236}">
                <a16:creationId xmlns:a16="http://schemas.microsoft.com/office/drawing/2014/main" id="{23242F0D-48D6-8274-285E-B767C1F02BE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6510" y="6449498"/>
            <a:ext cx="9862661" cy="203133"/>
          </a:xfrm>
        </p:spPr>
        <p:txBody>
          <a:bodyPr/>
          <a:lstStyle>
            <a:lvl1pPr>
              <a:defRPr sz="800">
                <a:solidFill>
                  <a:schemeClr val="accent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FDC1CA-C781-4AB9-2506-F012AF2E4798}"/>
              </a:ext>
            </a:extLst>
          </p:cNvPr>
          <p:cNvSpPr/>
          <p:nvPr userDrawn="1"/>
        </p:nvSpPr>
        <p:spPr>
          <a:xfrm>
            <a:off x="231527" y="232995"/>
            <a:ext cx="11744260" cy="6405236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7" name="Espace réservé pour une image  12">
            <a:extLst>
              <a:ext uri="{FF2B5EF4-FFF2-40B4-BE49-F238E27FC236}">
                <a16:creationId xmlns:a16="http://schemas.microsoft.com/office/drawing/2014/main" id="{EC498897-5ACC-7B74-BD40-20D613166BD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85413" y="78661"/>
            <a:ext cx="1079851" cy="258532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200"/>
            </a:lvl1pPr>
          </a:lstStyle>
          <a:p>
            <a:r>
              <a:rPr lang="fr-FR" dirty="0"/>
              <a:t>Logo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4F3717-D8BC-72C8-EBFA-445DCB9D73AA}"/>
              </a:ext>
            </a:extLst>
          </p:cNvPr>
          <p:cNvSpPr/>
          <p:nvPr userDrawn="1"/>
        </p:nvSpPr>
        <p:spPr>
          <a:xfrm>
            <a:off x="11154271" y="6098381"/>
            <a:ext cx="821516" cy="539851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pic>
        <p:nvPicPr>
          <p:cNvPr id="18" name="Graphique 17">
            <a:extLst>
              <a:ext uri="{FF2B5EF4-FFF2-40B4-BE49-F238E27FC236}">
                <a16:creationId xmlns:a16="http://schemas.microsoft.com/office/drawing/2014/main" id="{73E6636A-BADC-9584-2C71-184D98D97B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8319" y="6212953"/>
            <a:ext cx="584354" cy="30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36033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apositive de titre B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8BE461-D8E1-BA76-7A47-DCCA7D1A3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62757"/>
            <a:ext cx="9144000" cy="687624"/>
          </a:xfrm>
        </p:spPr>
        <p:txBody>
          <a:bodyPr anchor="b"/>
          <a:lstStyle>
            <a:lvl1pPr algn="ctr"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1B6F76B-A6CD-0D89-D99C-E5D2421F6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44940"/>
            <a:ext cx="9144000" cy="424732"/>
          </a:xfrm>
        </p:spPr>
        <p:txBody>
          <a:bodyPr>
            <a:sp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FR" dirty="0"/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859B5F7F-0F7D-50C9-FF7A-5D974E15BA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8283" y="313672"/>
            <a:ext cx="2441575" cy="258532"/>
          </a:xfrm>
        </p:spPr>
        <p:txBody>
          <a:bodyPr/>
          <a:lstStyle>
            <a:lvl1pPr algn="r">
              <a:defRPr sz="1200" b="0" cap="all" baseline="0">
                <a:solidFill>
                  <a:schemeClr val="bg1"/>
                </a:solidFill>
                <a:latin typeface="Montserrat" panose="02000505000000020004" pitchFamily="2" charset="0"/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7" name="Espace réservé du texte 10">
            <a:extLst>
              <a:ext uri="{FF2B5EF4-FFF2-40B4-BE49-F238E27FC236}">
                <a16:creationId xmlns:a16="http://schemas.microsoft.com/office/drawing/2014/main" id="{292D4CF8-A926-ED9D-183B-D00E2E05DF2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6510" y="6449498"/>
            <a:ext cx="9862661" cy="203133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A9D2C8-C1C5-651A-0D12-BBB4C9B455E6}"/>
              </a:ext>
            </a:extLst>
          </p:cNvPr>
          <p:cNvSpPr/>
          <p:nvPr userDrawn="1"/>
        </p:nvSpPr>
        <p:spPr>
          <a:xfrm>
            <a:off x="231527" y="232995"/>
            <a:ext cx="11744260" cy="6405236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10" name="Espace réservé pour une image  12">
            <a:extLst>
              <a:ext uri="{FF2B5EF4-FFF2-40B4-BE49-F238E27FC236}">
                <a16:creationId xmlns:a16="http://schemas.microsoft.com/office/drawing/2014/main" id="{8017738C-D124-2361-133E-3276FB2AE07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85413" y="78661"/>
            <a:ext cx="1079851" cy="258532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200"/>
            </a:lvl1pPr>
          </a:lstStyle>
          <a:p>
            <a:r>
              <a:rPr lang="fr-FR" dirty="0"/>
              <a:t>Logo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6BC94A0-8B43-9F5A-2516-5A3759403337}"/>
              </a:ext>
            </a:extLst>
          </p:cNvPr>
          <p:cNvSpPr/>
          <p:nvPr userDrawn="1"/>
        </p:nvSpPr>
        <p:spPr>
          <a:xfrm>
            <a:off x="11154271" y="6098381"/>
            <a:ext cx="821516" cy="539851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pic>
        <p:nvPicPr>
          <p:cNvPr id="18" name="Graphique 17">
            <a:extLst>
              <a:ext uri="{FF2B5EF4-FFF2-40B4-BE49-F238E27FC236}">
                <a16:creationId xmlns:a16="http://schemas.microsoft.com/office/drawing/2014/main" id="{44443449-5038-B122-E19E-FAFD3A40272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8319" y="6212953"/>
            <a:ext cx="584354" cy="30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31478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apositive de titre C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8BE461-D8E1-BA76-7A47-DCCA7D1A3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62757"/>
            <a:ext cx="9144000" cy="687624"/>
          </a:xfrm>
        </p:spPr>
        <p:txBody>
          <a:bodyPr anchor="b"/>
          <a:lstStyle>
            <a:lvl1pPr algn="ctr"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1B6F76B-A6CD-0D89-D99C-E5D2421F6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44940"/>
            <a:ext cx="9144000" cy="424732"/>
          </a:xfrm>
        </p:spPr>
        <p:txBody>
          <a:bodyPr>
            <a:spAutoFit/>
          </a:bodyPr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FR" dirty="0"/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859B5F7F-0F7D-50C9-FF7A-5D974E15BA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8283" y="313672"/>
            <a:ext cx="2441575" cy="258532"/>
          </a:xfrm>
        </p:spPr>
        <p:txBody>
          <a:bodyPr/>
          <a:lstStyle>
            <a:lvl1pPr algn="r">
              <a:defRPr sz="1200" b="0" cap="all" baseline="0">
                <a:solidFill>
                  <a:schemeClr val="bg1"/>
                </a:solidFill>
                <a:latin typeface="Montserrat" panose="02000505000000020004" pitchFamily="2" charset="0"/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7" name="Espace réservé du texte 10">
            <a:extLst>
              <a:ext uri="{FF2B5EF4-FFF2-40B4-BE49-F238E27FC236}">
                <a16:creationId xmlns:a16="http://schemas.microsoft.com/office/drawing/2014/main" id="{BF729C3D-2B92-60C0-59A2-D468DA94CB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6510" y="6449498"/>
            <a:ext cx="9862661" cy="203133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D1E303-BEA2-CDE4-932F-D91BBCCFEF66}"/>
              </a:ext>
            </a:extLst>
          </p:cNvPr>
          <p:cNvSpPr/>
          <p:nvPr userDrawn="1"/>
        </p:nvSpPr>
        <p:spPr>
          <a:xfrm>
            <a:off x="231527" y="232995"/>
            <a:ext cx="11744260" cy="6405236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10" name="Espace réservé pour une image  12">
            <a:extLst>
              <a:ext uri="{FF2B5EF4-FFF2-40B4-BE49-F238E27FC236}">
                <a16:creationId xmlns:a16="http://schemas.microsoft.com/office/drawing/2014/main" id="{D20FAEA0-224F-2A56-8F06-747BE0B6256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85413" y="78661"/>
            <a:ext cx="1079851" cy="258532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200"/>
            </a:lvl1pPr>
          </a:lstStyle>
          <a:p>
            <a:r>
              <a:rPr lang="fr-FR" dirty="0"/>
              <a:t>Logo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EC02ACF-CD7D-1F95-FE29-30A8333E4B7A}"/>
              </a:ext>
            </a:extLst>
          </p:cNvPr>
          <p:cNvSpPr/>
          <p:nvPr userDrawn="1"/>
        </p:nvSpPr>
        <p:spPr>
          <a:xfrm>
            <a:off x="11154271" y="6098381"/>
            <a:ext cx="821516" cy="539851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pic>
        <p:nvPicPr>
          <p:cNvPr id="18" name="Graphique 17">
            <a:extLst>
              <a:ext uri="{FF2B5EF4-FFF2-40B4-BE49-F238E27FC236}">
                <a16:creationId xmlns:a16="http://schemas.microsoft.com/office/drawing/2014/main" id="{D18DC796-453C-8056-CA40-4473D388E98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8319" y="6212953"/>
            <a:ext cx="584354" cy="30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747628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apositive de titre 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8BE461-D8E1-BA76-7A47-DCCA7D1A3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62757"/>
            <a:ext cx="9144000" cy="687624"/>
          </a:xfrm>
        </p:spPr>
        <p:txBody>
          <a:bodyPr anchor="b"/>
          <a:lstStyle>
            <a:lvl1pPr algn="ctr"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1B6F76B-A6CD-0D89-D99C-E5D2421F6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44940"/>
            <a:ext cx="9144000" cy="424732"/>
          </a:xfrm>
        </p:spPr>
        <p:txBody>
          <a:bodyPr>
            <a:spAutoFit/>
          </a:bodyPr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FR" dirty="0"/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859B5F7F-0F7D-50C9-FF7A-5D974E15BA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8283" y="313672"/>
            <a:ext cx="2441575" cy="258532"/>
          </a:xfrm>
        </p:spPr>
        <p:txBody>
          <a:bodyPr/>
          <a:lstStyle>
            <a:lvl1pPr algn="r">
              <a:defRPr sz="1200" b="0" cap="all" baseline="0">
                <a:solidFill>
                  <a:schemeClr val="bg1"/>
                </a:solidFill>
                <a:latin typeface="Montserrat" panose="02000505000000020004" pitchFamily="2" charset="0"/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7" name="Espace réservé du texte 10">
            <a:extLst>
              <a:ext uri="{FF2B5EF4-FFF2-40B4-BE49-F238E27FC236}">
                <a16:creationId xmlns:a16="http://schemas.microsoft.com/office/drawing/2014/main" id="{9E3E259C-E545-36FE-1225-E7D5336C63E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6510" y="6449498"/>
            <a:ext cx="9862661" cy="203133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A355DE-EE3F-B126-B97B-8950468C1A3A}"/>
              </a:ext>
            </a:extLst>
          </p:cNvPr>
          <p:cNvSpPr/>
          <p:nvPr userDrawn="1"/>
        </p:nvSpPr>
        <p:spPr>
          <a:xfrm>
            <a:off x="231527" y="232995"/>
            <a:ext cx="11744260" cy="6405236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10" name="Espace réservé pour une image  12">
            <a:extLst>
              <a:ext uri="{FF2B5EF4-FFF2-40B4-BE49-F238E27FC236}">
                <a16:creationId xmlns:a16="http://schemas.microsoft.com/office/drawing/2014/main" id="{0746701A-14F9-0CAA-58D7-B4433105D9A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85413" y="78661"/>
            <a:ext cx="1079851" cy="258532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200"/>
            </a:lvl1pPr>
          </a:lstStyle>
          <a:p>
            <a:r>
              <a:rPr lang="fr-FR" dirty="0"/>
              <a:t>Logo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8756420-CE69-AA7A-BBB5-A94C43321AAF}"/>
              </a:ext>
            </a:extLst>
          </p:cNvPr>
          <p:cNvSpPr/>
          <p:nvPr userDrawn="1"/>
        </p:nvSpPr>
        <p:spPr>
          <a:xfrm>
            <a:off x="11154271" y="6098381"/>
            <a:ext cx="821516" cy="539851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341B4092-4F24-5812-DA7E-1B18E1B5D8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8319" y="6212953"/>
            <a:ext cx="584354" cy="30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068930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apositive de titre 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8BE461-D8E1-BA76-7A47-DCCA7D1A3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62757"/>
            <a:ext cx="9144000" cy="687624"/>
          </a:xfrm>
        </p:spPr>
        <p:txBody>
          <a:bodyPr anchor="b"/>
          <a:lstStyle>
            <a:lvl1pPr algn="ctr"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1B6F76B-A6CD-0D89-D99C-E5D2421F6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44940"/>
            <a:ext cx="9144000" cy="424732"/>
          </a:xfrm>
        </p:spPr>
        <p:txBody>
          <a:bodyPr>
            <a:spAutoFit/>
          </a:bodyPr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FR" dirty="0"/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859B5F7F-0F7D-50C9-FF7A-5D974E15BA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8283" y="313672"/>
            <a:ext cx="2441575" cy="258532"/>
          </a:xfrm>
        </p:spPr>
        <p:txBody>
          <a:bodyPr/>
          <a:lstStyle>
            <a:lvl1pPr algn="r">
              <a:defRPr sz="1200" b="0" cap="all" baseline="0">
                <a:solidFill>
                  <a:schemeClr val="bg1"/>
                </a:solidFill>
                <a:latin typeface="Montserrat" panose="02000505000000020004" pitchFamily="2" charset="0"/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7" name="Espace réservé du texte 10">
            <a:extLst>
              <a:ext uri="{FF2B5EF4-FFF2-40B4-BE49-F238E27FC236}">
                <a16:creationId xmlns:a16="http://schemas.microsoft.com/office/drawing/2014/main" id="{9DF2EFAC-62AB-71AB-E388-A9C122008F5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6510" y="6449498"/>
            <a:ext cx="9862661" cy="203133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F1E561-C7B4-F991-DDAD-990971C77F1E}"/>
              </a:ext>
            </a:extLst>
          </p:cNvPr>
          <p:cNvSpPr/>
          <p:nvPr userDrawn="1"/>
        </p:nvSpPr>
        <p:spPr>
          <a:xfrm>
            <a:off x="231527" y="232995"/>
            <a:ext cx="11744260" cy="6405236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10" name="Espace réservé pour une image  12">
            <a:extLst>
              <a:ext uri="{FF2B5EF4-FFF2-40B4-BE49-F238E27FC236}">
                <a16:creationId xmlns:a16="http://schemas.microsoft.com/office/drawing/2014/main" id="{CDAC9F47-2DE8-8737-21D0-13D385AC684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85413" y="78661"/>
            <a:ext cx="1079851" cy="258532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200"/>
            </a:lvl1pPr>
          </a:lstStyle>
          <a:p>
            <a:r>
              <a:rPr lang="fr-FR" dirty="0"/>
              <a:t>Logo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CB1DBF-7012-52B6-C5FE-891847FF0A28}"/>
              </a:ext>
            </a:extLst>
          </p:cNvPr>
          <p:cNvSpPr/>
          <p:nvPr userDrawn="1"/>
        </p:nvSpPr>
        <p:spPr>
          <a:xfrm>
            <a:off x="11154271" y="6098381"/>
            <a:ext cx="821516" cy="539851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8888BF3E-041E-AAF1-8575-F179F23C17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8319" y="6212953"/>
            <a:ext cx="584354" cy="30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768589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apositive de titre F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8BE461-D8E1-BA76-7A47-DCCA7D1A3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62757"/>
            <a:ext cx="9144000" cy="687624"/>
          </a:xfrm>
        </p:spPr>
        <p:txBody>
          <a:bodyPr anchor="b"/>
          <a:lstStyle>
            <a:lvl1pPr algn="ctr"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1B6F76B-A6CD-0D89-D99C-E5D2421F6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44940"/>
            <a:ext cx="9144000" cy="424732"/>
          </a:xfrm>
        </p:spPr>
        <p:txBody>
          <a:bodyPr>
            <a:spAutoFit/>
          </a:bodyPr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FR" dirty="0"/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859B5F7F-0F7D-50C9-FF7A-5D974E15BA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8283" y="313672"/>
            <a:ext cx="2441575" cy="258532"/>
          </a:xfrm>
        </p:spPr>
        <p:txBody>
          <a:bodyPr/>
          <a:lstStyle>
            <a:lvl1pPr algn="r">
              <a:defRPr sz="1200" b="0" cap="all" baseline="0">
                <a:solidFill>
                  <a:schemeClr val="bg1"/>
                </a:solidFill>
                <a:latin typeface="Montserrat" panose="02000505000000020004" pitchFamily="2" charset="0"/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7" name="Espace réservé du texte 10">
            <a:extLst>
              <a:ext uri="{FF2B5EF4-FFF2-40B4-BE49-F238E27FC236}">
                <a16:creationId xmlns:a16="http://schemas.microsoft.com/office/drawing/2014/main" id="{FD65F947-C2FC-B401-80AB-CDD8BB09620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6510" y="6449498"/>
            <a:ext cx="9862661" cy="203133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5480376-5B21-1212-569C-7460464FDE6D}"/>
              </a:ext>
            </a:extLst>
          </p:cNvPr>
          <p:cNvSpPr/>
          <p:nvPr userDrawn="1"/>
        </p:nvSpPr>
        <p:spPr>
          <a:xfrm>
            <a:off x="231527" y="232995"/>
            <a:ext cx="11744260" cy="6405236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10" name="Espace réservé pour une image  12">
            <a:extLst>
              <a:ext uri="{FF2B5EF4-FFF2-40B4-BE49-F238E27FC236}">
                <a16:creationId xmlns:a16="http://schemas.microsoft.com/office/drawing/2014/main" id="{79214373-A7EE-BEE3-36C5-4D35330F324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85413" y="78661"/>
            <a:ext cx="1079851" cy="258532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200"/>
            </a:lvl1pPr>
          </a:lstStyle>
          <a:p>
            <a:r>
              <a:rPr lang="fr-FR" dirty="0"/>
              <a:t>Logo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D42D8DD-F1C0-17E0-50B8-91AF05392683}"/>
              </a:ext>
            </a:extLst>
          </p:cNvPr>
          <p:cNvSpPr/>
          <p:nvPr userDrawn="1"/>
        </p:nvSpPr>
        <p:spPr>
          <a:xfrm>
            <a:off x="11154271" y="6098381"/>
            <a:ext cx="821516" cy="539851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F14373BD-A7BD-09B2-8823-A2DF9B26E0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8319" y="6212953"/>
            <a:ext cx="584354" cy="30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445315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apositive de titre 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8BE461-D8E1-BA76-7A47-DCCA7D1A3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62757"/>
            <a:ext cx="9144000" cy="687624"/>
          </a:xfrm>
        </p:spPr>
        <p:txBody>
          <a:bodyPr anchor="b"/>
          <a:lstStyle>
            <a:lvl1pPr algn="ctr"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1B6F76B-A6CD-0D89-D99C-E5D2421F6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44940"/>
            <a:ext cx="9144000" cy="424732"/>
          </a:xfrm>
        </p:spPr>
        <p:txBody>
          <a:bodyPr>
            <a:spAutoFit/>
          </a:bodyPr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FR" dirty="0"/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859B5F7F-0F7D-50C9-FF7A-5D974E15BA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8283" y="313672"/>
            <a:ext cx="2441575" cy="258532"/>
          </a:xfrm>
        </p:spPr>
        <p:txBody>
          <a:bodyPr/>
          <a:lstStyle>
            <a:lvl1pPr algn="r">
              <a:defRPr sz="1200" b="0" cap="all" baseline="0">
                <a:solidFill>
                  <a:schemeClr val="bg1"/>
                </a:solidFill>
                <a:latin typeface="Montserrat" panose="02000505000000020004" pitchFamily="2" charset="0"/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7" name="Espace réservé du texte 10">
            <a:extLst>
              <a:ext uri="{FF2B5EF4-FFF2-40B4-BE49-F238E27FC236}">
                <a16:creationId xmlns:a16="http://schemas.microsoft.com/office/drawing/2014/main" id="{0C81F077-F46E-0A59-C6A6-FDB413CC66F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6510" y="6449498"/>
            <a:ext cx="9862661" cy="203133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AE16E6D-DB4E-95A0-561C-38AA7A793842}"/>
              </a:ext>
            </a:extLst>
          </p:cNvPr>
          <p:cNvSpPr/>
          <p:nvPr userDrawn="1"/>
        </p:nvSpPr>
        <p:spPr>
          <a:xfrm>
            <a:off x="231527" y="232995"/>
            <a:ext cx="11744260" cy="6405236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12" name="Espace réservé pour une image  12">
            <a:extLst>
              <a:ext uri="{FF2B5EF4-FFF2-40B4-BE49-F238E27FC236}">
                <a16:creationId xmlns:a16="http://schemas.microsoft.com/office/drawing/2014/main" id="{E4512FEE-5154-0630-F6BD-AD347798FFC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85413" y="78661"/>
            <a:ext cx="1079851" cy="258532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200"/>
            </a:lvl1pPr>
          </a:lstStyle>
          <a:p>
            <a:r>
              <a:rPr lang="fr-FR" dirty="0"/>
              <a:t>Logo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FBEF97-CCC1-3B23-6678-2D9B5E050BD9}"/>
              </a:ext>
            </a:extLst>
          </p:cNvPr>
          <p:cNvSpPr/>
          <p:nvPr userDrawn="1"/>
        </p:nvSpPr>
        <p:spPr>
          <a:xfrm>
            <a:off x="11154271" y="6098381"/>
            <a:ext cx="821516" cy="539851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AC34FFFD-F371-6EC6-3332-FF4DA94FD2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8319" y="6212953"/>
            <a:ext cx="584354" cy="30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89969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apositive de titr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pour une image  11">
            <a:extLst>
              <a:ext uri="{FF2B5EF4-FFF2-40B4-BE49-F238E27FC236}">
                <a16:creationId xmlns:a16="http://schemas.microsoft.com/office/drawing/2014/main" id="{C30C3B73-D532-1D0A-D58E-3A709ABE46F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5043685"/>
            <a:ext cx="12192000" cy="31393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08BE461-D8E1-BA76-7A47-DCCA7D1A3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84270" y="1634431"/>
            <a:ext cx="4054930" cy="1031436"/>
          </a:xfrm>
        </p:spPr>
        <p:txBody>
          <a:bodyPr anchor="b"/>
          <a:lstStyle>
            <a:lvl1pPr algn="l">
              <a:lnSpc>
                <a:spcPct val="80000"/>
              </a:lnSpc>
              <a:defRPr sz="38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1B6F76B-A6CD-0D89-D99C-E5D2421F6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84271" y="2652206"/>
            <a:ext cx="4054928" cy="313932"/>
          </a:xfrm>
        </p:spPr>
        <p:txBody>
          <a:bodyPr wrap="square">
            <a:spAutoFit/>
          </a:bodyPr>
          <a:lstStyle>
            <a:lvl1pPr marL="0" indent="0" algn="l">
              <a:buNone/>
              <a:defRPr sz="160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859B5F7F-0F7D-50C9-FF7A-5D974E15BA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8283" y="313672"/>
            <a:ext cx="2441575" cy="258532"/>
          </a:xfrm>
        </p:spPr>
        <p:txBody>
          <a:bodyPr/>
          <a:lstStyle>
            <a:lvl1pPr algn="r">
              <a:defRPr sz="1200" b="0" cap="all" baseline="0">
                <a:solidFill>
                  <a:schemeClr val="accent2"/>
                </a:solidFill>
                <a:latin typeface="Montserrat" panose="02000505000000020004" pitchFamily="2" charset="0"/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5" name="Espace réservé du texte 10">
            <a:extLst>
              <a:ext uri="{FF2B5EF4-FFF2-40B4-BE49-F238E27FC236}">
                <a16:creationId xmlns:a16="http://schemas.microsoft.com/office/drawing/2014/main" id="{1B40FFE0-19C0-144F-B55E-C2D06191706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562988" y="232996"/>
            <a:ext cx="7945296" cy="203133"/>
          </a:xfrm>
        </p:spPr>
        <p:txBody>
          <a:bodyPr/>
          <a:lstStyle>
            <a:lvl1pPr>
              <a:defRPr sz="800">
                <a:solidFill>
                  <a:schemeClr val="accent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pour une image  12">
            <a:extLst>
              <a:ext uri="{FF2B5EF4-FFF2-40B4-BE49-F238E27FC236}">
                <a16:creationId xmlns:a16="http://schemas.microsoft.com/office/drawing/2014/main" id="{BDBBEC7A-D785-6C15-28F9-8D80762E54A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85413" y="78661"/>
            <a:ext cx="1079851" cy="258532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200"/>
            </a:lvl1pPr>
          </a:lstStyle>
          <a:p>
            <a:r>
              <a:rPr lang="fr-FR" dirty="0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3341944912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apositive de titre B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pour une image  11">
            <a:extLst>
              <a:ext uri="{FF2B5EF4-FFF2-40B4-BE49-F238E27FC236}">
                <a16:creationId xmlns:a16="http://schemas.microsoft.com/office/drawing/2014/main" id="{C30C3B73-D532-1D0A-D58E-3A709ABE46F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5043685"/>
            <a:ext cx="12192000" cy="31393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08BE461-D8E1-BA76-7A47-DCCA7D1A3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84270" y="1634431"/>
            <a:ext cx="4054930" cy="1031436"/>
          </a:xfrm>
        </p:spPr>
        <p:txBody>
          <a:bodyPr anchor="b"/>
          <a:lstStyle>
            <a:lvl1pPr algn="l">
              <a:lnSpc>
                <a:spcPct val="80000"/>
              </a:lnSpc>
              <a:defRPr sz="38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1B6F76B-A6CD-0D89-D99C-E5D2421F6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84271" y="2652206"/>
            <a:ext cx="4054928" cy="313932"/>
          </a:xfrm>
        </p:spPr>
        <p:txBody>
          <a:bodyPr wrap="square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859B5F7F-0F7D-50C9-FF7A-5D974E15BA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8283" y="313672"/>
            <a:ext cx="2441575" cy="258532"/>
          </a:xfrm>
        </p:spPr>
        <p:txBody>
          <a:bodyPr/>
          <a:lstStyle>
            <a:lvl1pPr algn="r">
              <a:defRPr sz="1200" b="0" cap="all" baseline="0">
                <a:solidFill>
                  <a:schemeClr val="bg1"/>
                </a:solidFill>
                <a:latin typeface="Montserrat" panose="02000505000000020004" pitchFamily="2" charset="0"/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8" name="Espace réservé du texte 10">
            <a:extLst>
              <a:ext uri="{FF2B5EF4-FFF2-40B4-BE49-F238E27FC236}">
                <a16:creationId xmlns:a16="http://schemas.microsoft.com/office/drawing/2014/main" id="{87B81336-556D-97DC-F189-C88A51661A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562988" y="232996"/>
            <a:ext cx="7945296" cy="203133"/>
          </a:xfrm>
        </p:spPr>
        <p:txBody>
          <a:bodyPr/>
          <a:lstStyle>
            <a:lvl1pPr>
              <a:defRPr sz="800">
                <a:solidFill>
                  <a:schemeClr val="accent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Espace réservé pour une image  12">
            <a:extLst>
              <a:ext uri="{FF2B5EF4-FFF2-40B4-BE49-F238E27FC236}">
                <a16:creationId xmlns:a16="http://schemas.microsoft.com/office/drawing/2014/main" id="{4168C273-D228-B9B7-1DF2-D370CDC82D4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85413" y="78661"/>
            <a:ext cx="1079851" cy="258532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200"/>
            </a:lvl1pPr>
          </a:lstStyle>
          <a:p>
            <a:r>
              <a:rPr lang="fr-FR" dirty="0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236099748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apositive de titre C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pour une image  11">
            <a:extLst>
              <a:ext uri="{FF2B5EF4-FFF2-40B4-BE49-F238E27FC236}">
                <a16:creationId xmlns:a16="http://schemas.microsoft.com/office/drawing/2014/main" id="{C30C3B73-D532-1D0A-D58E-3A709ABE46F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5043685"/>
            <a:ext cx="12192000" cy="31393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08BE461-D8E1-BA76-7A47-DCCA7D1A3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84270" y="1634431"/>
            <a:ext cx="4054930" cy="1031436"/>
          </a:xfrm>
        </p:spPr>
        <p:txBody>
          <a:bodyPr anchor="b"/>
          <a:lstStyle>
            <a:lvl1pPr algn="l">
              <a:lnSpc>
                <a:spcPct val="80000"/>
              </a:lnSpc>
              <a:defRPr sz="38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1B6F76B-A6CD-0D89-D99C-E5D2421F6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84271" y="2652206"/>
            <a:ext cx="4054928" cy="313932"/>
          </a:xfrm>
        </p:spPr>
        <p:txBody>
          <a:bodyPr wrap="square">
            <a:spAutoFit/>
          </a:bodyPr>
          <a:lstStyle>
            <a:lvl1pPr marL="0" indent="0" algn="l">
              <a:buNone/>
              <a:defRPr sz="16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FR" dirty="0"/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859B5F7F-0F7D-50C9-FF7A-5D974E15BA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8283" y="313672"/>
            <a:ext cx="2441575" cy="258532"/>
          </a:xfrm>
        </p:spPr>
        <p:txBody>
          <a:bodyPr/>
          <a:lstStyle>
            <a:lvl1pPr algn="r">
              <a:defRPr sz="1200" b="0" cap="all" baseline="0">
                <a:solidFill>
                  <a:schemeClr val="bg1"/>
                </a:solidFill>
                <a:latin typeface="Montserrat" panose="02000505000000020004" pitchFamily="2" charset="0"/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8" name="Espace réservé du texte 10">
            <a:extLst>
              <a:ext uri="{FF2B5EF4-FFF2-40B4-BE49-F238E27FC236}">
                <a16:creationId xmlns:a16="http://schemas.microsoft.com/office/drawing/2014/main" id="{4067CBFA-4686-C86E-B802-DBFDE571CB5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562988" y="232997"/>
            <a:ext cx="7945296" cy="203133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Espace réservé pour une image  12">
            <a:extLst>
              <a:ext uri="{FF2B5EF4-FFF2-40B4-BE49-F238E27FC236}">
                <a16:creationId xmlns:a16="http://schemas.microsoft.com/office/drawing/2014/main" id="{A0FCAEA5-C4A0-7F86-EA37-DA0719B6FD0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85413" y="78661"/>
            <a:ext cx="1079851" cy="258532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200"/>
            </a:lvl1pPr>
          </a:lstStyle>
          <a:p>
            <a:r>
              <a:rPr lang="fr-FR" dirty="0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1668496956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apositive de titre 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pour une image  11">
            <a:extLst>
              <a:ext uri="{FF2B5EF4-FFF2-40B4-BE49-F238E27FC236}">
                <a16:creationId xmlns:a16="http://schemas.microsoft.com/office/drawing/2014/main" id="{C30C3B73-D532-1D0A-D58E-3A709ABE46F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5043685"/>
            <a:ext cx="12192000" cy="31393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08BE461-D8E1-BA76-7A47-DCCA7D1A3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84270" y="1634431"/>
            <a:ext cx="4054930" cy="1031436"/>
          </a:xfrm>
        </p:spPr>
        <p:txBody>
          <a:bodyPr anchor="b"/>
          <a:lstStyle>
            <a:lvl1pPr algn="l">
              <a:lnSpc>
                <a:spcPct val="80000"/>
              </a:lnSpc>
              <a:defRPr sz="38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1B6F76B-A6CD-0D89-D99C-E5D2421F6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84271" y="2652206"/>
            <a:ext cx="4054928" cy="313932"/>
          </a:xfrm>
        </p:spPr>
        <p:txBody>
          <a:bodyPr wrap="square">
            <a:spAutoFit/>
          </a:bodyPr>
          <a:lstStyle>
            <a:lvl1pPr marL="0" indent="0" algn="l">
              <a:buNone/>
              <a:defRPr sz="16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FR" dirty="0"/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859B5F7F-0F7D-50C9-FF7A-5D974E15BA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8283" y="313672"/>
            <a:ext cx="2441575" cy="258532"/>
          </a:xfrm>
        </p:spPr>
        <p:txBody>
          <a:bodyPr/>
          <a:lstStyle>
            <a:lvl1pPr algn="r">
              <a:defRPr sz="1200" b="0" cap="all" baseline="0">
                <a:solidFill>
                  <a:schemeClr val="bg1"/>
                </a:solidFill>
                <a:latin typeface="Montserrat" panose="02000505000000020004" pitchFamily="2" charset="0"/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8" name="Espace réservé du texte 10">
            <a:extLst>
              <a:ext uri="{FF2B5EF4-FFF2-40B4-BE49-F238E27FC236}">
                <a16:creationId xmlns:a16="http://schemas.microsoft.com/office/drawing/2014/main" id="{D61035EB-92B9-99FF-935D-50663AFD28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562988" y="232997"/>
            <a:ext cx="7945296" cy="203133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Espace réservé pour une image  12">
            <a:extLst>
              <a:ext uri="{FF2B5EF4-FFF2-40B4-BE49-F238E27FC236}">
                <a16:creationId xmlns:a16="http://schemas.microsoft.com/office/drawing/2014/main" id="{BD648FD8-525A-0679-119C-31B21A1DFDD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85413" y="78661"/>
            <a:ext cx="1079851" cy="258532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200"/>
            </a:lvl1pPr>
          </a:lstStyle>
          <a:p>
            <a:r>
              <a:rPr lang="fr-FR" dirty="0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1176317463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apositive de titre 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pour une image  11">
            <a:extLst>
              <a:ext uri="{FF2B5EF4-FFF2-40B4-BE49-F238E27FC236}">
                <a16:creationId xmlns:a16="http://schemas.microsoft.com/office/drawing/2014/main" id="{C30C3B73-D532-1D0A-D58E-3A709ABE46F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5043685"/>
            <a:ext cx="12192000" cy="31393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08BE461-D8E1-BA76-7A47-DCCA7D1A3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84270" y="1634431"/>
            <a:ext cx="4054930" cy="1031436"/>
          </a:xfrm>
        </p:spPr>
        <p:txBody>
          <a:bodyPr anchor="b"/>
          <a:lstStyle>
            <a:lvl1pPr algn="l">
              <a:lnSpc>
                <a:spcPct val="80000"/>
              </a:lnSpc>
              <a:defRPr sz="38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1B6F76B-A6CD-0D89-D99C-E5D2421F6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84271" y="2652206"/>
            <a:ext cx="4054928" cy="313932"/>
          </a:xfrm>
        </p:spPr>
        <p:txBody>
          <a:bodyPr wrap="square">
            <a:spAutoFit/>
          </a:bodyPr>
          <a:lstStyle>
            <a:lvl1pPr marL="0" indent="0" algn="l">
              <a:buNone/>
              <a:defRPr sz="16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FR" dirty="0"/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859B5F7F-0F7D-50C9-FF7A-5D974E15BA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8283" y="313672"/>
            <a:ext cx="2441575" cy="258532"/>
          </a:xfrm>
        </p:spPr>
        <p:txBody>
          <a:bodyPr/>
          <a:lstStyle>
            <a:lvl1pPr algn="r">
              <a:defRPr sz="1200" b="0" cap="all" baseline="0">
                <a:solidFill>
                  <a:schemeClr val="bg1"/>
                </a:solidFill>
                <a:latin typeface="Montserrat" panose="02000505000000020004" pitchFamily="2" charset="0"/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8" name="Espace réservé du texte 10">
            <a:extLst>
              <a:ext uri="{FF2B5EF4-FFF2-40B4-BE49-F238E27FC236}">
                <a16:creationId xmlns:a16="http://schemas.microsoft.com/office/drawing/2014/main" id="{4F4CFC89-EE68-2D62-BD21-ACF7451C08A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562988" y="232997"/>
            <a:ext cx="7945296" cy="203133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Espace réservé pour une image  12">
            <a:extLst>
              <a:ext uri="{FF2B5EF4-FFF2-40B4-BE49-F238E27FC236}">
                <a16:creationId xmlns:a16="http://schemas.microsoft.com/office/drawing/2014/main" id="{79E4AE83-CB79-3F74-94D5-A7C9CE81E98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85413" y="78661"/>
            <a:ext cx="1079851" cy="258532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200"/>
            </a:lvl1pPr>
          </a:lstStyle>
          <a:p>
            <a:r>
              <a:rPr lang="fr-FR" dirty="0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462079065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apositive de titre F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pour une image  11">
            <a:extLst>
              <a:ext uri="{FF2B5EF4-FFF2-40B4-BE49-F238E27FC236}">
                <a16:creationId xmlns:a16="http://schemas.microsoft.com/office/drawing/2014/main" id="{C30C3B73-D532-1D0A-D58E-3A709ABE46F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5043685"/>
            <a:ext cx="12192000" cy="31393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08BE461-D8E1-BA76-7A47-DCCA7D1A3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84270" y="1634431"/>
            <a:ext cx="4054930" cy="1031436"/>
          </a:xfrm>
        </p:spPr>
        <p:txBody>
          <a:bodyPr anchor="b"/>
          <a:lstStyle>
            <a:lvl1pPr algn="l">
              <a:lnSpc>
                <a:spcPct val="80000"/>
              </a:lnSpc>
              <a:defRPr sz="38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1B6F76B-A6CD-0D89-D99C-E5D2421F6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84271" y="2652206"/>
            <a:ext cx="4054928" cy="313932"/>
          </a:xfrm>
        </p:spPr>
        <p:txBody>
          <a:bodyPr wrap="square">
            <a:spAutoFit/>
          </a:bodyPr>
          <a:lstStyle>
            <a:lvl1pPr marL="0" indent="0" algn="l">
              <a:buNone/>
              <a:defRPr sz="16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FR" dirty="0"/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859B5F7F-0F7D-50C9-FF7A-5D974E15BA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8283" y="313672"/>
            <a:ext cx="2441575" cy="258532"/>
          </a:xfrm>
        </p:spPr>
        <p:txBody>
          <a:bodyPr/>
          <a:lstStyle>
            <a:lvl1pPr algn="r">
              <a:defRPr sz="1200" b="0" cap="all" baseline="0">
                <a:solidFill>
                  <a:schemeClr val="bg1"/>
                </a:solidFill>
                <a:latin typeface="Montserrat" panose="02000505000000020004" pitchFamily="2" charset="0"/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8" name="Espace réservé du texte 10">
            <a:extLst>
              <a:ext uri="{FF2B5EF4-FFF2-40B4-BE49-F238E27FC236}">
                <a16:creationId xmlns:a16="http://schemas.microsoft.com/office/drawing/2014/main" id="{7ADE3890-AA3F-406F-9206-CA8660138FE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562988" y="232997"/>
            <a:ext cx="7945296" cy="203133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Espace réservé pour une image  12">
            <a:extLst>
              <a:ext uri="{FF2B5EF4-FFF2-40B4-BE49-F238E27FC236}">
                <a16:creationId xmlns:a16="http://schemas.microsoft.com/office/drawing/2014/main" id="{11CB6AE0-2E96-A25F-93D2-4590525FB67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85413" y="78661"/>
            <a:ext cx="1079851" cy="258532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200"/>
            </a:lvl1pPr>
          </a:lstStyle>
          <a:p>
            <a:r>
              <a:rPr lang="fr-FR" dirty="0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709596758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apositive de titre 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pour une image  11">
            <a:extLst>
              <a:ext uri="{FF2B5EF4-FFF2-40B4-BE49-F238E27FC236}">
                <a16:creationId xmlns:a16="http://schemas.microsoft.com/office/drawing/2014/main" id="{C30C3B73-D532-1D0A-D58E-3A709ABE46F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5043685"/>
            <a:ext cx="12192000" cy="31393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08BE461-D8E1-BA76-7A47-DCCA7D1A3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84270" y="1634431"/>
            <a:ext cx="4054930" cy="1031436"/>
          </a:xfrm>
        </p:spPr>
        <p:txBody>
          <a:bodyPr anchor="b"/>
          <a:lstStyle>
            <a:lvl1pPr algn="l">
              <a:lnSpc>
                <a:spcPct val="80000"/>
              </a:lnSpc>
              <a:defRPr sz="38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1B6F76B-A6CD-0D89-D99C-E5D2421F6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84271" y="2652206"/>
            <a:ext cx="4054928" cy="313932"/>
          </a:xfrm>
        </p:spPr>
        <p:txBody>
          <a:bodyPr wrap="square">
            <a:spAutoFit/>
          </a:bodyPr>
          <a:lstStyle>
            <a:lvl1pPr marL="0" indent="0" algn="l">
              <a:buNone/>
              <a:defRPr sz="16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FR" dirty="0"/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859B5F7F-0F7D-50C9-FF7A-5D974E15BA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8283" y="313672"/>
            <a:ext cx="2441575" cy="258532"/>
          </a:xfrm>
        </p:spPr>
        <p:txBody>
          <a:bodyPr/>
          <a:lstStyle>
            <a:lvl1pPr algn="r">
              <a:defRPr sz="1200" b="0" cap="all" baseline="0">
                <a:solidFill>
                  <a:schemeClr val="bg1"/>
                </a:solidFill>
                <a:latin typeface="Montserrat" panose="02000505000000020004" pitchFamily="2" charset="0"/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8" name="Espace réservé du texte 10">
            <a:extLst>
              <a:ext uri="{FF2B5EF4-FFF2-40B4-BE49-F238E27FC236}">
                <a16:creationId xmlns:a16="http://schemas.microsoft.com/office/drawing/2014/main" id="{3C9B272A-CC0F-4800-73B3-CAA45F464E4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562988" y="232997"/>
            <a:ext cx="7945296" cy="203133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Espace réservé pour une image  12">
            <a:extLst>
              <a:ext uri="{FF2B5EF4-FFF2-40B4-BE49-F238E27FC236}">
                <a16:creationId xmlns:a16="http://schemas.microsoft.com/office/drawing/2014/main" id="{460B1779-5E93-75D4-9F85-158FAB3CB28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85413" y="78661"/>
            <a:ext cx="1079851" cy="258532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200"/>
            </a:lvl1pPr>
          </a:lstStyle>
          <a:p>
            <a:r>
              <a:rPr lang="fr-FR" dirty="0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3718994246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87D5C8-1478-352B-4C27-9C42DB1B5B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7545" y="2013513"/>
            <a:ext cx="1034361" cy="646331"/>
          </a:xfrm>
        </p:spPr>
        <p:txBody>
          <a:bodyPr/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fr-FR" dirty="0"/>
              <a:t>01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A8D3CBAC-9A86-397C-7661-91F70D16FC0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7546" y="224063"/>
            <a:ext cx="4306245" cy="701731"/>
          </a:xfrm>
        </p:spPr>
        <p:txBody>
          <a:bodyPr wrap="square">
            <a:spAutoFit/>
          </a:bodyPr>
          <a:lstStyle>
            <a:lvl1pPr>
              <a:defRPr sz="4400" b="1" cap="none" baseline="0">
                <a:solidFill>
                  <a:srgbClr val="0A0082"/>
                </a:solidFill>
                <a:latin typeface="+mj-lt"/>
              </a:defRPr>
            </a:lvl1pPr>
          </a:lstStyle>
          <a:p>
            <a:pPr lvl="0"/>
            <a:r>
              <a:rPr lang="fr-FR"/>
              <a:t>Sommaire </a:t>
            </a:r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E6FE08E3-AF0F-B328-7B4D-DA0DD8EAE0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96718" y="2191317"/>
            <a:ext cx="2650053" cy="290721"/>
          </a:xfrm>
        </p:spPr>
        <p:txBody>
          <a:bodyPr wrap="square" anchor="ctr" anchorCtr="0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1600" b="1" cap="all" baseline="0">
                <a:solidFill>
                  <a:srgbClr val="0A0082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Titre de partie</a:t>
            </a:r>
          </a:p>
        </p:txBody>
      </p:sp>
      <p:sp>
        <p:nvSpPr>
          <p:cNvPr id="16" name="Espace réservé du contenu 2">
            <a:extLst>
              <a:ext uri="{FF2B5EF4-FFF2-40B4-BE49-F238E27FC236}">
                <a16:creationId xmlns:a16="http://schemas.microsoft.com/office/drawing/2014/main" id="{AA6A9FF5-86D9-FD9D-1E04-B97CBB64EC4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7821" y="2784670"/>
            <a:ext cx="3028949" cy="286232"/>
          </a:xfrm>
        </p:spPr>
        <p:txBody>
          <a:bodyPr>
            <a:spAutoFit/>
          </a:bodyPr>
          <a:lstStyle>
            <a:lvl1pPr>
              <a:tabLst>
                <a:tab pos="360363" algn="l"/>
              </a:tabLst>
              <a:defRPr sz="1400" b="1"/>
            </a:lvl1pPr>
            <a:lvl2pPr marL="357188" indent="0">
              <a:spcBef>
                <a:spcPts val="500"/>
              </a:spcBef>
              <a:spcAft>
                <a:spcPts val="0"/>
              </a:spcAft>
              <a:tabLst>
                <a:tab pos="628650" algn="l"/>
              </a:tabLst>
              <a:defRPr sz="1200">
                <a:solidFill>
                  <a:srgbClr val="1D1E1C"/>
                </a:solidFill>
              </a:defRPr>
            </a:lvl2pPr>
          </a:lstStyle>
          <a:p>
            <a:pPr lvl="0"/>
            <a:r>
              <a:rPr lang="fr-FR" dirty="0"/>
              <a:t>1.1	Titre de sous partie</a:t>
            </a:r>
          </a:p>
        </p:txBody>
      </p:sp>
      <p:pic>
        <p:nvPicPr>
          <p:cNvPr id="6" name="Graphique 5">
            <a:extLst>
              <a:ext uri="{FF2B5EF4-FFF2-40B4-BE49-F238E27FC236}">
                <a16:creationId xmlns:a16="http://schemas.microsoft.com/office/drawing/2014/main" id="{2D1AAB9F-DB53-48C1-8A7E-D7F227818D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22960" y="829181"/>
            <a:ext cx="899879" cy="231050"/>
          </a:xfrm>
          <a:prstGeom prst="rect">
            <a:avLst/>
          </a:prstGeom>
        </p:spPr>
      </p:pic>
      <p:sp>
        <p:nvSpPr>
          <p:cNvPr id="8" name="Espace réservé du texte 9">
            <a:extLst>
              <a:ext uri="{FF2B5EF4-FFF2-40B4-BE49-F238E27FC236}">
                <a16:creationId xmlns:a16="http://schemas.microsoft.com/office/drawing/2014/main" id="{CCF9D692-1E41-4ED5-A52D-8DD870F2F15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54133" y="2191317"/>
            <a:ext cx="2650053" cy="290721"/>
          </a:xfrm>
        </p:spPr>
        <p:txBody>
          <a:bodyPr wrap="square" anchor="ctr" anchorCtr="0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1600" b="1" cap="all" baseline="0">
                <a:solidFill>
                  <a:srgbClr val="0A0082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Titre de partie</a:t>
            </a:r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231AB523-F69C-464B-A70C-BBACEC0F26D2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775236" y="2784670"/>
            <a:ext cx="3028949" cy="286232"/>
          </a:xfrm>
        </p:spPr>
        <p:txBody>
          <a:bodyPr>
            <a:spAutoFit/>
          </a:bodyPr>
          <a:lstStyle>
            <a:lvl1pPr>
              <a:tabLst>
                <a:tab pos="357188" algn="l"/>
              </a:tabLst>
              <a:defRPr sz="1400" b="1"/>
            </a:lvl1pPr>
            <a:lvl2pPr marL="357188" indent="0">
              <a:spcBef>
                <a:spcPts val="500"/>
              </a:spcBef>
              <a:spcAft>
                <a:spcPts val="0"/>
              </a:spcAft>
              <a:tabLst>
                <a:tab pos="628650" algn="l"/>
              </a:tabLst>
              <a:defRPr sz="1200">
                <a:solidFill>
                  <a:srgbClr val="1D1E1C"/>
                </a:solidFill>
              </a:defRPr>
            </a:lvl2pPr>
          </a:lstStyle>
          <a:p>
            <a:pPr lvl="0"/>
            <a:r>
              <a:rPr lang="fr-FR" dirty="0"/>
              <a:t>2.1	Titre de sous partie</a:t>
            </a:r>
          </a:p>
        </p:txBody>
      </p:sp>
      <p:sp>
        <p:nvSpPr>
          <p:cNvPr id="12" name="Espace réservé du texte 9">
            <a:extLst>
              <a:ext uri="{FF2B5EF4-FFF2-40B4-BE49-F238E27FC236}">
                <a16:creationId xmlns:a16="http://schemas.microsoft.com/office/drawing/2014/main" id="{A41648B1-6D26-43D9-9E38-963CE68F7DA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71489" y="2191317"/>
            <a:ext cx="2650053" cy="290721"/>
          </a:xfrm>
        </p:spPr>
        <p:txBody>
          <a:bodyPr wrap="square" anchor="ctr" anchorCtr="0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1600" b="1" cap="all" baseline="0">
                <a:solidFill>
                  <a:srgbClr val="0A0082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Titre de partie</a:t>
            </a:r>
          </a:p>
        </p:txBody>
      </p:sp>
      <p:sp>
        <p:nvSpPr>
          <p:cNvPr id="14" name="Espace réservé du contenu 2">
            <a:extLst>
              <a:ext uri="{FF2B5EF4-FFF2-40B4-BE49-F238E27FC236}">
                <a16:creationId xmlns:a16="http://schemas.microsoft.com/office/drawing/2014/main" id="{9B5F612F-28DE-4426-A9AD-5BBCF2B8CE2C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8592592" y="2784670"/>
            <a:ext cx="3028949" cy="286232"/>
          </a:xfrm>
        </p:spPr>
        <p:txBody>
          <a:bodyPr>
            <a:spAutoFit/>
          </a:bodyPr>
          <a:lstStyle>
            <a:lvl1pPr>
              <a:tabLst>
                <a:tab pos="357188" algn="l"/>
              </a:tabLst>
              <a:defRPr sz="1400" b="1"/>
            </a:lvl1pPr>
            <a:lvl2pPr marL="357188" indent="0">
              <a:spcBef>
                <a:spcPts val="500"/>
              </a:spcBef>
              <a:spcAft>
                <a:spcPts val="0"/>
              </a:spcAft>
              <a:tabLst>
                <a:tab pos="628650" algn="l"/>
              </a:tabLst>
              <a:defRPr sz="1200">
                <a:solidFill>
                  <a:srgbClr val="1D1E1C"/>
                </a:solidFill>
              </a:defRPr>
            </a:lvl2pPr>
          </a:lstStyle>
          <a:p>
            <a:pPr lvl="0"/>
            <a:r>
              <a:rPr lang="fr-FR" dirty="0"/>
              <a:t>3.1	Titre de sous partie</a:t>
            </a:r>
          </a:p>
        </p:txBody>
      </p:sp>
      <p:sp>
        <p:nvSpPr>
          <p:cNvPr id="26" name="Espace réservé du texte 25">
            <a:extLst>
              <a:ext uri="{FF2B5EF4-FFF2-40B4-BE49-F238E27FC236}">
                <a16:creationId xmlns:a16="http://schemas.microsoft.com/office/drawing/2014/main" id="{964A21E6-9417-4601-BE93-C77ACC1F1E3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74960" y="2013513"/>
            <a:ext cx="914400" cy="646331"/>
          </a:xfrm>
        </p:spPr>
        <p:txBody>
          <a:bodyPr vert="horz" wrap="square" lIns="0" tIns="45720" rIns="91440" bIns="45720" rtlCol="0" anchor="b" anchorCtr="0">
            <a:spAutoFit/>
          </a:bodyPr>
          <a:lstStyle>
            <a:lvl1pPr>
              <a:defRPr lang="fr-FR" sz="4000" b="1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defRPr lang="fr-FR" smtClean="0"/>
            </a:lvl2pPr>
            <a:lvl3pPr>
              <a:defRPr lang="fr-FR" smtClean="0"/>
            </a:lvl3pPr>
            <a:lvl4pPr>
              <a:defRPr lang="fr-FR" smtClean="0"/>
            </a:lvl4pPr>
            <a:lvl5pPr>
              <a:defRPr lang="fr-FR"/>
            </a:lvl5pPr>
          </a:lstStyle>
          <a:p>
            <a:pPr lvl="0">
              <a:spcBef>
                <a:spcPct val="0"/>
              </a:spcBef>
            </a:pPr>
            <a:r>
              <a:rPr lang="fr-FR" dirty="0"/>
              <a:t>02</a:t>
            </a:r>
          </a:p>
        </p:txBody>
      </p:sp>
      <p:sp>
        <p:nvSpPr>
          <p:cNvPr id="27" name="Espace réservé du texte 25">
            <a:extLst>
              <a:ext uri="{FF2B5EF4-FFF2-40B4-BE49-F238E27FC236}">
                <a16:creationId xmlns:a16="http://schemas.microsoft.com/office/drawing/2014/main" id="{CB8AA5AD-8044-4D5F-9DA5-EAD0E64B74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192316" y="2013511"/>
            <a:ext cx="914400" cy="646331"/>
          </a:xfrm>
        </p:spPr>
        <p:txBody>
          <a:bodyPr vert="horz" wrap="square" lIns="0" tIns="45720" rIns="91440" bIns="45720" rtlCol="0" anchor="b" anchorCtr="0">
            <a:spAutoFit/>
          </a:bodyPr>
          <a:lstStyle>
            <a:lvl1pPr>
              <a:defRPr lang="fr-FR" sz="4000" b="1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defRPr lang="fr-FR" smtClean="0"/>
            </a:lvl2pPr>
            <a:lvl3pPr>
              <a:defRPr lang="fr-FR" smtClean="0"/>
            </a:lvl3pPr>
            <a:lvl4pPr>
              <a:defRPr lang="fr-FR" smtClean="0"/>
            </a:lvl4pPr>
            <a:lvl5pPr>
              <a:defRPr lang="fr-FR"/>
            </a:lvl5pPr>
          </a:lstStyle>
          <a:p>
            <a:pPr lvl="0">
              <a:spcBef>
                <a:spcPct val="0"/>
              </a:spcBef>
            </a:pPr>
            <a:r>
              <a:rPr lang="fr-FR" dirty="0"/>
              <a:t>03</a:t>
            </a:r>
          </a:p>
        </p:txBody>
      </p:sp>
      <p:sp>
        <p:nvSpPr>
          <p:cNvPr id="29" name="Espace réservé du texte 9">
            <a:extLst>
              <a:ext uri="{FF2B5EF4-FFF2-40B4-BE49-F238E27FC236}">
                <a16:creationId xmlns:a16="http://schemas.microsoft.com/office/drawing/2014/main" id="{C9ED7EB8-E190-4CE8-A0FB-F1648DFF950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96718" y="4190991"/>
            <a:ext cx="2650053" cy="290721"/>
          </a:xfrm>
        </p:spPr>
        <p:txBody>
          <a:bodyPr wrap="square" anchor="ctr" anchorCtr="0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1600" b="1" cap="all" baseline="0">
                <a:solidFill>
                  <a:srgbClr val="0A0082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Titre de partie</a:t>
            </a:r>
          </a:p>
        </p:txBody>
      </p:sp>
      <p:sp>
        <p:nvSpPr>
          <p:cNvPr id="30" name="Espace réservé du contenu 2">
            <a:extLst>
              <a:ext uri="{FF2B5EF4-FFF2-40B4-BE49-F238E27FC236}">
                <a16:creationId xmlns:a16="http://schemas.microsoft.com/office/drawing/2014/main" id="{6F83F97B-F754-48F6-8957-9BD9CC2D1F0C}"/>
              </a:ext>
            </a:extLst>
          </p:cNvPr>
          <p:cNvSpPr>
            <a:spLocks noGrp="1"/>
          </p:cNvSpPr>
          <p:nvPr>
            <p:ph idx="28" hasCustomPrompt="1"/>
          </p:nvPr>
        </p:nvSpPr>
        <p:spPr>
          <a:xfrm>
            <a:off x="917821" y="4784344"/>
            <a:ext cx="3028949" cy="286232"/>
          </a:xfrm>
        </p:spPr>
        <p:txBody>
          <a:bodyPr>
            <a:spAutoFit/>
          </a:bodyPr>
          <a:lstStyle>
            <a:lvl1pPr>
              <a:tabLst>
                <a:tab pos="357188" algn="l"/>
              </a:tabLst>
              <a:defRPr sz="1400" b="1"/>
            </a:lvl1pPr>
            <a:lvl2pPr marL="357188" indent="0">
              <a:spcBef>
                <a:spcPts val="500"/>
              </a:spcBef>
              <a:spcAft>
                <a:spcPts val="0"/>
              </a:spcAft>
              <a:tabLst>
                <a:tab pos="628650" algn="l"/>
              </a:tabLst>
              <a:defRPr sz="1200">
                <a:solidFill>
                  <a:srgbClr val="1D1E1C"/>
                </a:solidFill>
              </a:defRPr>
            </a:lvl2pPr>
          </a:lstStyle>
          <a:p>
            <a:pPr lvl="0"/>
            <a:r>
              <a:rPr lang="fr-FR" dirty="0"/>
              <a:t>4.1	Titre de sous partie</a:t>
            </a:r>
          </a:p>
        </p:txBody>
      </p:sp>
      <p:sp>
        <p:nvSpPr>
          <p:cNvPr id="31" name="Espace réservé du texte 9">
            <a:extLst>
              <a:ext uri="{FF2B5EF4-FFF2-40B4-BE49-F238E27FC236}">
                <a16:creationId xmlns:a16="http://schemas.microsoft.com/office/drawing/2014/main" id="{6DF025B1-541E-485D-97B1-D31E3C2E120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154133" y="4190991"/>
            <a:ext cx="2650053" cy="290721"/>
          </a:xfrm>
        </p:spPr>
        <p:txBody>
          <a:bodyPr wrap="square" anchor="ctr" anchorCtr="0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1600" b="1" cap="all" baseline="0">
                <a:solidFill>
                  <a:srgbClr val="0A0082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Titre de partie</a:t>
            </a:r>
          </a:p>
        </p:txBody>
      </p:sp>
      <p:sp>
        <p:nvSpPr>
          <p:cNvPr id="32" name="Espace réservé du contenu 2">
            <a:extLst>
              <a:ext uri="{FF2B5EF4-FFF2-40B4-BE49-F238E27FC236}">
                <a16:creationId xmlns:a16="http://schemas.microsoft.com/office/drawing/2014/main" id="{3B15C169-6C8D-4DFA-8133-7B28395D1013}"/>
              </a:ext>
            </a:extLst>
          </p:cNvPr>
          <p:cNvSpPr>
            <a:spLocks noGrp="1"/>
          </p:cNvSpPr>
          <p:nvPr>
            <p:ph idx="30" hasCustomPrompt="1"/>
          </p:nvPr>
        </p:nvSpPr>
        <p:spPr>
          <a:xfrm>
            <a:off x="4775236" y="4784344"/>
            <a:ext cx="3028949" cy="286232"/>
          </a:xfrm>
        </p:spPr>
        <p:txBody>
          <a:bodyPr>
            <a:spAutoFit/>
          </a:bodyPr>
          <a:lstStyle>
            <a:lvl1pPr>
              <a:tabLst>
                <a:tab pos="357188" algn="l"/>
              </a:tabLst>
              <a:defRPr sz="1400" b="1"/>
            </a:lvl1pPr>
            <a:lvl2pPr marL="357188" indent="0">
              <a:spcBef>
                <a:spcPts val="500"/>
              </a:spcBef>
              <a:spcAft>
                <a:spcPts val="0"/>
              </a:spcAft>
              <a:tabLst>
                <a:tab pos="628650" algn="l"/>
              </a:tabLst>
              <a:defRPr sz="1200">
                <a:solidFill>
                  <a:srgbClr val="1D1E1C"/>
                </a:solidFill>
              </a:defRPr>
            </a:lvl2pPr>
          </a:lstStyle>
          <a:p>
            <a:pPr lvl="0"/>
            <a:r>
              <a:rPr lang="fr-FR" dirty="0"/>
              <a:t>5.1	Titre de sous partie</a:t>
            </a:r>
          </a:p>
        </p:txBody>
      </p:sp>
      <p:sp>
        <p:nvSpPr>
          <p:cNvPr id="33" name="Espace réservé du texte 9">
            <a:extLst>
              <a:ext uri="{FF2B5EF4-FFF2-40B4-BE49-F238E27FC236}">
                <a16:creationId xmlns:a16="http://schemas.microsoft.com/office/drawing/2014/main" id="{ACADA479-59C6-4D2D-B72F-5B4A8360654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971489" y="4190991"/>
            <a:ext cx="2650053" cy="290721"/>
          </a:xfrm>
        </p:spPr>
        <p:txBody>
          <a:bodyPr wrap="square" anchor="ctr" anchorCtr="0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1600" b="1" cap="all" baseline="0">
                <a:solidFill>
                  <a:srgbClr val="0A0082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Titre de partie</a:t>
            </a:r>
          </a:p>
        </p:txBody>
      </p:sp>
      <p:sp>
        <p:nvSpPr>
          <p:cNvPr id="34" name="Espace réservé du contenu 2">
            <a:extLst>
              <a:ext uri="{FF2B5EF4-FFF2-40B4-BE49-F238E27FC236}">
                <a16:creationId xmlns:a16="http://schemas.microsoft.com/office/drawing/2014/main" id="{AA6047A0-9890-4514-9265-CEB441795486}"/>
              </a:ext>
            </a:extLst>
          </p:cNvPr>
          <p:cNvSpPr>
            <a:spLocks noGrp="1"/>
          </p:cNvSpPr>
          <p:nvPr>
            <p:ph idx="32" hasCustomPrompt="1"/>
          </p:nvPr>
        </p:nvSpPr>
        <p:spPr>
          <a:xfrm>
            <a:off x="8592592" y="4784344"/>
            <a:ext cx="3028949" cy="286232"/>
          </a:xfrm>
        </p:spPr>
        <p:txBody>
          <a:bodyPr>
            <a:spAutoFit/>
          </a:bodyPr>
          <a:lstStyle>
            <a:lvl1pPr>
              <a:tabLst>
                <a:tab pos="357188" algn="l"/>
              </a:tabLst>
              <a:defRPr sz="1400" b="1"/>
            </a:lvl1pPr>
            <a:lvl2pPr marL="357188" indent="0">
              <a:spcBef>
                <a:spcPts val="500"/>
              </a:spcBef>
              <a:spcAft>
                <a:spcPts val="0"/>
              </a:spcAft>
              <a:tabLst>
                <a:tab pos="628650" algn="l"/>
              </a:tabLst>
              <a:defRPr sz="1200">
                <a:solidFill>
                  <a:srgbClr val="1D1E1C"/>
                </a:solidFill>
              </a:defRPr>
            </a:lvl2pPr>
          </a:lstStyle>
          <a:p>
            <a:pPr lvl="0"/>
            <a:r>
              <a:rPr lang="fr-FR" dirty="0"/>
              <a:t>6.1	Titre de sous partie</a:t>
            </a:r>
          </a:p>
        </p:txBody>
      </p:sp>
      <p:sp>
        <p:nvSpPr>
          <p:cNvPr id="35" name="Espace réservé du texte 25">
            <a:extLst>
              <a:ext uri="{FF2B5EF4-FFF2-40B4-BE49-F238E27FC236}">
                <a16:creationId xmlns:a16="http://schemas.microsoft.com/office/drawing/2014/main" id="{BCE54669-A164-4681-9C80-AB6BEBEAEC1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374960" y="4013187"/>
            <a:ext cx="914400" cy="646331"/>
          </a:xfrm>
        </p:spPr>
        <p:txBody>
          <a:bodyPr vert="horz" wrap="square" lIns="0" tIns="45720" rIns="91440" bIns="45720" rtlCol="0" anchor="b" anchorCtr="0">
            <a:spAutoFit/>
          </a:bodyPr>
          <a:lstStyle>
            <a:lvl1pPr>
              <a:defRPr lang="fr-FR" sz="4000" b="1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defRPr lang="fr-FR" smtClean="0"/>
            </a:lvl2pPr>
            <a:lvl3pPr>
              <a:defRPr lang="fr-FR" smtClean="0"/>
            </a:lvl3pPr>
            <a:lvl4pPr>
              <a:defRPr lang="fr-FR" smtClean="0"/>
            </a:lvl4pPr>
            <a:lvl5pPr>
              <a:defRPr lang="fr-FR"/>
            </a:lvl5pPr>
          </a:lstStyle>
          <a:p>
            <a:pPr lvl="0">
              <a:spcBef>
                <a:spcPct val="0"/>
              </a:spcBef>
            </a:pPr>
            <a:r>
              <a:rPr lang="fr-FR" dirty="0"/>
              <a:t>05</a:t>
            </a:r>
          </a:p>
        </p:txBody>
      </p:sp>
      <p:sp>
        <p:nvSpPr>
          <p:cNvPr id="36" name="Espace réservé du texte 25">
            <a:extLst>
              <a:ext uri="{FF2B5EF4-FFF2-40B4-BE49-F238E27FC236}">
                <a16:creationId xmlns:a16="http://schemas.microsoft.com/office/drawing/2014/main" id="{0175F1AD-311A-44D4-9897-D9FBA6B2C1D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92316" y="4013185"/>
            <a:ext cx="914400" cy="646331"/>
          </a:xfrm>
        </p:spPr>
        <p:txBody>
          <a:bodyPr vert="horz" wrap="square" lIns="0" tIns="45720" rIns="91440" bIns="45720" rtlCol="0" anchor="b" anchorCtr="0">
            <a:spAutoFit/>
          </a:bodyPr>
          <a:lstStyle>
            <a:lvl1pPr>
              <a:defRPr lang="fr-FR" sz="4000" b="1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defRPr lang="fr-FR" smtClean="0"/>
            </a:lvl2pPr>
            <a:lvl3pPr>
              <a:defRPr lang="fr-FR" smtClean="0"/>
            </a:lvl3pPr>
            <a:lvl4pPr>
              <a:defRPr lang="fr-FR" smtClean="0"/>
            </a:lvl4pPr>
            <a:lvl5pPr>
              <a:defRPr lang="fr-FR"/>
            </a:lvl5pPr>
          </a:lstStyle>
          <a:p>
            <a:pPr lvl="0">
              <a:spcBef>
                <a:spcPct val="0"/>
              </a:spcBef>
            </a:pPr>
            <a:r>
              <a:rPr lang="fr-FR" dirty="0"/>
              <a:t>06</a:t>
            </a:r>
          </a:p>
        </p:txBody>
      </p:sp>
      <p:sp>
        <p:nvSpPr>
          <p:cNvPr id="37" name="Espace réservé du texte 25">
            <a:extLst>
              <a:ext uri="{FF2B5EF4-FFF2-40B4-BE49-F238E27FC236}">
                <a16:creationId xmlns:a16="http://schemas.microsoft.com/office/drawing/2014/main" id="{0AF1AE96-B1CB-43E0-877B-B8507B6F978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7545" y="3986697"/>
            <a:ext cx="914400" cy="646331"/>
          </a:xfrm>
        </p:spPr>
        <p:txBody>
          <a:bodyPr vert="horz" wrap="square" lIns="0" tIns="45720" rIns="91440" bIns="45720" rtlCol="0" anchor="b" anchorCtr="0">
            <a:spAutoFit/>
          </a:bodyPr>
          <a:lstStyle>
            <a:lvl1pPr>
              <a:defRPr lang="fr-FR" sz="4000" b="1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defRPr lang="fr-FR" smtClean="0"/>
            </a:lvl2pPr>
            <a:lvl3pPr>
              <a:defRPr lang="fr-FR" smtClean="0"/>
            </a:lvl3pPr>
            <a:lvl4pPr>
              <a:defRPr lang="fr-FR" smtClean="0"/>
            </a:lvl4pPr>
            <a:lvl5pPr>
              <a:defRPr lang="fr-FR"/>
            </a:lvl5pPr>
          </a:lstStyle>
          <a:p>
            <a:pPr lvl="0">
              <a:spcBef>
                <a:spcPct val="0"/>
              </a:spcBef>
            </a:pPr>
            <a:r>
              <a:rPr lang="fr-FR" dirty="0"/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40459000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mmaire ble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A8D3CBAC-9A86-397C-7661-91F70D16FC0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7546" y="224063"/>
            <a:ext cx="4306245" cy="701731"/>
          </a:xfrm>
        </p:spPr>
        <p:txBody>
          <a:bodyPr wrap="square">
            <a:spAutoFit/>
          </a:bodyPr>
          <a:lstStyle>
            <a:lvl1pPr>
              <a:defRPr sz="4400" b="1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Sommaire 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E443C1E0-E325-B79E-C7E1-8435522392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7545" y="2013513"/>
            <a:ext cx="1034361" cy="646331"/>
          </a:xfrm>
        </p:spPr>
        <p:txBody>
          <a:bodyPr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fr-FR"/>
              <a:t>00</a:t>
            </a:r>
          </a:p>
        </p:txBody>
      </p:sp>
      <p:sp>
        <p:nvSpPr>
          <p:cNvPr id="4" name="Espace réservé du texte 9">
            <a:extLst>
              <a:ext uri="{FF2B5EF4-FFF2-40B4-BE49-F238E27FC236}">
                <a16:creationId xmlns:a16="http://schemas.microsoft.com/office/drawing/2014/main" id="{6B74FE71-6092-859F-6546-5C53487020F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96718" y="2191317"/>
            <a:ext cx="2650053" cy="290721"/>
          </a:xfrm>
        </p:spPr>
        <p:txBody>
          <a:bodyPr wrap="square" anchor="ctr" anchorCtr="0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16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Titre de partie</a:t>
            </a:r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8BDB2583-88C0-2DAB-A445-5BFFCE60F3E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7821" y="2784670"/>
            <a:ext cx="3028949" cy="286232"/>
          </a:xfrm>
        </p:spPr>
        <p:txBody>
          <a:bodyPr>
            <a:spAutoFit/>
          </a:bodyPr>
          <a:lstStyle>
            <a:lvl1pPr>
              <a:tabLst>
                <a:tab pos="357188" algn="l"/>
              </a:tabLst>
              <a:defRPr sz="1400" b="1">
                <a:solidFill>
                  <a:schemeClr val="bg1"/>
                </a:solidFill>
              </a:defRPr>
            </a:lvl1pPr>
            <a:lvl2pPr marL="357188" indent="0">
              <a:spcBef>
                <a:spcPts val="500"/>
              </a:spcBef>
              <a:spcAft>
                <a:spcPts val="0"/>
              </a:spcAft>
              <a:tabLst>
                <a:tab pos="628650" algn="l"/>
              </a:tabLst>
              <a:defRPr sz="1200">
                <a:solidFill>
                  <a:srgbClr val="1D1E1C"/>
                </a:solidFill>
              </a:defRPr>
            </a:lvl2pPr>
          </a:lstStyle>
          <a:p>
            <a:pPr lvl="0"/>
            <a:r>
              <a:rPr lang="fr-FR" dirty="0"/>
              <a:t>1.1	Titre de sous partie</a:t>
            </a:r>
          </a:p>
        </p:txBody>
      </p:sp>
      <p:pic>
        <p:nvPicPr>
          <p:cNvPr id="6" name="Graphique 5">
            <a:extLst>
              <a:ext uri="{FF2B5EF4-FFF2-40B4-BE49-F238E27FC236}">
                <a16:creationId xmlns:a16="http://schemas.microsoft.com/office/drawing/2014/main" id="{C99ED21E-4616-4163-8E7C-48FCDEFA4C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22960" y="829181"/>
            <a:ext cx="899879" cy="231050"/>
          </a:xfrm>
          <a:prstGeom prst="rect">
            <a:avLst/>
          </a:prstGeom>
        </p:spPr>
      </p:pic>
      <p:sp>
        <p:nvSpPr>
          <p:cNvPr id="7" name="Espace réservé du texte 9">
            <a:extLst>
              <a:ext uri="{FF2B5EF4-FFF2-40B4-BE49-F238E27FC236}">
                <a16:creationId xmlns:a16="http://schemas.microsoft.com/office/drawing/2014/main" id="{AE32C68D-CE7D-46F2-B09A-B813DF31E91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54133" y="2191317"/>
            <a:ext cx="2650053" cy="290721"/>
          </a:xfrm>
        </p:spPr>
        <p:txBody>
          <a:bodyPr wrap="square" anchor="ctr" anchorCtr="0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16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Titre de partie</a:t>
            </a:r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657547BC-B99B-4A56-8F6A-520FD5F21D93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775236" y="2784670"/>
            <a:ext cx="3028949" cy="286232"/>
          </a:xfrm>
        </p:spPr>
        <p:txBody>
          <a:bodyPr>
            <a:spAutoFit/>
          </a:bodyPr>
          <a:lstStyle>
            <a:lvl1pPr>
              <a:tabLst>
                <a:tab pos="357188" algn="l"/>
              </a:tabLst>
              <a:defRPr sz="1400" b="1">
                <a:solidFill>
                  <a:schemeClr val="bg1"/>
                </a:solidFill>
              </a:defRPr>
            </a:lvl1pPr>
            <a:lvl2pPr marL="357188" indent="0">
              <a:spcBef>
                <a:spcPts val="500"/>
              </a:spcBef>
              <a:spcAft>
                <a:spcPts val="0"/>
              </a:spcAft>
              <a:tabLst>
                <a:tab pos="628650" algn="l"/>
              </a:tabLst>
              <a:defRPr sz="1200">
                <a:solidFill>
                  <a:srgbClr val="1D1E1C"/>
                </a:solidFill>
              </a:defRPr>
            </a:lvl2pPr>
          </a:lstStyle>
          <a:p>
            <a:pPr lvl="0"/>
            <a:r>
              <a:rPr lang="fr-FR" dirty="0"/>
              <a:t>2.2	Titre de sous partie</a:t>
            </a:r>
          </a:p>
        </p:txBody>
      </p:sp>
      <p:sp>
        <p:nvSpPr>
          <p:cNvPr id="9" name="Espace réservé du texte 9">
            <a:extLst>
              <a:ext uri="{FF2B5EF4-FFF2-40B4-BE49-F238E27FC236}">
                <a16:creationId xmlns:a16="http://schemas.microsoft.com/office/drawing/2014/main" id="{1E6CEF51-A0A0-4D13-AF46-C46D49BEAB8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71489" y="2191317"/>
            <a:ext cx="2650053" cy="290721"/>
          </a:xfrm>
        </p:spPr>
        <p:txBody>
          <a:bodyPr wrap="square" anchor="ctr" anchorCtr="0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16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Titre de partie</a:t>
            </a:r>
          </a:p>
        </p:txBody>
      </p:sp>
      <p:sp>
        <p:nvSpPr>
          <p:cNvPr id="11" name="Espace réservé du contenu 2">
            <a:extLst>
              <a:ext uri="{FF2B5EF4-FFF2-40B4-BE49-F238E27FC236}">
                <a16:creationId xmlns:a16="http://schemas.microsoft.com/office/drawing/2014/main" id="{2BD18076-FA61-43FF-A5A8-EDB2BDD8B18C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8592592" y="2784670"/>
            <a:ext cx="3028949" cy="286232"/>
          </a:xfrm>
        </p:spPr>
        <p:txBody>
          <a:bodyPr>
            <a:spAutoFit/>
          </a:bodyPr>
          <a:lstStyle>
            <a:lvl1pPr>
              <a:tabLst>
                <a:tab pos="357188" algn="l"/>
              </a:tabLst>
              <a:defRPr sz="1400" b="1">
                <a:solidFill>
                  <a:schemeClr val="bg1"/>
                </a:solidFill>
              </a:defRPr>
            </a:lvl1pPr>
            <a:lvl2pPr marL="357188" indent="0">
              <a:spcBef>
                <a:spcPts val="500"/>
              </a:spcBef>
              <a:spcAft>
                <a:spcPts val="0"/>
              </a:spcAft>
              <a:tabLst>
                <a:tab pos="628650" algn="l"/>
              </a:tabLst>
              <a:defRPr sz="1200">
                <a:solidFill>
                  <a:srgbClr val="1D1E1C"/>
                </a:solidFill>
              </a:defRPr>
            </a:lvl2pPr>
          </a:lstStyle>
          <a:p>
            <a:pPr lvl="0"/>
            <a:r>
              <a:rPr lang="fr-FR" dirty="0"/>
              <a:t>3.1	Titre de sous partie</a:t>
            </a:r>
          </a:p>
        </p:txBody>
      </p:sp>
      <p:sp>
        <p:nvSpPr>
          <p:cNvPr id="12" name="Espace réservé du texte 25">
            <a:extLst>
              <a:ext uri="{FF2B5EF4-FFF2-40B4-BE49-F238E27FC236}">
                <a16:creationId xmlns:a16="http://schemas.microsoft.com/office/drawing/2014/main" id="{07DA721D-0727-4B84-ABAF-EB0B160F186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74960" y="2013513"/>
            <a:ext cx="914400" cy="646331"/>
          </a:xfrm>
        </p:spPr>
        <p:txBody>
          <a:bodyPr vert="horz" wrap="square" lIns="0" tIns="45720" rIns="91440" bIns="45720" rtlCol="0" anchor="b" anchorCtr="0">
            <a:spAutoFit/>
          </a:bodyPr>
          <a:lstStyle>
            <a:lvl1pPr>
              <a:defRPr lang="fr-FR" sz="4000" b="1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 lang="fr-FR" smtClean="0"/>
            </a:lvl2pPr>
            <a:lvl3pPr>
              <a:defRPr lang="fr-FR" smtClean="0"/>
            </a:lvl3pPr>
            <a:lvl4pPr>
              <a:defRPr lang="fr-FR" smtClean="0"/>
            </a:lvl4pPr>
            <a:lvl5pPr>
              <a:defRPr lang="fr-FR"/>
            </a:lvl5pPr>
          </a:lstStyle>
          <a:p>
            <a:pPr lvl="0">
              <a:spcBef>
                <a:spcPct val="0"/>
              </a:spcBef>
            </a:pPr>
            <a:r>
              <a:rPr lang="fr-FR" dirty="0"/>
              <a:t>02</a:t>
            </a:r>
          </a:p>
        </p:txBody>
      </p:sp>
      <p:sp>
        <p:nvSpPr>
          <p:cNvPr id="13" name="Espace réservé du texte 25">
            <a:extLst>
              <a:ext uri="{FF2B5EF4-FFF2-40B4-BE49-F238E27FC236}">
                <a16:creationId xmlns:a16="http://schemas.microsoft.com/office/drawing/2014/main" id="{A882F387-6D6D-4C05-A231-63EF7A2576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192316" y="2013511"/>
            <a:ext cx="914400" cy="646331"/>
          </a:xfrm>
        </p:spPr>
        <p:txBody>
          <a:bodyPr vert="horz" wrap="square" lIns="0" tIns="45720" rIns="91440" bIns="45720" rtlCol="0" anchor="b" anchorCtr="0">
            <a:spAutoFit/>
          </a:bodyPr>
          <a:lstStyle>
            <a:lvl1pPr>
              <a:defRPr lang="fr-FR" sz="4000" b="1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 lang="fr-FR" smtClean="0"/>
            </a:lvl2pPr>
            <a:lvl3pPr>
              <a:defRPr lang="fr-FR" smtClean="0"/>
            </a:lvl3pPr>
            <a:lvl4pPr>
              <a:defRPr lang="fr-FR" smtClean="0"/>
            </a:lvl4pPr>
            <a:lvl5pPr>
              <a:defRPr lang="fr-FR"/>
            </a:lvl5pPr>
          </a:lstStyle>
          <a:p>
            <a:pPr lvl="0">
              <a:spcBef>
                <a:spcPct val="0"/>
              </a:spcBef>
            </a:pPr>
            <a:r>
              <a:rPr lang="fr-FR" dirty="0"/>
              <a:t>03</a:t>
            </a:r>
          </a:p>
        </p:txBody>
      </p:sp>
      <p:sp>
        <p:nvSpPr>
          <p:cNvPr id="14" name="Espace réservé du texte 9">
            <a:extLst>
              <a:ext uri="{FF2B5EF4-FFF2-40B4-BE49-F238E27FC236}">
                <a16:creationId xmlns:a16="http://schemas.microsoft.com/office/drawing/2014/main" id="{9D8441CD-7DBD-4D7B-9EFE-00217DC5242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96718" y="4190991"/>
            <a:ext cx="2650053" cy="290721"/>
          </a:xfrm>
        </p:spPr>
        <p:txBody>
          <a:bodyPr wrap="square" anchor="ctr" anchorCtr="0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16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Titre de partie</a:t>
            </a:r>
          </a:p>
        </p:txBody>
      </p:sp>
      <p:sp>
        <p:nvSpPr>
          <p:cNvPr id="15" name="Espace réservé du contenu 2">
            <a:extLst>
              <a:ext uri="{FF2B5EF4-FFF2-40B4-BE49-F238E27FC236}">
                <a16:creationId xmlns:a16="http://schemas.microsoft.com/office/drawing/2014/main" id="{900E7889-75F9-492A-989B-70848DDB24C9}"/>
              </a:ext>
            </a:extLst>
          </p:cNvPr>
          <p:cNvSpPr>
            <a:spLocks noGrp="1"/>
          </p:cNvSpPr>
          <p:nvPr>
            <p:ph idx="28" hasCustomPrompt="1"/>
          </p:nvPr>
        </p:nvSpPr>
        <p:spPr>
          <a:xfrm>
            <a:off x="917821" y="4784344"/>
            <a:ext cx="3028949" cy="286232"/>
          </a:xfrm>
        </p:spPr>
        <p:txBody>
          <a:bodyPr>
            <a:spAutoFit/>
          </a:bodyPr>
          <a:lstStyle>
            <a:lvl1pPr>
              <a:tabLst>
                <a:tab pos="357188" algn="l"/>
              </a:tabLst>
              <a:defRPr sz="1400" b="1">
                <a:solidFill>
                  <a:schemeClr val="bg1"/>
                </a:solidFill>
              </a:defRPr>
            </a:lvl1pPr>
            <a:lvl2pPr marL="357188" indent="0">
              <a:spcBef>
                <a:spcPts val="500"/>
              </a:spcBef>
              <a:spcAft>
                <a:spcPts val="0"/>
              </a:spcAft>
              <a:tabLst>
                <a:tab pos="628650" algn="l"/>
              </a:tabLst>
              <a:defRPr sz="1200">
                <a:solidFill>
                  <a:srgbClr val="1D1E1C"/>
                </a:solidFill>
              </a:defRPr>
            </a:lvl2pPr>
          </a:lstStyle>
          <a:p>
            <a:pPr lvl="0"/>
            <a:r>
              <a:rPr lang="fr-FR" dirty="0"/>
              <a:t>4.4	Titre de sous partie</a:t>
            </a:r>
          </a:p>
        </p:txBody>
      </p:sp>
      <p:sp>
        <p:nvSpPr>
          <p:cNvPr id="16" name="Espace réservé du texte 9">
            <a:extLst>
              <a:ext uri="{FF2B5EF4-FFF2-40B4-BE49-F238E27FC236}">
                <a16:creationId xmlns:a16="http://schemas.microsoft.com/office/drawing/2014/main" id="{2B6EA5CC-68C5-4E52-8293-E54D2066CAE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154133" y="4190991"/>
            <a:ext cx="2650053" cy="290721"/>
          </a:xfrm>
        </p:spPr>
        <p:txBody>
          <a:bodyPr wrap="square" anchor="ctr" anchorCtr="0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16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Titre de partie</a:t>
            </a:r>
          </a:p>
        </p:txBody>
      </p:sp>
      <p:sp>
        <p:nvSpPr>
          <p:cNvPr id="17" name="Espace réservé du contenu 2">
            <a:extLst>
              <a:ext uri="{FF2B5EF4-FFF2-40B4-BE49-F238E27FC236}">
                <a16:creationId xmlns:a16="http://schemas.microsoft.com/office/drawing/2014/main" id="{90B66DCF-02F3-4C4B-B478-AA6D73AB90E5}"/>
              </a:ext>
            </a:extLst>
          </p:cNvPr>
          <p:cNvSpPr>
            <a:spLocks noGrp="1"/>
          </p:cNvSpPr>
          <p:nvPr>
            <p:ph idx="30" hasCustomPrompt="1"/>
          </p:nvPr>
        </p:nvSpPr>
        <p:spPr>
          <a:xfrm>
            <a:off x="4775236" y="4784344"/>
            <a:ext cx="3028949" cy="286232"/>
          </a:xfrm>
        </p:spPr>
        <p:txBody>
          <a:bodyPr>
            <a:spAutoFit/>
          </a:bodyPr>
          <a:lstStyle>
            <a:lvl1pPr>
              <a:tabLst>
                <a:tab pos="357188" algn="l"/>
              </a:tabLst>
              <a:defRPr sz="1400" b="1">
                <a:solidFill>
                  <a:schemeClr val="bg1"/>
                </a:solidFill>
              </a:defRPr>
            </a:lvl1pPr>
            <a:lvl2pPr marL="357188" indent="0">
              <a:spcBef>
                <a:spcPts val="500"/>
              </a:spcBef>
              <a:spcAft>
                <a:spcPts val="0"/>
              </a:spcAft>
              <a:tabLst>
                <a:tab pos="628650" algn="l"/>
              </a:tabLst>
              <a:defRPr sz="1200">
                <a:solidFill>
                  <a:srgbClr val="1D1E1C"/>
                </a:solidFill>
              </a:defRPr>
            </a:lvl2pPr>
          </a:lstStyle>
          <a:p>
            <a:pPr lvl="0"/>
            <a:r>
              <a:rPr lang="fr-FR" dirty="0"/>
              <a:t>5.1	Titre de sous partie</a:t>
            </a:r>
          </a:p>
        </p:txBody>
      </p:sp>
      <p:sp>
        <p:nvSpPr>
          <p:cNvPr id="18" name="Espace réservé du texte 9">
            <a:extLst>
              <a:ext uri="{FF2B5EF4-FFF2-40B4-BE49-F238E27FC236}">
                <a16:creationId xmlns:a16="http://schemas.microsoft.com/office/drawing/2014/main" id="{EADC3687-661F-407D-8E57-11534AAD867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971489" y="4190991"/>
            <a:ext cx="2650053" cy="290721"/>
          </a:xfrm>
        </p:spPr>
        <p:txBody>
          <a:bodyPr wrap="square" anchor="ctr" anchorCtr="0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16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Titre de partie</a:t>
            </a:r>
          </a:p>
        </p:txBody>
      </p:sp>
      <p:sp>
        <p:nvSpPr>
          <p:cNvPr id="19" name="Espace réservé du contenu 2">
            <a:extLst>
              <a:ext uri="{FF2B5EF4-FFF2-40B4-BE49-F238E27FC236}">
                <a16:creationId xmlns:a16="http://schemas.microsoft.com/office/drawing/2014/main" id="{72F1D19C-EC14-4866-8E9C-CC9E4888BB99}"/>
              </a:ext>
            </a:extLst>
          </p:cNvPr>
          <p:cNvSpPr>
            <a:spLocks noGrp="1"/>
          </p:cNvSpPr>
          <p:nvPr>
            <p:ph idx="32" hasCustomPrompt="1"/>
          </p:nvPr>
        </p:nvSpPr>
        <p:spPr>
          <a:xfrm>
            <a:off x="8592592" y="4784344"/>
            <a:ext cx="3028949" cy="286232"/>
          </a:xfrm>
        </p:spPr>
        <p:txBody>
          <a:bodyPr>
            <a:spAutoFit/>
          </a:bodyPr>
          <a:lstStyle>
            <a:lvl1pPr>
              <a:tabLst>
                <a:tab pos="357188" algn="l"/>
              </a:tabLst>
              <a:defRPr sz="1400" b="1">
                <a:solidFill>
                  <a:schemeClr val="bg1"/>
                </a:solidFill>
              </a:defRPr>
            </a:lvl1pPr>
            <a:lvl2pPr marL="357188" indent="0">
              <a:spcBef>
                <a:spcPts val="500"/>
              </a:spcBef>
              <a:spcAft>
                <a:spcPts val="0"/>
              </a:spcAft>
              <a:tabLst>
                <a:tab pos="628650" algn="l"/>
              </a:tabLst>
              <a:defRPr sz="1200">
                <a:solidFill>
                  <a:srgbClr val="1D1E1C"/>
                </a:solidFill>
              </a:defRPr>
            </a:lvl2pPr>
          </a:lstStyle>
          <a:p>
            <a:pPr lvl="0"/>
            <a:r>
              <a:rPr lang="fr-FR" dirty="0"/>
              <a:t>6.1	Titre de sous partie</a:t>
            </a:r>
          </a:p>
        </p:txBody>
      </p:sp>
      <p:sp>
        <p:nvSpPr>
          <p:cNvPr id="20" name="Espace réservé du texte 25">
            <a:extLst>
              <a:ext uri="{FF2B5EF4-FFF2-40B4-BE49-F238E27FC236}">
                <a16:creationId xmlns:a16="http://schemas.microsoft.com/office/drawing/2014/main" id="{27AE83A2-3EEC-461E-879D-C6571B8A058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374960" y="4013187"/>
            <a:ext cx="914400" cy="646331"/>
          </a:xfrm>
        </p:spPr>
        <p:txBody>
          <a:bodyPr vert="horz" wrap="square" lIns="0" tIns="45720" rIns="91440" bIns="45720" rtlCol="0" anchor="b" anchorCtr="0">
            <a:spAutoFit/>
          </a:bodyPr>
          <a:lstStyle>
            <a:lvl1pPr>
              <a:defRPr lang="fr-FR" sz="4000" b="1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 lang="fr-FR" smtClean="0"/>
            </a:lvl2pPr>
            <a:lvl3pPr>
              <a:defRPr lang="fr-FR" smtClean="0"/>
            </a:lvl3pPr>
            <a:lvl4pPr>
              <a:defRPr lang="fr-FR" smtClean="0"/>
            </a:lvl4pPr>
            <a:lvl5pPr>
              <a:defRPr lang="fr-FR"/>
            </a:lvl5pPr>
          </a:lstStyle>
          <a:p>
            <a:pPr lvl="0">
              <a:spcBef>
                <a:spcPct val="0"/>
              </a:spcBef>
            </a:pPr>
            <a:r>
              <a:rPr lang="fr-FR" dirty="0"/>
              <a:t>05</a:t>
            </a:r>
          </a:p>
        </p:txBody>
      </p:sp>
      <p:sp>
        <p:nvSpPr>
          <p:cNvPr id="21" name="Espace réservé du texte 25">
            <a:extLst>
              <a:ext uri="{FF2B5EF4-FFF2-40B4-BE49-F238E27FC236}">
                <a16:creationId xmlns:a16="http://schemas.microsoft.com/office/drawing/2014/main" id="{A0997362-00EE-4368-837E-287C31A0EBB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92316" y="4013185"/>
            <a:ext cx="914400" cy="646331"/>
          </a:xfrm>
        </p:spPr>
        <p:txBody>
          <a:bodyPr vert="horz" wrap="square" lIns="0" tIns="45720" rIns="91440" bIns="45720" rtlCol="0" anchor="b" anchorCtr="0">
            <a:spAutoFit/>
          </a:bodyPr>
          <a:lstStyle>
            <a:lvl1pPr>
              <a:defRPr lang="fr-FR" sz="4000" b="1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 lang="fr-FR" smtClean="0"/>
            </a:lvl2pPr>
            <a:lvl3pPr>
              <a:defRPr lang="fr-FR" smtClean="0"/>
            </a:lvl3pPr>
            <a:lvl4pPr>
              <a:defRPr lang="fr-FR" smtClean="0"/>
            </a:lvl4pPr>
            <a:lvl5pPr>
              <a:defRPr lang="fr-FR"/>
            </a:lvl5pPr>
          </a:lstStyle>
          <a:p>
            <a:pPr lvl="0">
              <a:spcBef>
                <a:spcPct val="0"/>
              </a:spcBef>
            </a:pPr>
            <a:r>
              <a:rPr lang="fr-FR" dirty="0"/>
              <a:t>06</a:t>
            </a:r>
          </a:p>
        </p:txBody>
      </p:sp>
      <p:sp>
        <p:nvSpPr>
          <p:cNvPr id="22" name="Espace réservé du texte 25">
            <a:extLst>
              <a:ext uri="{FF2B5EF4-FFF2-40B4-BE49-F238E27FC236}">
                <a16:creationId xmlns:a16="http://schemas.microsoft.com/office/drawing/2014/main" id="{A669FE82-C7D9-4A9D-8EEC-BC50276B0CB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7545" y="3986697"/>
            <a:ext cx="914400" cy="646331"/>
          </a:xfrm>
        </p:spPr>
        <p:txBody>
          <a:bodyPr vert="horz" wrap="square" lIns="0" tIns="45720" rIns="91440" bIns="45720" rtlCol="0" anchor="b" anchorCtr="0">
            <a:spAutoFit/>
          </a:bodyPr>
          <a:lstStyle>
            <a:lvl1pPr>
              <a:defRPr lang="fr-FR" sz="4000" b="1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 lang="fr-FR" smtClean="0"/>
            </a:lvl2pPr>
            <a:lvl3pPr>
              <a:defRPr lang="fr-FR" smtClean="0"/>
            </a:lvl3pPr>
            <a:lvl4pPr>
              <a:defRPr lang="fr-FR" smtClean="0"/>
            </a:lvl4pPr>
            <a:lvl5pPr>
              <a:defRPr lang="fr-FR"/>
            </a:lvl5pPr>
          </a:lstStyle>
          <a:p>
            <a:pPr lvl="0">
              <a:spcBef>
                <a:spcPct val="0"/>
              </a:spcBef>
            </a:pPr>
            <a:r>
              <a:rPr lang="fr-FR" dirty="0"/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88030533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69C53B-7931-4A5E-915F-7740B3FC87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725281" y="1923236"/>
            <a:ext cx="4486576" cy="3416320"/>
          </a:xfrm>
        </p:spPr>
        <p:txBody>
          <a:bodyPr anchor="b"/>
          <a:lstStyle>
            <a:lvl1pPr>
              <a:defRPr sz="24000" b="0">
                <a:solidFill>
                  <a:schemeClr val="accent1"/>
                </a:solidFill>
              </a:defRPr>
            </a:lvl1pPr>
          </a:lstStyle>
          <a:p>
            <a:r>
              <a:rPr lang="fr-FR"/>
              <a:t>01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BB38171-5F0F-A808-1BD9-8F068C8F5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41913" y="2835676"/>
            <a:ext cx="4234069" cy="1292662"/>
          </a:xfrm>
        </p:spPr>
        <p:txBody>
          <a:bodyPr anchor="ctr" anchorCtr="0"/>
          <a:lstStyle>
            <a:lvl1pPr marL="0" indent="0" algn="ctr">
              <a:lnSpc>
                <a:spcPct val="100000"/>
              </a:lnSpc>
              <a:buNone/>
              <a:defRPr sz="260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A56343F-A425-5B90-D2F6-EFF3799E0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LIGNE 11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F24AA8-2961-2F17-8218-4C8355FC9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239B1-6AFD-4201-AD39-5EBE6686CE2D}" type="slidenum">
              <a:rPr lang="fr-FR" smtClean="0"/>
              <a:t>‹N°›</a:t>
            </a:fld>
            <a:endParaRPr lang="fr-FR"/>
          </a:p>
        </p:txBody>
      </p:sp>
      <p:cxnSp>
        <p:nvCxnSpPr>
          <p:cNvPr id="7" name="Google Shape;506;g15d7a6ab812_1_11">
            <a:extLst>
              <a:ext uri="{FF2B5EF4-FFF2-40B4-BE49-F238E27FC236}">
                <a16:creationId xmlns:a16="http://schemas.microsoft.com/office/drawing/2014/main" id="{F090993B-282A-0628-646C-88B017E9F1DB}"/>
              </a:ext>
            </a:extLst>
          </p:cNvPr>
          <p:cNvCxnSpPr/>
          <p:nvPr userDrawn="1"/>
        </p:nvCxnSpPr>
        <p:spPr>
          <a:xfrm rot="10800000" flipH="1">
            <a:off x="158400" y="6268100"/>
            <a:ext cx="11875200" cy="21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8711A855-4097-8D04-6B7E-021E00CBF691}"/>
              </a:ext>
            </a:extLst>
          </p:cNvPr>
          <p:cNvSpPr/>
          <p:nvPr userDrawn="1"/>
        </p:nvSpPr>
        <p:spPr>
          <a:xfrm>
            <a:off x="11534657" y="6393822"/>
            <a:ext cx="542764" cy="356672"/>
          </a:xfrm>
          <a:prstGeom prst="rect">
            <a:avLst/>
          </a:prstGeom>
          <a:solidFill>
            <a:schemeClr val="bg1"/>
          </a:solidFill>
          <a:ln w="19050">
            <a:solidFill>
              <a:srgbClr val="0A00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F2C415BC-5635-6C90-4416-0D956DF410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09536" y="6471049"/>
            <a:ext cx="389586" cy="201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739268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 B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69C53B-7931-4A5E-915F-7740B3FC87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725282" y="1923236"/>
            <a:ext cx="4496004" cy="3416320"/>
          </a:xfrm>
        </p:spPr>
        <p:txBody>
          <a:bodyPr anchor="b"/>
          <a:lstStyle>
            <a:lvl1pPr>
              <a:defRPr sz="24000" b="0">
                <a:solidFill>
                  <a:schemeClr val="bg1"/>
                </a:solidFill>
              </a:defRPr>
            </a:lvl1pPr>
          </a:lstStyle>
          <a:p>
            <a:r>
              <a:rPr lang="fr-FR"/>
              <a:t>01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BB38171-5F0F-A808-1BD9-8F068C8F5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41913" y="2835676"/>
            <a:ext cx="4234069" cy="1292662"/>
          </a:xfrm>
        </p:spPr>
        <p:txBody>
          <a:bodyPr anchor="ctr" anchorCtr="0"/>
          <a:lstStyle>
            <a:lvl1pPr marL="0" indent="0" algn="ctr">
              <a:lnSpc>
                <a:spcPct val="100000"/>
              </a:lnSpc>
              <a:buNone/>
              <a:defRPr sz="2600" cap="all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A56343F-A425-5B90-D2F6-EFF3799E0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LIGNE 11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F24AA8-2961-2F17-8218-4C8355FC9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EA239B1-6AFD-4201-AD39-5EBE6686CE2D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7" name="Google Shape;506;g15d7a6ab812_1_11">
            <a:extLst>
              <a:ext uri="{FF2B5EF4-FFF2-40B4-BE49-F238E27FC236}">
                <a16:creationId xmlns:a16="http://schemas.microsoft.com/office/drawing/2014/main" id="{F090993B-282A-0628-646C-88B017E9F1DB}"/>
              </a:ext>
            </a:extLst>
          </p:cNvPr>
          <p:cNvCxnSpPr/>
          <p:nvPr userDrawn="1"/>
        </p:nvCxnSpPr>
        <p:spPr>
          <a:xfrm rot="10800000" flipH="1">
            <a:off x="158400" y="6268100"/>
            <a:ext cx="11875200" cy="21900"/>
          </a:xfrm>
          <a:prstGeom prst="straightConnector1">
            <a:avLst/>
          </a:prstGeom>
          <a:noFill/>
          <a:ln w="9525" cap="flat" cmpd="sng">
            <a:solidFill>
              <a:schemeClr val="bg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AE5A2418-A39C-93E2-B82F-73E0741F7D92}"/>
              </a:ext>
            </a:extLst>
          </p:cNvPr>
          <p:cNvSpPr/>
          <p:nvPr userDrawn="1"/>
        </p:nvSpPr>
        <p:spPr>
          <a:xfrm>
            <a:off x="11534657" y="6393822"/>
            <a:ext cx="542764" cy="356672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69FF5C5E-F51F-9441-84E0-AC382A5A792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09536" y="6471049"/>
            <a:ext cx="389586" cy="201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247342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 C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69C53B-7931-4A5E-915F-7740B3FC87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725282" y="1923236"/>
            <a:ext cx="4496004" cy="3416320"/>
          </a:xfrm>
        </p:spPr>
        <p:txBody>
          <a:bodyPr anchor="b"/>
          <a:lstStyle>
            <a:lvl1pPr>
              <a:defRPr sz="24000" b="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01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BB38171-5F0F-A808-1BD9-8F068C8F5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41913" y="2835676"/>
            <a:ext cx="4234069" cy="1292662"/>
          </a:xfrm>
        </p:spPr>
        <p:txBody>
          <a:bodyPr anchor="ctr" anchorCtr="0"/>
          <a:lstStyle>
            <a:lvl1pPr marL="0" indent="0" algn="ctr">
              <a:lnSpc>
                <a:spcPct val="100000"/>
              </a:lnSpc>
              <a:buNone/>
              <a:defRPr sz="2600" cap="all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A56343F-A425-5B90-D2F6-EFF3799E0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LIGNE 11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F24AA8-2961-2F17-8218-4C8355FC9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EA239B1-6AFD-4201-AD39-5EBE6686CE2D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7" name="Google Shape;506;g15d7a6ab812_1_11">
            <a:extLst>
              <a:ext uri="{FF2B5EF4-FFF2-40B4-BE49-F238E27FC236}">
                <a16:creationId xmlns:a16="http://schemas.microsoft.com/office/drawing/2014/main" id="{F090993B-282A-0628-646C-88B017E9F1DB}"/>
              </a:ext>
            </a:extLst>
          </p:cNvPr>
          <p:cNvCxnSpPr/>
          <p:nvPr userDrawn="1"/>
        </p:nvCxnSpPr>
        <p:spPr>
          <a:xfrm rot="10800000" flipH="1">
            <a:off x="158400" y="6268100"/>
            <a:ext cx="11875200" cy="21900"/>
          </a:xfrm>
          <a:prstGeom prst="straightConnector1">
            <a:avLst/>
          </a:prstGeom>
          <a:noFill/>
          <a:ln w="9525" cap="flat" cmpd="sng">
            <a:solidFill>
              <a:schemeClr val="bg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F0E89F64-F8E7-B68D-F30B-E3B18524AC44}"/>
              </a:ext>
            </a:extLst>
          </p:cNvPr>
          <p:cNvSpPr/>
          <p:nvPr userDrawn="1"/>
        </p:nvSpPr>
        <p:spPr>
          <a:xfrm>
            <a:off x="11534657" y="6393822"/>
            <a:ext cx="542764" cy="356672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pic>
        <p:nvPicPr>
          <p:cNvPr id="10" name="Graphique 9">
            <a:extLst>
              <a:ext uri="{FF2B5EF4-FFF2-40B4-BE49-F238E27FC236}">
                <a16:creationId xmlns:a16="http://schemas.microsoft.com/office/drawing/2014/main" id="{913B5C62-7159-90C0-06FB-54E82AE035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09536" y="6471049"/>
            <a:ext cx="389586" cy="201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833441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 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69C53B-7931-4A5E-915F-7740B3FC87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725282" y="1923236"/>
            <a:ext cx="4496004" cy="3416320"/>
          </a:xfrm>
        </p:spPr>
        <p:txBody>
          <a:bodyPr anchor="b"/>
          <a:lstStyle>
            <a:lvl1pPr>
              <a:defRPr sz="24000" b="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01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BB38171-5F0F-A808-1BD9-8F068C8F5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41913" y="2835676"/>
            <a:ext cx="4234069" cy="1292662"/>
          </a:xfrm>
        </p:spPr>
        <p:txBody>
          <a:bodyPr anchor="ctr" anchorCtr="0"/>
          <a:lstStyle>
            <a:lvl1pPr marL="0" indent="0" algn="ctr">
              <a:lnSpc>
                <a:spcPct val="100000"/>
              </a:lnSpc>
              <a:buNone/>
              <a:defRPr sz="2600" cap="all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A56343F-A425-5B90-D2F6-EFF3799E0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LIGNE 11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F24AA8-2961-2F17-8218-4C8355FC9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EA239B1-6AFD-4201-AD39-5EBE6686CE2D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7" name="Google Shape;506;g15d7a6ab812_1_11">
            <a:extLst>
              <a:ext uri="{FF2B5EF4-FFF2-40B4-BE49-F238E27FC236}">
                <a16:creationId xmlns:a16="http://schemas.microsoft.com/office/drawing/2014/main" id="{F090993B-282A-0628-646C-88B017E9F1DB}"/>
              </a:ext>
            </a:extLst>
          </p:cNvPr>
          <p:cNvCxnSpPr/>
          <p:nvPr userDrawn="1"/>
        </p:nvCxnSpPr>
        <p:spPr>
          <a:xfrm rot="10800000" flipH="1">
            <a:off x="158400" y="6268100"/>
            <a:ext cx="11875200" cy="21900"/>
          </a:xfrm>
          <a:prstGeom prst="straightConnector1">
            <a:avLst/>
          </a:prstGeom>
          <a:noFill/>
          <a:ln w="9525" cap="flat" cmpd="sng">
            <a:solidFill>
              <a:schemeClr val="bg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2F08F3D4-800B-A628-669A-1B6618610E0F}"/>
              </a:ext>
            </a:extLst>
          </p:cNvPr>
          <p:cNvSpPr/>
          <p:nvPr userDrawn="1"/>
        </p:nvSpPr>
        <p:spPr>
          <a:xfrm>
            <a:off x="11534657" y="6393822"/>
            <a:ext cx="542764" cy="356672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pic>
        <p:nvPicPr>
          <p:cNvPr id="10" name="Graphique 9">
            <a:extLst>
              <a:ext uri="{FF2B5EF4-FFF2-40B4-BE49-F238E27FC236}">
                <a16:creationId xmlns:a16="http://schemas.microsoft.com/office/drawing/2014/main" id="{2539A2CC-E1D8-8F34-6ABD-0311341D29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09536" y="6471049"/>
            <a:ext cx="389586" cy="201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818835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 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69C53B-7931-4A5E-915F-7740B3FC87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725282" y="1923236"/>
            <a:ext cx="4477148" cy="3416320"/>
          </a:xfrm>
        </p:spPr>
        <p:txBody>
          <a:bodyPr anchor="b"/>
          <a:lstStyle>
            <a:lvl1pPr>
              <a:defRPr sz="24000" b="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01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BB38171-5F0F-A808-1BD9-8F068C8F5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41913" y="2835676"/>
            <a:ext cx="4234069" cy="1292662"/>
          </a:xfrm>
        </p:spPr>
        <p:txBody>
          <a:bodyPr anchor="ctr" anchorCtr="0"/>
          <a:lstStyle>
            <a:lvl1pPr marL="0" indent="0" algn="ctr">
              <a:lnSpc>
                <a:spcPct val="100000"/>
              </a:lnSpc>
              <a:buNone/>
              <a:defRPr sz="2600" cap="all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A56343F-A425-5B90-D2F6-EFF3799E0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LIGNE 11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F24AA8-2961-2F17-8218-4C8355FC9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EA239B1-6AFD-4201-AD39-5EBE6686CE2D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7" name="Google Shape;506;g15d7a6ab812_1_11">
            <a:extLst>
              <a:ext uri="{FF2B5EF4-FFF2-40B4-BE49-F238E27FC236}">
                <a16:creationId xmlns:a16="http://schemas.microsoft.com/office/drawing/2014/main" id="{F090993B-282A-0628-646C-88B017E9F1DB}"/>
              </a:ext>
            </a:extLst>
          </p:cNvPr>
          <p:cNvCxnSpPr/>
          <p:nvPr userDrawn="1"/>
        </p:nvCxnSpPr>
        <p:spPr>
          <a:xfrm rot="10800000" flipH="1">
            <a:off x="158400" y="6268100"/>
            <a:ext cx="11875200" cy="21900"/>
          </a:xfrm>
          <a:prstGeom prst="straightConnector1">
            <a:avLst/>
          </a:prstGeom>
          <a:noFill/>
          <a:ln w="9525" cap="flat" cmpd="sng">
            <a:solidFill>
              <a:schemeClr val="bg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B50C134D-C7C4-DBAC-1A98-C1D3BB5FE55E}"/>
              </a:ext>
            </a:extLst>
          </p:cNvPr>
          <p:cNvSpPr/>
          <p:nvPr userDrawn="1"/>
        </p:nvSpPr>
        <p:spPr>
          <a:xfrm>
            <a:off x="11534657" y="6393822"/>
            <a:ext cx="542764" cy="356672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pic>
        <p:nvPicPr>
          <p:cNvPr id="10" name="Graphique 9">
            <a:extLst>
              <a:ext uri="{FF2B5EF4-FFF2-40B4-BE49-F238E27FC236}">
                <a16:creationId xmlns:a16="http://schemas.microsoft.com/office/drawing/2014/main" id="{5EE6290D-0665-6B57-A5BE-1EDFEB65C0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09536" y="6471049"/>
            <a:ext cx="389586" cy="201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795680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 F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69C53B-7931-4A5E-915F-7740B3FC87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725281" y="1923236"/>
            <a:ext cx="4486576" cy="3416320"/>
          </a:xfrm>
        </p:spPr>
        <p:txBody>
          <a:bodyPr anchor="b"/>
          <a:lstStyle>
            <a:lvl1pPr>
              <a:defRPr sz="24000" b="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01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BB38171-5F0F-A808-1BD9-8F068C8F5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41913" y="2835676"/>
            <a:ext cx="4234069" cy="1292662"/>
          </a:xfrm>
        </p:spPr>
        <p:txBody>
          <a:bodyPr anchor="ctr" anchorCtr="0"/>
          <a:lstStyle>
            <a:lvl1pPr marL="0" indent="0" algn="ctr">
              <a:lnSpc>
                <a:spcPct val="100000"/>
              </a:lnSpc>
              <a:buNone/>
              <a:defRPr sz="2600" cap="all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A56343F-A425-5B90-D2F6-EFF3799E0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LIGNE 11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F24AA8-2961-2F17-8218-4C8355FC9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EA239B1-6AFD-4201-AD39-5EBE6686CE2D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7" name="Google Shape;506;g15d7a6ab812_1_11">
            <a:extLst>
              <a:ext uri="{FF2B5EF4-FFF2-40B4-BE49-F238E27FC236}">
                <a16:creationId xmlns:a16="http://schemas.microsoft.com/office/drawing/2014/main" id="{F090993B-282A-0628-646C-88B017E9F1DB}"/>
              </a:ext>
            </a:extLst>
          </p:cNvPr>
          <p:cNvCxnSpPr/>
          <p:nvPr userDrawn="1"/>
        </p:nvCxnSpPr>
        <p:spPr>
          <a:xfrm rot="10800000" flipH="1">
            <a:off x="158400" y="6268100"/>
            <a:ext cx="11875200" cy="21900"/>
          </a:xfrm>
          <a:prstGeom prst="straightConnector1">
            <a:avLst/>
          </a:prstGeom>
          <a:noFill/>
          <a:ln w="9525" cap="flat" cmpd="sng">
            <a:solidFill>
              <a:schemeClr val="bg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B7C2920A-081A-5F33-1F9E-1EEDC9BC1C83}"/>
              </a:ext>
            </a:extLst>
          </p:cNvPr>
          <p:cNvSpPr/>
          <p:nvPr userDrawn="1"/>
        </p:nvSpPr>
        <p:spPr>
          <a:xfrm>
            <a:off x="11534657" y="6393822"/>
            <a:ext cx="542764" cy="356672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pic>
        <p:nvPicPr>
          <p:cNvPr id="10" name="Graphique 9">
            <a:extLst>
              <a:ext uri="{FF2B5EF4-FFF2-40B4-BE49-F238E27FC236}">
                <a16:creationId xmlns:a16="http://schemas.microsoft.com/office/drawing/2014/main" id="{305018A5-59D9-8EEC-A2A3-C7C6DA10354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09536" y="6471049"/>
            <a:ext cx="389586" cy="201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487343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 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69C53B-7931-4A5E-915F-7740B3FC87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725282" y="1923236"/>
            <a:ext cx="4496004" cy="3416320"/>
          </a:xfrm>
        </p:spPr>
        <p:txBody>
          <a:bodyPr anchor="b"/>
          <a:lstStyle>
            <a:lvl1pPr>
              <a:defRPr sz="24000" b="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01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BB38171-5F0F-A808-1BD9-8F068C8F5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41913" y="2835676"/>
            <a:ext cx="4234069" cy="1292662"/>
          </a:xfrm>
        </p:spPr>
        <p:txBody>
          <a:bodyPr anchor="ctr" anchorCtr="0"/>
          <a:lstStyle>
            <a:lvl1pPr marL="0" indent="0" algn="ctr">
              <a:lnSpc>
                <a:spcPct val="100000"/>
              </a:lnSpc>
              <a:buNone/>
              <a:defRPr sz="2600" cap="all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A56343F-A425-5B90-D2F6-EFF3799E0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LIGNE 11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F24AA8-2961-2F17-8218-4C8355FC9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EA239B1-6AFD-4201-AD39-5EBE6686CE2D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7" name="Google Shape;506;g15d7a6ab812_1_11">
            <a:extLst>
              <a:ext uri="{FF2B5EF4-FFF2-40B4-BE49-F238E27FC236}">
                <a16:creationId xmlns:a16="http://schemas.microsoft.com/office/drawing/2014/main" id="{F090993B-282A-0628-646C-88B017E9F1DB}"/>
              </a:ext>
            </a:extLst>
          </p:cNvPr>
          <p:cNvCxnSpPr/>
          <p:nvPr userDrawn="1"/>
        </p:nvCxnSpPr>
        <p:spPr>
          <a:xfrm rot="10800000" flipH="1">
            <a:off x="158400" y="6268100"/>
            <a:ext cx="11875200" cy="21900"/>
          </a:xfrm>
          <a:prstGeom prst="straightConnector1">
            <a:avLst/>
          </a:prstGeom>
          <a:noFill/>
          <a:ln w="9525" cap="flat" cmpd="sng">
            <a:solidFill>
              <a:schemeClr val="bg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88C0529C-D55B-BD47-38D4-2DD7409D2A15}"/>
              </a:ext>
            </a:extLst>
          </p:cNvPr>
          <p:cNvSpPr/>
          <p:nvPr userDrawn="1"/>
        </p:nvSpPr>
        <p:spPr>
          <a:xfrm>
            <a:off x="11534657" y="6393822"/>
            <a:ext cx="542764" cy="356672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pic>
        <p:nvPicPr>
          <p:cNvPr id="10" name="Graphique 9">
            <a:extLst>
              <a:ext uri="{FF2B5EF4-FFF2-40B4-BE49-F238E27FC236}">
                <a16:creationId xmlns:a16="http://schemas.microsoft.com/office/drawing/2014/main" id="{C4DFB716-070A-BED0-9064-A2FA953C30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09536" y="6471049"/>
            <a:ext cx="389586" cy="201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104317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cal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BB38171-5F0F-A808-1BD9-8F068C8F5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80798" y="2505671"/>
            <a:ext cx="4927566" cy="1846659"/>
          </a:xfrm>
        </p:spPr>
        <p:txBody>
          <a:bodyPr anchor="ctr" anchorCtr="0"/>
          <a:lstStyle>
            <a:lvl1pPr marL="0" indent="0" algn="l">
              <a:lnSpc>
                <a:spcPct val="100000"/>
              </a:lnSpc>
              <a:buNone/>
              <a:defRPr sz="380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A56343F-A425-5B90-D2F6-EFF3799E0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LIGNE 11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F24AA8-2961-2F17-8218-4C8355FC9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239B1-6AFD-4201-AD39-5EBE6686CE2D}" type="slidenum">
              <a:rPr lang="fr-FR" smtClean="0"/>
              <a:t>‹N°›</a:t>
            </a:fld>
            <a:endParaRPr lang="fr-FR"/>
          </a:p>
        </p:txBody>
      </p:sp>
      <p:cxnSp>
        <p:nvCxnSpPr>
          <p:cNvPr id="7" name="Google Shape;506;g15d7a6ab812_1_11">
            <a:extLst>
              <a:ext uri="{FF2B5EF4-FFF2-40B4-BE49-F238E27FC236}">
                <a16:creationId xmlns:a16="http://schemas.microsoft.com/office/drawing/2014/main" id="{F090993B-282A-0628-646C-88B017E9F1DB}"/>
              </a:ext>
            </a:extLst>
          </p:cNvPr>
          <p:cNvCxnSpPr/>
          <p:nvPr userDrawn="1"/>
        </p:nvCxnSpPr>
        <p:spPr>
          <a:xfrm rot="10800000" flipH="1">
            <a:off x="158400" y="6268100"/>
            <a:ext cx="11875200" cy="21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4" name="Espace réservé du texte 9">
            <a:extLst>
              <a:ext uri="{FF2B5EF4-FFF2-40B4-BE49-F238E27FC236}">
                <a16:creationId xmlns:a16="http://schemas.microsoft.com/office/drawing/2014/main" id="{17CDA549-8181-CF78-0BEA-90D7C6F4E6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2845" y="156355"/>
            <a:ext cx="11080955" cy="230832"/>
          </a:xfrm>
        </p:spPr>
        <p:txBody>
          <a:bodyPr wrap="square">
            <a:spAutoFit/>
          </a:bodyPr>
          <a:lstStyle>
            <a:lvl1pPr>
              <a:defRPr sz="1000" b="1" cap="all" baseline="0">
                <a:solidFill>
                  <a:srgbClr val="0A0082"/>
                </a:solidFill>
                <a:latin typeface="+mj-lt"/>
              </a:defRPr>
            </a:lvl1pPr>
          </a:lstStyle>
          <a:p>
            <a:pPr lvl="0"/>
            <a:r>
              <a:rPr lang="fr-FR"/>
              <a:t>00. nom de la partie</a:t>
            </a:r>
          </a:p>
        </p:txBody>
      </p:sp>
      <p:sp>
        <p:nvSpPr>
          <p:cNvPr id="9" name="Espace réservé pour une image  8">
            <a:extLst>
              <a:ext uri="{FF2B5EF4-FFF2-40B4-BE49-F238E27FC236}">
                <a16:creationId xmlns:a16="http://schemas.microsoft.com/office/drawing/2014/main" id="{6D4499C1-FBF6-DCE6-0B16-F9321B185D7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72845" y="788505"/>
            <a:ext cx="4419600" cy="316968"/>
          </a:xfrm>
          <a:prstGeom prst="roundRect">
            <a:avLst>
              <a:gd name="adj" fmla="val 2574"/>
            </a:avLst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DE34DF-87EE-3F92-1396-E1F6D8594414}"/>
              </a:ext>
            </a:extLst>
          </p:cNvPr>
          <p:cNvSpPr/>
          <p:nvPr userDrawn="1"/>
        </p:nvSpPr>
        <p:spPr>
          <a:xfrm>
            <a:off x="11534657" y="6393822"/>
            <a:ext cx="542764" cy="356672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pic>
        <p:nvPicPr>
          <p:cNvPr id="2" name="Graphique 1">
            <a:extLst>
              <a:ext uri="{FF2B5EF4-FFF2-40B4-BE49-F238E27FC236}">
                <a16:creationId xmlns:a16="http://schemas.microsoft.com/office/drawing/2014/main" id="{16A9E7DD-37F2-31A0-0F4B-3BEB94F8349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09536" y="6471049"/>
            <a:ext cx="389586" cy="201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801078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tercal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BB38171-5F0F-A808-1BD9-8F068C8F5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85136" y="2160228"/>
            <a:ext cx="4927566" cy="2123658"/>
          </a:xfrm>
        </p:spPr>
        <p:txBody>
          <a:bodyPr anchor="ctr" anchorCtr="0"/>
          <a:lstStyle>
            <a:lvl1pPr marL="0" indent="0" algn="l">
              <a:lnSpc>
                <a:spcPct val="100000"/>
              </a:lnSpc>
              <a:buNone/>
              <a:defRPr sz="4400" b="1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A56343F-A425-5B90-D2F6-EFF3799E0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LIGNE 11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F24AA8-2961-2F17-8218-4C8355FC9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239B1-6AFD-4201-AD39-5EBE6686CE2D}" type="slidenum">
              <a:rPr lang="fr-FR" smtClean="0"/>
              <a:t>‹N°›</a:t>
            </a:fld>
            <a:endParaRPr lang="fr-FR"/>
          </a:p>
        </p:txBody>
      </p:sp>
      <p:cxnSp>
        <p:nvCxnSpPr>
          <p:cNvPr id="7" name="Google Shape;506;g15d7a6ab812_1_11">
            <a:extLst>
              <a:ext uri="{FF2B5EF4-FFF2-40B4-BE49-F238E27FC236}">
                <a16:creationId xmlns:a16="http://schemas.microsoft.com/office/drawing/2014/main" id="{F090993B-282A-0628-646C-88B017E9F1DB}"/>
              </a:ext>
            </a:extLst>
          </p:cNvPr>
          <p:cNvCxnSpPr/>
          <p:nvPr userDrawn="1"/>
        </p:nvCxnSpPr>
        <p:spPr>
          <a:xfrm rot="10800000" flipH="1">
            <a:off x="158400" y="6268100"/>
            <a:ext cx="11875200" cy="21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DB8419C9-ACBB-A9CC-DB37-4F31A7EA1F09}"/>
              </a:ext>
            </a:extLst>
          </p:cNvPr>
          <p:cNvSpPr/>
          <p:nvPr userDrawn="1"/>
        </p:nvSpPr>
        <p:spPr>
          <a:xfrm>
            <a:off x="11534657" y="6393822"/>
            <a:ext cx="542764" cy="356672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pic>
        <p:nvPicPr>
          <p:cNvPr id="11" name="Graphique 10">
            <a:extLst>
              <a:ext uri="{FF2B5EF4-FFF2-40B4-BE49-F238E27FC236}">
                <a16:creationId xmlns:a16="http://schemas.microsoft.com/office/drawing/2014/main" id="{4D03057F-995D-2745-AA4A-3D6F7CC5F6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09536" y="6471049"/>
            <a:ext cx="389586" cy="201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999375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ercal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BB38171-5F0F-A808-1BD9-8F068C8F5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38853" y="1655366"/>
            <a:ext cx="4927566" cy="3046988"/>
          </a:xfrm>
        </p:spPr>
        <p:txBody>
          <a:bodyPr anchor="ctr" anchorCtr="0"/>
          <a:lstStyle>
            <a:lvl1pPr marL="0" indent="0" algn="l">
              <a:lnSpc>
                <a:spcPct val="100000"/>
              </a:lnSpc>
              <a:buNone/>
              <a:defRPr sz="480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A56343F-A425-5B90-D2F6-EFF3799E0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LIGNE 11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F24AA8-2961-2F17-8218-4C8355FC9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239B1-6AFD-4201-AD39-5EBE6686CE2D}" type="slidenum">
              <a:rPr lang="fr-FR" smtClean="0"/>
              <a:t>‹N°›</a:t>
            </a:fld>
            <a:endParaRPr lang="fr-FR"/>
          </a:p>
        </p:txBody>
      </p:sp>
      <p:cxnSp>
        <p:nvCxnSpPr>
          <p:cNvPr id="7" name="Google Shape;506;g15d7a6ab812_1_11">
            <a:extLst>
              <a:ext uri="{FF2B5EF4-FFF2-40B4-BE49-F238E27FC236}">
                <a16:creationId xmlns:a16="http://schemas.microsoft.com/office/drawing/2014/main" id="{F090993B-282A-0628-646C-88B017E9F1DB}"/>
              </a:ext>
            </a:extLst>
          </p:cNvPr>
          <p:cNvCxnSpPr/>
          <p:nvPr userDrawn="1"/>
        </p:nvCxnSpPr>
        <p:spPr>
          <a:xfrm rot="10800000" flipH="1">
            <a:off x="158400" y="6268100"/>
            <a:ext cx="11875200" cy="21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4" name="Espace réservé du texte 9">
            <a:extLst>
              <a:ext uri="{FF2B5EF4-FFF2-40B4-BE49-F238E27FC236}">
                <a16:creationId xmlns:a16="http://schemas.microsoft.com/office/drawing/2014/main" id="{17CDA549-8181-CF78-0BEA-90D7C6F4E6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2845" y="156355"/>
            <a:ext cx="11080955" cy="230832"/>
          </a:xfrm>
        </p:spPr>
        <p:txBody>
          <a:bodyPr wrap="square">
            <a:spAutoFit/>
          </a:bodyPr>
          <a:lstStyle>
            <a:lvl1pPr>
              <a:defRPr sz="1000" b="1" cap="all" baseline="0">
                <a:solidFill>
                  <a:srgbClr val="0A0082"/>
                </a:solidFill>
                <a:latin typeface="+mj-lt"/>
              </a:defRPr>
            </a:lvl1pPr>
          </a:lstStyle>
          <a:p>
            <a:pPr lvl="0"/>
            <a:r>
              <a:rPr lang="fr-FR"/>
              <a:t>00. nom de la partie</a:t>
            </a:r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06DF9993-E446-3D2A-A9F3-2F89CFF96FCB}"/>
              </a:ext>
            </a:extLst>
          </p:cNvPr>
          <p:cNvGrpSpPr/>
          <p:nvPr userDrawn="1"/>
        </p:nvGrpSpPr>
        <p:grpSpPr>
          <a:xfrm>
            <a:off x="11534657" y="6393822"/>
            <a:ext cx="542764" cy="356672"/>
            <a:chOff x="11534656" y="6393822"/>
            <a:chExt cx="542765" cy="35667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F0B3700-FCE1-55B1-DB5D-475984CB3E31}"/>
                </a:ext>
              </a:extLst>
            </p:cNvPr>
            <p:cNvSpPr/>
            <p:nvPr userDrawn="1"/>
          </p:nvSpPr>
          <p:spPr>
            <a:xfrm>
              <a:off x="11534656" y="6393822"/>
              <a:ext cx="542765" cy="35667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800"/>
            </a:p>
          </p:txBody>
        </p:sp>
        <p:pic>
          <p:nvPicPr>
            <p:cNvPr id="11" name="Graphique 10">
              <a:extLst>
                <a:ext uri="{FF2B5EF4-FFF2-40B4-BE49-F238E27FC236}">
                  <a16:creationId xmlns:a16="http://schemas.microsoft.com/office/drawing/2014/main" id="{B74876A2-E9C3-1922-397A-387644BAA31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609535" y="6471049"/>
              <a:ext cx="389585" cy="2012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1252683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haut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87D5C8-1478-352B-4C27-9C42DB1B5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847" y="471803"/>
            <a:ext cx="11080955" cy="480131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1D62686-76D8-84E8-628B-1BD3F8D8C3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847" y="1225482"/>
            <a:ext cx="6342747" cy="1728678"/>
          </a:xfrm>
        </p:spPr>
        <p:txBody>
          <a:bodyPr/>
          <a:lstStyle>
            <a:lvl2pPr>
              <a:defRPr lang="fr-FR" sz="1800" kern="1200">
                <a:solidFill>
                  <a:srgbClr val="0A0082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F5B66E0-426A-AD0B-7059-33D3C4840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LIGNE 11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6CF3D5-FC32-62A1-5C2F-17B313F6C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239B1-6AFD-4201-AD39-5EBE6686CE2D}" type="slidenum">
              <a:rPr lang="fr-FR" smtClean="0"/>
              <a:t>‹N°›</a:t>
            </a:fld>
            <a:endParaRPr lang="fr-FR"/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98371161-8677-289A-952A-EFF53B97A41D}"/>
              </a:ext>
            </a:extLst>
          </p:cNvPr>
          <p:cNvSpPr/>
          <p:nvPr userDrawn="1"/>
        </p:nvSpPr>
        <p:spPr>
          <a:xfrm>
            <a:off x="353256" y="1006697"/>
            <a:ext cx="3392404" cy="45719"/>
          </a:xfrm>
          <a:custGeom>
            <a:avLst/>
            <a:gdLst>
              <a:gd name="connsiteX0" fmla="*/ 0 w 951166"/>
              <a:gd name="connsiteY0" fmla="*/ 50656 h 50655"/>
              <a:gd name="connsiteX1" fmla="*/ 951166 w 951166"/>
              <a:gd name="connsiteY1" fmla="*/ 5885 h 50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1166" h="50655">
                <a:moveTo>
                  <a:pt x="0" y="50656"/>
                </a:moveTo>
                <a:cubicBezTo>
                  <a:pt x="303020" y="17097"/>
                  <a:pt x="583465" y="-13112"/>
                  <a:pt x="951166" y="5885"/>
                </a:cubicBezTo>
              </a:path>
            </a:pathLst>
          </a:custGeom>
          <a:noFill/>
          <a:ln w="44450" cap="rnd">
            <a:solidFill>
              <a:srgbClr val="00AA91"/>
            </a:solidFill>
            <a:prstDash val="solid"/>
            <a:round/>
          </a:ln>
        </p:spPr>
        <p:txBody>
          <a:bodyPr rtlCol="0" anchor="ctr"/>
          <a:lstStyle/>
          <a:p>
            <a:endParaRPr lang="fr-FR" sz="1800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A8D3CBAC-9A86-397C-7661-91F70D16FC0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2845" y="156355"/>
            <a:ext cx="11080955" cy="230832"/>
          </a:xfrm>
        </p:spPr>
        <p:txBody>
          <a:bodyPr wrap="square">
            <a:spAutoFit/>
          </a:bodyPr>
          <a:lstStyle>
            <a:lvl1pPr>
              <a:defRPr sz="1000" b="1" cap="all" baseline="0">
                <a:solidFill>
                  <a:srgbClr val="0A0082"/>
                </a:solidFill>
                <a:latin typeface="+mj-lt"/>
              </a:defRPr>
            </a:lvl1pPr>
          </a:lstStyle>
          <a:p>
            <a:pPr lvl="0"/>
            <a:r>
              <a:rPr lang="fr-FR"/>
              <a:t>00. nom de la partie</a:t>
            </a:r>
          </a:p>
        </p:txBody>
      </p:sp>
      <p:cxnSp>
        <p:nvCxnSpPr>
          <p:cNvPr id="12" name="Google Shape;506;g15d7a6ab812_1_11">
            <a:extLst>
              <a:ext uri="{FF2B5EF4-FFF2-40B4-BE49-F238E27FC236}">
                <a16:creationId xmlns:a16="http://schemas.microsoft.com/office/drawing/2014/main" id="{257AFC86-FADA-7CF8-18D9-74909B69DB66}"/>
              </a:ext>
            </a:extLst>
          </p:cNvPr>
          <p:cNvCxnSpPr/>
          <p:nvPr userDrawn="1"/>
        </p:nvCxnSpPr>
        <p:spPr>
          <a:xfrm rot="10800000" flipH="1">
            <a:off x="158400" y="6268100"/>
            <a:ext cx="11875200" cy="21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</p:spPr>
      </p:cxn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B0A65EBC-8619-A824-3466-1E67F4B8B52E}"/>
              </a:ext>
            </a:extLst>
          </p:cNvPr>
          <p:cNvGrpSpPr/>
          <p:nvPr userDrawn="1"/>
        </p:nvGrpSpPr>
        <p:grpSpPr>
          <a:xfrm>
            <a:off x="11534657" y="6393822"/>
            <a:ext cx="542764" cy="356672"/>
            <a:chOff x="11534656" y="6393822"/>
            <a:chExt cx="542765" cy="35667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DC8EE48-2D70-2789-3066-CD5F6D95A4FE}"/>
                </a:ext>
              </a:extLst>
            </p:cNvPr>
            <p:cNvSpPr/>
            <p:nvPr userDrawn="1"/>
          </p:nvSpPr>
          <p:spPr>
            <a:xfrm>
              <a:off x="11534656" y="6393822"/>
              <a:ext cx="542765" cy="35667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800"/>
            </a:p>
          </p:txBody>
        </p:sp>
        <p:pic>
          <p:nvPicPr>
            <p:cNvPr id="14" name="Graphique 13">
              <a:extLst>
                <a:ext uri="{FF2B5EF4-FFF2-40B4-BE49-F238E27FC236}">
                  <a16:creationId xmlns:a16="http://schemas.microsoft.com/office/drawing/2014/main" id="{CF46301C-B855-8B96-61A5-1E1B2D4CE9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609535" y="6471049"/>
              <a:ext cx="389585" cy="2012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8722485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re haut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87D5C8-1478-352B-4C27-9C42DB1B5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847" y="471803"/>
            <a:ext cx="11080955" cy="480131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1D62686-76D8-84E8-628B-1BD3F8D8C3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9169" y="5859549"/>
            <a:ext cx="10555490" cy="286232"/>
          </a:xfrm>
        </p:spPr>
        <p:txBody>
          <a:bodyPr anchor="b" anchorCtr="0"/>
          <a:lstStyle>
            <a:lvl1pPr>
              <a:defRPr sz="1400"/>
            </a:lvl1pPr>
            <a:lvl2pPr>
              <a:defRPr lang="fr-FR" sz="1600" kern="1200">
                <a:solidFill>
                  <a:srgbClr val="0A0082"/>
                </a:solidFill>
                <a:latin typeface="+mn-lt"/>
                <a:ea typeface="+mn-ea"/>
                <a:cs typeface="+mn-cs"/>
              </a:defRPr>
            </a:lvl2pPr>
            <a:lvl3pPr>
              <a:defRPr sz="1200"/>
            </a:lvl3pPr>
            <a:lvl4pPr>
              <a:defRPr sz="1100"/>
            </a:lvl4pPr>
            <a:lvl5pPr>
              <a:defRPr sz="900"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F5B66E0-426A-AD0B-7059-33D3C4840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LIGNE 11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6CF3D5-FC32-62A1-5C2F-17B313F6C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239B1-6AFD-4201-AD39-5EBE6686CE2D}" type="slidenum">
              <a:rPr lang="fr-FR" smtClean="0"/>
              <a:t>‹N°›</a:t>
            </a:fld>
            <a:endParaRPr lang="fr-FR"/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98371161-8677-289A-952A-EFF53B97A41D}"/>
              </a:ext>
            </a:extLst>
          </p:cNvPr>
          <p:cNvSpPr/>
          <p:nvPr userDrawn="1"/>
        </p:nvSpPr>
        <p:spPr>
          <a:xfrm>
            <a:off x="353256" y="1006697"/>
            <a:ext cx="3392404" cy="45719"/>
          </a:xfrm>
          <a:custGeom>
            <a:avLst/>
            <a:gdLst>
              <a:gd name="connsiteX0" fmla="*/ 0 w 951166"/>
              <a:gd name="connsiteY0" fmla="*/ 50656 h 50655"/>
              <a:gd name="connsiteX1" fmla="*/ 951166 w 951166"/>
              <a:gd name="connsiteY1" fmla="*/ 5885 h 50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1166" h="50655">
                <a:moveTo>
                  <a:pt x="0" y="50656"/>
                </a:moveTo>
                <a:cubicBezTo>
                  <a:pt x="303020" y="17097"/>
                  <a:pt x="583465" y="-13112"/>
                  <a:pt x="951166" y="5885"/>
                </a:cubicBezTo>
              </a:path>
            </a:pathLst>
          </a:custGeom>
          <a:noFill/>
          <a:ln w="44450" cap="rnd">
            <a:solidFill>
              <a:srgbClr val="00AA91"/>
            </a:solidFill>
            <a:prstDash val="solid"/>
            <a:round/>
          </a:ln>
        </p:spPr>
        <p:txBody>
          <a:bodyPr rtlCol="0" anchor="ctr"/>
          <a:lstStyle/>
          <a:p>
            <a:endParaRPr lang="fr-FR" sz="1800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A8D3CBAC-9A86-397C-7661-91F70D16FC0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2845" y="156355"/>
            <a:ext cx="11080955" cy="230832"/>
          </a:xfrm>
        </p:spPr>
        <p:txBody>
          <a:bodyPr wrap="square">
            <a:spAutoFit/>
          </a:bodyPr>
          <a:lstStyle>
            <a:lvl1pPr>
              <a:defRPr sz="1000" b="1" cap="all" baseline="0">
                <a:solidFill>
                  <a:srgbClr val="0A0082"/>
                </a:solidFill>
                <a:latin typeface="+mj-lt"/>
              </a:defRPr>
            </a:lvl1pPr>
          </a:lstStyle>
          <a:p>
            <a:pPr lvl="0"/>
            <a:r>
              <a:rPr lang="fr-FR"/>
              <a:t>00. nom de la partie</a:t>
            </a:r>
          </a:p>
        </p:txBody>
      </p:sp>
      <p:cxnSp>
        <p:nvCxnSpPr>
          <p:cNvPr id="12" name="Google Shape;506;g15d7a6ab812_1_11">
            <a:extLst>
              <a:ext uri="{FF2B5EF4-FFF2-40B4-BE49-F238E27FC236}">
                <a16:creationId xmlns:a16="http://schemas.microsoft.com/office/drawing/2014/main" id="{257AFC86-FADA-7CF8-18D9-74909B69DB66}"/>
              </a:ext>
            </a:extLst>
          </p:cNvPr>
          <p:cNvCxnSpPr/>
          <p:nvPr userDrawn="1"/>
        </p:nvCxnSpPr>
        <p:spPr>
          <a:xfrm rot="10800000" flipH="1">
            <a:off x="158400" y="6268100"/>
            <a:ext cx="11875200" cy="21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</p:spPr>
      </p:cxn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B0A65EBC-8619-A824-3466-1E67F4B8B52E}"/>
              </a:ext>
            </a:extLst>
          </p:cNvPr>
          <p:cNvGrpSpPr/>
          <p:nvPr userDrawn="1"/>
        </p:nvGrpSpPr>
        <p:grpSpPr>
          <a:xfrm>
            <a:off x="11534657" y="6393822"/>
            <a:ext cx="542764" cy="356672"/>
            <a:chOff x="11534656" y="6393822"/>
            <a:chExt cx="542765" cy="35667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DC8EE48-2D70-2789-3066-CD5F6D95A4FE}"/>
                </a:ext>
              </a:extLst>
            </p:cNvPr>
            <p:cNvSpPr/>
            <p:nvPr userDrawn="1"/>
          </p:nvSpPr>
          <p:spPr>
            <a:xfrm>
              <a:off x="11534656" y="6393822"/>
              <a:ext cx="542765" cy="35667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800"/>
            </a:p>
          </p:txBody>
        </p:sp>
        <p:pic>
          <p:nvPicPr>
            <p:cNvPr id="14" name="Graphique 13">
              <a:extLst>
                <a:ext uri="{FF2B5EF4-FFF2-40B4-BE49-F238E27FC236}">
                  <a16:creationId xmlns:a16="http://schemas.microsoft.com/office/drawing/2014/main" id="{CF46301C-B855-8B96-61A5-1E1B2D4CE9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609535" y="6471049"/>
              <a:ext cx="389585" cy="2012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59456209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re haut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87D5C8-1478-352B-4C27-9C42DB1B5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847" y="471803"/>
            <a:ext cx="11080955" cy="480131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1D62686-76D8-84E8-628B-1BD3F8D8C3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846" y="1225482"/>
            <a:ext cx="6379566" cy="1617879"/>
          </a:xfrm>
        </p:spPr>
        <p:txBody>
          <a:bodyPr/>
          <a:lstStyle>
            <a:lvl1pPr>
              <a:defRPr sz="1400"/>
            </a:lvl1pPr>
            <a:lvl2pPr>
              <a:defRPr lang="fr-FR" sz="1600" kern="1200">
                <a:solidFill>
                  <a:srgbClr val="0A0082"/>
                </a:solidFill>
                <a:latin typeface="+mn-lt"/>
                <a:ea typeface="+mn-ea"/>
                <a:cs typeface="+mn-cs"/>
              </a:defRPr>
            </a:lvl2pPr>
            <a:lvl3pPr>
              <a:defRPr sz="1200"/>
            </a:lvl3pPr>
            <a:lvl4pPr>
              <a:defRPr sz="1100"/>
            </a:lvl4pPr>
            <a:lvl5pPr>
              <a:defRPr sz="9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F5B66E0-426A-AD0B-7059-33D3C4840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LIGNE 11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6CF3D5-FC32-62A1-5C2F-17B313F6C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239B1-6AFD-4201-AD39-5EBE6686CE2D}" type="slidenum">
              <a:rPr lang="fr-FR" smtClean="0"/>
              <a:t>‹N°›</a:t>
            </a:fld>
            <a:endParaRPr lang="fr-FR"/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98371161-8677-289A-952A-EFF53B97A41D}"/>
              </a:ext>
            </a:extLst>
          </p:cNvPr>
          <p:cNvSpPr/>
          <p:nvPr userDrawn="1"/>
        </p:nvSpPr>
        <p:spPr>
          <a:xfrm>
            <a:off x="353256" y="1006697"/>
            <a:ext cx="3392404" cy="45719"/>
          </a:xfrm>
          <a:custGeom>
            <a:avLst/>
            <a:gdLst>
              <a:gd name="connsiteX0" fmla="*/ 0 w 951166"/>
              <a:gd name="connsiteY0" fmla="*/ 50656 h 50655"/>
              <a:gd name="connsiteX1" fmla="*/ 951166 w 951166"/>
              <a:gd name="connsiteY1" fmla="*/ 5885 h 50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1166" h="50655">
                <a:moveTo>
                  <a:pt x="0" y="50656"/>
                </a:moveTo>
                <a:cubicBezTo>
                  <a:pt x="303020" y="17097"/>
                  <a:pt x="583465" y="-13112"/>
                  <a:pt x="951166" y="5885"/>
                </a:cubicBezTo>
              </a:path>
            </a:pathLst>
          </a:custGeom>
          <a:noFill/>
          <a:ln w="44450" cap="rnd">
            <a:solidFill>
              <a:srgbClr val="00AA91"/>
            </a:solidFill>
            <a:prstDash val="solid"/>
            <a:round/>
          </a:ln>
        </p:spPr>
        <p:txBody>
          <a:bodyPr rtlCol="0" anchor="ctr"/>
          <a:lstStyle/>
          <a:p>
            <a:endParaRPr lang="fr-FR" sz="1800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A8D3CBAC-9A86-397C-7661-91F70D16FC0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2845" y="156355"/>
            <a:ext cx="11080955" cy="230832"/>
          </a:xfrm>
        </p:spPr>
        <p:txBody>
          <a:bodyPr wrap="square">
            <a:spAutoFit/>
          </a:bodyPr>
          <a:lstStyle>
            <a:lvl1pPr>
              <a:defRPr sz="1000" b="1" cap="all" baseline="0">
                <a:solidFill>
                  <a:srgbClr val="0A0082"/>
                </a:solidFill>
                <a:latin typeface="+mj-lt"/>
              </a:defRPr>
            </a:lvl1pPr>
          </a:lstStyle>
          <a:p>
            <a:pPr lvl="0"/>
            <a:r>
              <a:rPr lang="fr-FR"/>
              <a:t>00. nom de la partie</a:t>
            </a:r>
          </a:p>
        </p:txBody>
      </p:sp>
      <p:cxnSp>
        <p:nvCxnSpPr>
          <p:cNvPr id="12" name="Google Shape;506;g15d7a6ab812_1_11">
            <a:extLst>
              <a:ext uri="{FF2B5EF4-FFF2-40B4-BE49-F238E27FC236}">
                <a16:creationId xmlns:a16="http://schemas.microsoft.com/office/drawing/2014/main" id="{257AFC86-FADA-7CF8-18D9-74909B69DB66}"/>
              </a:ext>
            </a:extLst>
          </p:cNvPr>
          <p:cNvCxnSpPr/>
          <p:nvPr userDrawn="1"/>
        </p:nvCxnSpPr>
        <p:spPr>
          <a:xfrm rot="10800000" flipH="1">
            <a:off x="158400" y="6268100"/>
            <a:ext cx="11875200" cy="21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</p:spPr>
      </p:cxn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B0A65EBC-8619-A824-3466-1E67F4B8B52E}"/>
              </a:ext>
            </a:extLst>
          </p:cNvPr>
          <p:cNvGrpSpPr/>
          <p:nvPr userDrawn="1"/>
        </p:nvGrpSpPr>
        <p:grpSpPr>
          <a:xfrm>
            <a:off x="11534657" y="6393822"/>
            <a:ext cx="542764" cy="356672"/>
            <a:chOff x="11534656" y="6393822"/>
            <a:chExt cx="542765" cy="35667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DC8EE48-2D70-2789-3066-CD5F6D95A4FE}"/>
                </a:ext>
              </a:extLst>
            </p:cNvPr>
            <p:cNvSpPr/>
            <p:nvPr userDrawn="1"/>
          </p:nvSpPr>
          <p:spPr>
            <a:xfrm>
              <a:off x="11534656" y="6393822"/>
              <a:ext cx="542765" cy="35667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800"/>
            </a:p>
          </p:txBody>
        </p:sp>
        <p:pic>
          <p:nvPicPr>
            <p:cNvPr id="14" name="Graphique 13">
              <a:extLst>
                <a:ext uri="{FF2B5EF4-FFF2-40B4-BE49-F238E27FC236}">
                  <a16:creationId xmlns:a16="http://schemas.microsoft.com/office/drawing/2014/main" id="{CF46301C-B855-8B96-61A5-1E1B2D4CE9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609535" y="6471049"/>
              <a:ext cx="389585" cy="2012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25152364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87D5C8-1478-352B-4C27-9C42DB1B5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1D62686-76D8-84E8-628B-1BD3F8D8C3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847" y="1825834"/>
            <a:ext cx="9122946" cy="1728678"/>
          </a:xfrm>
        </p:spPr>
        <p:txBody>
          <a:bodyPr/>
          <a:lstStyle>
            <a:lvl2pPr>
              <a:defRPr lang="fr-FR" sz="1800" kern="1200">
                <a:solidFill>
                  <a:srgbClr val="0A0082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F5B66E0-426A-AD0B-7059-33D3C4840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LIGNE 11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6CF3D5-FC32-62A1-5C2F-17B313F6C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239B1-6AFD-4201-AD39-5EBE6686CE2D}" type="slidenum">
              <a:rPr lang="fr-FR" smtClean="0"/>
              <a:t>‹N°›</a:t>
            </a:fld>
            <a:endParaRPr lang="fr-FR"/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98371161-8677-289A-952A-EFF53B97A41D}"/>
              </a:ext>
            </a:extLst>
          </p:cNvPr>
          <p:cNvSpPr/>
          <p:nvPr userDrawn="1"/>
        </p:nvSpPr>
        <p:spPr>
          <a:xfrm>
            <a:off x="353256" y="1366909"/>
            <a:ext cx="3392404" cy="45719"/>
          </a:xfrm>
          <a:custGeom>
            <a:avLst/>
            <a:gdLst>
              <a:gd name="connsiteX0" fmla="*/ 0 w 951166"/>
              <a:gd name="connsiteY0" fmla="*/ 50656 h 50655"/>
              <a:gd name="connsiteX1" fmla="*/ 951166 w 951166"/>
              <a:gd name="connsiteY1" fmla="*/ 5885 h 50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1166" h="50655">
                <a:moveTo>
                  <a:pt x="0" y="50656"/>
                </a:moveTo>
                <a:cubicBezTo>
                  <a:pt x="303020" y="17097"/>
                  <a:pt x="583465" y="-13112"/>
                  <a:pt x="951166" y="5885"/>
                </a:cubicBezTo>
              </a:path>
            </a:pathLst>
          </a:custGeom>
          <a:noFill/>
          <a:ln w="44450" cap="rnd">
            <a:solidFill>
              <a:srgbClr val="00AA91"/>
            </a:solidFill>
            <a:prstDash val="solid"/>
            <a:round/>
          </a:ln>
        </p:spPr>
        <p:txBody>
          <a:bodyPr rtlCol="0" anchor="ctr"/>
          <a:lstStyle/>
          <a:p>
            <a:endParaRPr lang="fr-FR" sz="1800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A8D3CBAC-9A86-397C-7661-91F70D16FC0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2845" y="156355"/>
            <a:ext cx="11080955" cy="230832"/>
          </a:xfrm>
        </p:spPr>
        <p:txBody>
          <a:bodyPr wrap="square">
            <a:spAutoFit/>
          </a:bodyPr>
          <a:lstStyle>
            <a:lvl1pPr>
              <a:defRPr sz="1000" b="1" cap="all" baseline="0">
                <a:solidFill>
                  <a:srgbClr val="0A0082"/>
                </a:solidFill>
                <a:latin typeface="+mj-lt"/>
              </a:defRPr>
            </a:lvl1pPr>
          </a:lstStyle>
          <a:p>
            <a:pPr lvl="0"/>
            <a:r>
              <a:rPr lang="fr-FR"/>
              <a:t>00. nom de la partie</a:t>
            </a:r>
          </a:p>
        </p:txBody>
      </p:sp>
      <p:cxnSp>
        <p:nvCxnSpPr>
          <p:cNvPr id="12" name="Google Shape;506;g15d7a6ab812_1_11">
            <a:extLst>
              <a:ext uri="{FF2B5EF4-FFF2-40B4-BE49-F238E27FC236}">
                <a16:creationId xmlns:a16="http://schemas.microsoft.com/office/drawing/2014/main" id="{257AFC86-FADA-7CF8-18D9-74909B69DB66}"/>
              </a:ext>
            </a:extLst>
          </p:cNvPr>
          <p:cNvCxnSpPr/>
          <p:nvPr userDrawn="1"/>
        </p:nvCxnSpPr>
        <p:spPr>
          <a:xfrm rot="10800000" flipH="1">
            <a:off x="158400" y="6268100"/>
            <a:ext cx="11875200" cy="21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</p:spPr>
      </p:cxn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B0A65EBC-8619-A824-3466-1E67F4B8B52E}"/>
              </a:ext>
            </a:extLst>
          </p:cNvPr>
          <p:cNvGrpSpPr/>
          <p:nvPr userDrawn="1"/>
        </p:nvGrpSpPr>
        <p:grpSpPr>
          <a:xfrm>
            <a:off x="11534657" y="6393822"/>
            <a:ext cx="542764" cy="356672"/>
            <a:chOff x="11534656" y="6393822"/>
            <a:chExt cx="542765" cy="35667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DC8EE48-2D70-2789-3066-CD5F6D95A4FE}"/>
                </a:ext>
              </a:extLst>
            </p:cNvPr>
            <p:cNvSpPr/>
            <p:nvPr userDrawn="1"/>
          </p:nvSpPr>
          <p:spPr>
            <a:xfrm>
              <a:off x="11534656" y="6393822"/>
              <a:ext cx="542765" cy="35667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800"/>
            </a:p>
          </p:txBody>
        </p:sp>
        <p:pic>
          <p:nvPicPr>
            <p:cNvPr id="14" name="Graphique 13">
              <a:extLst>
                <a:ext uri="{FF2B5EF4-FFF2-40B4-BE49-F238E27FC236}">
                  <a16:creationId xmlns:a16="http://schemas.microsoft.com/office/drawing/2014/main" id="{CF46301C-B855-8B96-61A5-1E1B2D4CE9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609535" y="6471049"/>
              <a:ext cx="389585" cy="2012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9225707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87D5C8-1478-352B-4C27-9C42DB1B5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1D62686-76D8-84E8-628B-1BD3F8D8C3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2636" y="1825833"/>
            <a:ext cx="4781164" cy="1617879"/>
          </a:xfrm>
        </p:spPr>
        <p:txBody>
          <a:bodyPr/>
          <a:lstStyle>
            <a:lvl1pPr>
              <a:spcBef>
                <a:spcPts val="2000"/>
              </a:spcBef>
              <a:defRPr sz="1400"/>
            </a:lvl1pPr>
            <a:lvl2pPr>
              <a:defRPr lang="fr-FR" sz="1600" kern="1200">
                <a:solidFill>
                  <a:srgbClr val="0A0082"/>
                </a:solidFill>
                <a:latin typeface="+mn-lt"/>
                <a:ea typeface="+mn-ea"/>
                <a:cs typeface="+mn-cs"/>
              </a:defRPr>
            </a:lvl2pPr>
            <a:lvl3pPr>
              <a:defRPr sz="1200"/>
            </a:lvl3pPr>
            <a:lvl4pPr>
              <a:defRPr sz="1100"/>
            </a:lvl4pPr>
            <a:lvl5pPr>
              <a:defRPr sz="9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F5B66E0-426A-AD0B-7059-33D3C4840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LIGNE 11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6CF3D5-FC32-62A1-5C2F-17B313F6C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239B1-6AFD-4201-AD39-5EBE6686CE2D}" type="slidenum">
              <a:rPr lang="fr-FR" smtClean="0"/>
              <a:t>‹N°›</a:t>
            </a:fld>
            <a:endParaRPr lang="fr-FR"/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98371161-8677-289A-952A-EFF53B97A41D}"/>
              </a:ext>
            </a:extLst>
          </p:cNvPr>
          <p:cNvSpPr/>
          <p:nvPr userDrawn="1"/>
        </p:nvSpPr>
        <p:spPr>
          <a:xfrm>
            <a:off x="353256" y="1366909"/>
            <a:ext cx="3392404" cy="45719"/>
          </a:xfrm>
          <a:custGeom>
            <a:avLst/>
            <a:gdLst>
              <a:gd name="connsiteX0" fmla="*/ 0 w 951166"/>
              <a:gd name="connsiteY0" fmla="*/ 50656 h 50655"/>
              <a:gd name="connsiteX1" fmla="*/ 951166 w 951166"/>
              <a:gd name="connsiteY1" fmla="*/ 5885 h 50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1166" h="50655">
                <a:moveTo>
                  <a:pt x="0" y="50656"/>
                </a:moveTo>
                <a:cubicBezTo>
                  <a:pt x="303020" y="17097"/>
                  <a:pt x="583465" y="-13112"/>
                  <a:pt x="951166" y="5885"/>
                </a:cubicBezTo>
              </a:path>
            </a:pathLst>
          </a:custGeom>
          <a:noFill/>
          <a:ln w="44450" cap="rnd">
            <a:solidFill>
              <a:srgbClr val="00AA91"/>
            </a:solidFill>
            <a:prstDash val="solid"/>
            <a:round/>
          </a:ln>
        </p:spPr>
        <p:txBody>
          <a:bodyPr rtlCol="0" anchor="ctr"/>
          <a:lstStyle/>
          <a:p>
            <a:endParaRPr lang="fr-FR" sz="1800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A8D3CBAC-9A86-397C-7661-91F70D16FC0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2845" y="156355"/>
            <a:ext cx="11080955" cy="230832"/>
          </a:xfrm>
        </p:spPr>
        <p:txBody>
          <a:bodyPr wrap="square">
            <a:spAutoFit/>
          </a:bodyPr>
          <a:lstStyle>
            <a:lvl1pPr>
              <a:defRPr sz="1000" b="1" cap="all" baseline="0">
                <a:solidFill>
                  <a:srgbClr val="0A0082"/>
                </a:solidFill>
                <a:latin typeface="+mj-lt"/>
              </a:defRPr>
            </a:lvl1pPr>
          </a:lstStyle>
          <a:p>
            <a:pPr lvl="0"/>
            <a:r>
              <a:rPr lang="fr-FR"/>
              <a:t>00. nom de la partie</a:t>
            </a:r>
          </a:p>
        </p:txBody>
      </p:sp>
      <p:cxnSp>
        <p:nvCxnSpPr>
          <p:cNvPr id="12" name="Google Shape;506;g15d7a6ab812_1_11">
            <a:extLst>
              <a:ext uri="{FF2B5EF4-FFF2-40B4-BE49-F238E27FC236}">
                <a16:creationId xmlns:a16="http://schemas.microsoft.com/office/drawing/2014/main" id="{257AFC86-FADA-7CF8-18D9-74909B69DB66}"/>
              </a:ext>
            </a:extLst>
          </p:cNvPr>
          <p:cNvCxnSpPr/>
          <p:nvPr userDrawn="1"/>
        </p:nvCxnSpPr>
        <p:spPr>
          <a:xfrm rot="10800000" flipH="1">
            <a:off x="158400" y="6268100"/>
            <a:ext cx="11875200" cy="21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</p:spPr>
      </p:cxn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B0A65EBC-8619-A824-3466-1E67F4B8B52E}"/>
              </a:ext>
            </a:extLst>
          </p:cNvPr>
          <p:cNvGrpSpPr/>
          <p:nvPr userDrawn="1"/>
        </p:nvGrpSpPr>
        <p:grpSpPr>
          <a:xfrm>
            <a:off x="11534657" y="6393822"/>
            <a:ext cx="542764" cy="356672"/>
            <a:chOff x="11534656" y="6393822"/>
            <a:chExt cx="542765" cy="35667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DC8EE48-2D70-2789-3066-CD5F6D95A4FE}"/>
                </a:ext>
              </a:extLst>
            </p:cNvPr>
            <p:cNvSpPr/>
            <p:nvPr userDrawn="1"/>
          </p:nvSpPr>
          <p:spPr>
            <a:xfrm>
              <a:off x="11534656" y="6393822"/>
              <a:ext cx="542765" cy="35667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800"/>
            </a:p>
          </p:txBody>
        </p:sp>
        <p:pic>
          <p:nvPicPr>
            <p:cNvPr id="14" name="Graphique 13">
              <a:extLst>
                <a:ext uri="{FF2B5EF4-FFF2-40B4-BE49-F238E27FC236}">
                  <a16:creationId xmlns:a16="http://schemas.microsoft.com/office/drawing/2014/main" id="{CF46301C-B855-8B96-61A5-1E1B2D4CE9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609535" y="6471049"/>
              <a:ext cx="389585" cy="2012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58993491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87D5C8-1478-352B-4C27-9C42DB1B5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1D62686-76D8-84E8-628B-1BD3F8D8C3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845" y="1825833"/>
            <a:ext cx="5729058" cy="1617879"/>
          </a:xfrm>
        </p:spPr>
        <p:txBody>
          <a:bodyPr/>
          <a:lstStyle>
            <a:lvl1pPr>
              <a:spcBef>
                <a:spcPts val="2000"/>
              </a:spcBef>
              <a:defRPr sz="1400"/>
            </a:lvl1pPr>
            <a:lvl2pPr>
              <a:defRPr lang="fr-FR" sz="1600" kern="1200">
                <a:solidFill>
                  <a:srgbClr val="0A0082"/>
                </a:solidFill>
                <a:latin typeface="+mn-lt"/>
                <a:ea typeface="+mn-ea"/>
                <a:cs typeface="+mn-cs"/>
              </a:defRPr>
            </a:lvl2pPr>
            <a:lvl3pPr>
              <a:defRPr sz="1200"/>
            </a:lvl3pPr>
            <a:lvl4pPr>
              <a:defRPr sz="1100"/>
            </a:lvl4pPr>
            <a:lvl5pPr>
              <a:defRPr sz="9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F5B66E0-426A-AD0B-7059-33D3C4840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LIGNE 11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6CF3D5-FC32-62A1-5C2F-17B313F6C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239B1-6AFD-4201-AD39-5EBE6686CE2D}" type="slidenum">
              <a:rPr lang="fr-FR" smtClean="0"/>
              <a:t>‹N°›</a:t>
            </a:fld>
            <a:endParaRPr lang="fr-FR"/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98371161-8677-289A-952A-EFF53B97A41D}"/>
              </a:ext>
            </a:extLst>
          </p:cNvPr>
          <p:cNvSpPr/>
          <p:nvPr userDrawn="1"/>
        </p:nvSpPr>
        <p:spPr>
          <a:xfrm>
            <a:off x="353256" y="1366909"/>
            <a:ext cx="3392404" cy="45719"/>
          </a:xfrm>
          <a:custGeom>
            <a:avLst/>
            <a:gdLst>
              <a:gd name="connsiteX0" fmla="*/ 0 w 951166"/>
              <a:gd name="connsiteY0" fmla="*/ 50656 h 50655"/>
              <a:gd name="connsiteX1" fmla="*/ 951166 w 951166"/>
              <a:gd name="connsiteY1" fmla="*/ 5885 h 50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1166" h="50655">
                <a:moveTo>
                  <a:pt x="0" y="50656"/>
                </a:moveTo>
                <a:cubicBezTo>
                  <a:pt x="303020" y="17097"/>
                  <a:pt x="583465" y="-13112"/>
                  <a:pt x="951166" y="5885"/>
                </a:cubicBezTo>
              </a:path>
            </a:pathLst>
          </a:custGeom>
          <a:noFill/>
          <a:ln w="44450" cap="rnd">
            <a:solidFill>
              <a:srgbClr val="00AA91"/>
            </a:solidFill>
            <a:prstDash val="solid"/>
            <a:round/>
          </a:ln>
        </p:spPr>
        <p:txBody>
          <a:bodyPr rtlCol="0" anchor="ctr"/>
          <a:lstStyle/>
          <a:p>
            <a:endParaRPr lang="fr-FR" sz="1800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A8D3CBAC-9A86-397C-7661-91F70D16FC0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2845" y="156355"/>
            <a:ext cx="11080955" cy="230832"/>
          </a:xfrm>
        </p:spPr>
        <p:txBody>
          <a:bodyPr wrap="square">
            <a:spAutoFit/>
          </a:bodyPr>
          <a:lstStyle>
            <a:lvl1pPr>
              <a:defRPr sz="1000" b="1" cap="all" baseline="0">
                <a:solidFill>
                  <a:srgbClr val="0A0082"/>
                </a:solidFill>
                <a:latin typeface="+mj-lt"/>
              </a:defRPr>
            </a:lvl1pPr>
          </a:lstStyle>
          <a:p>
            <a:pPr lvl="0"/>
            <a:r>
              <a:rPr lang="fr-FR"/>
              <a:t>00. nom de la partie</a:t>
            </a:r>
          </a:p>
        </p:txBody>
      </p:sp>
      <p:cxnSp>
        <p:nvCxnSpPr>
          <p:cNvPr id="12" name="Google Shape;506;g15d7a6ab812_1_11">
            <a:extLst>
              <a:ext uri="{FF2B5EF4-FFF2-40B4-BE49-F238E27FC236}">
                <a16:creationId xmlns:a16="http://schemas.microsoft.com/office/drawing/2014/main" id="{257AFC86-FADA-7CF8-18D9-74909B69DB66}"/>
              </a:ext>
            </a:extLst>
          </p:cNvPr>
          <p:cNvCxnSpPr/>
          <p:nvPr userDrawn="1"/>
        </p:nvCxnSpPr>
        <p:spPr>
          <a:xfrm rot="10800000" flipH="1">
            <a:off x="158400" y="6268100"/>
            <a:ext cx="11875200" cy="21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</p:spPr>
      </p:cxn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B0A65EBC-8619-A824-3466-1E67F4B8B52E}"/>
              </a:ext>
            </a:extLst>
          </p:cNvPr>
          <p:cNvGrpSpPr/>
          <p:nvPr userDrawn="1"/>
        </p:nvGrpSpPr>
        <p:grpSpPr>
          <a:xfrm>
            <a:off x="11534657" y="6393822"/>
            <a:ext cx="542764" cy="356672"/>
            <a:chOff x="11534656" y="6393822"/>
            <a:chExt cx="542765" cy="35667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DC8EE48-2D70-2789-3066-CD5F6D95A4FE}"/>
                </a:ext>
              </a:extLst>
            </p:cNvPr>
            <p:cNvSpPr/>
            <p:nvPr userDrawn="1"/>
          </p:nvSpPr>
          <p:spPr>
            <a:xfrm>
              <a:off x="11534656" y="6393822"/>
              <a:ext cx="542765" cy="35667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800"/>
            </a:p>
          </p:txBody>
        </p:sp>
        <p:pic>
          <p:nvPicPr>
            <p:cNvPr id="14" name="Graphique 13">
              <a:extLst>
                <a:ext uri="{FF2B5EF4-FFF2-40B4-BE49-F238E27FC236}">
                  <a16:creationId xmlns:a16="http://schemas.microsoft.com/office/drawing/2014/main" id="{CF46301C-B855-8B96-61A5-1E1B2D4CE9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609535" y="6471049"/>
              <a:ext cx="389585" cy="2012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01430642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87D5C8-1478-352B-4C27-9C42DB1B5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F5B66E0-426A-AD0B-7059-33D3C4840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LIGNE 11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6CF3D5-FC32-62A1-5C2F-17B313F6C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239B1-6AFD-4201-AD39-5EBE6686CE2D}" type="slidenum">
              <a:rPr lang="fr-FR" smtClean="0"/>
              <a:t>‹N°›</a:t>
            </a:fld>
            <a:endParaRPr lang="fr-FR"/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98371161-8677-289A-952A-EFF53B97A41D}"/>
              </a:ext>
            </a:extLst>
          </p:cNvPr>
          <p:cNvSpPr/>
          <p:nvPr userDrawn="1"/>
        </p:nvSpPr>
        <p:spPr>
          <a:xfrm>
            <a:off x="353256" y="1366909"/>
            <a:ext cx="3392404" cy="45719"/>
          </a:xfrm>
          <a:custGeom>
            <a:avLst/>
            <a:gdLst>
              <a:gd name="connsiteX0" fmla="*/ 0 w 951166"/>
              <a:gd name="connsiteY0" fmla="*/ 50656 h 50655"/>
              <a:gd name="connsiteX1" fmla="*/ 951166 w 951166"/>
              <a:gd name="connsiteY1" fmla="*/ 5885 h 50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1166" h="50655">
                <a:moveTo>
                  <a:pt x="0" y="50656"/>
                </a:moveTo>
                <a:cubicBezTo>
                  <a:pt x="303020" y="17097"/>
                  <a:pt x="583465" y="-13112"/>
                  <a:pt x="951166" y="5885"/>
                </a:cubicBezTo>
              </a:path>
            </a:pathLst>
          </a:custGeom>
          <a:noFill/>
          <a:ln w="44450" cap="rnd">
            <a:solidFill>
              <a:srgbClr val="00AA91"/>
            </a:solidFill>
            <a:prstDash val="solid"/>
            <a:round/>
          </a:ln>
        </p:spPr>
        <p:txBody>
          <a:bodyPr rtlCol="0" anchor="ctr"/>
          <a:lstStyle/>
          <a:p>
            <a:endParaRPr lang="fr-FR" sz="1800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A8D3CBAC-9A86-397C-7661-91F70D16FC0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2845" y="156355"/>
            <a:ext cx="11080955" cy="230832"/>
          </a:xfrm>
        </p:spPr>
        <p:txBody>
          <a:bodyPr wrap="square">
            <a:spAutoFit/>
          </a:bodyPr>
          <a:lstStyle>
            <a:lvl1pPr>
              <a:defRPr sz="1000" b="1" cap="all" baseline="0">
                <a:solidFill>
                  <a:srgbClr val="0A0082"/>
                </a:solidFill>
                <a:latin typeface="+mj-lt"/>
              </a:defRPr>
            </a:lvl1pPr>
          </a:lstStyle>
          <a:p>
            <a:pPr lvl="0"/>
            <a:r>
              <a:rPr lang="fr-FR"/>
              <a:t>00. nom de la partie</a:t>
            </a:r>
          </a:p>
        </p:txBody>
      </p:sp>
      <p:cxnSp>
        <p:nvCxnSpPr>
          <p:cNvPr id="12" name="Google Shape;506;g15d7a6ab812_1_11">
            <a:extLst>
              <a:ext uri="{FF2B5EF4-FFF2-40B4-BE49-F238E27FC236}">
                <a16:creationId xmlns:a16="http://schemas.microsoft.com/office/drawing/2014/main" id="{257AFC86-FADA-7CF8-18D9-74909B69DB66}"/>
              </a:ext>
            </a:extLst>
          </p:cNvPr>
          <p:cNvCxnSpPr/>
          <p:nvPr userDrawn="1"/>
        </p:nvCxnSpPr>
        <p:spPr>
          <a:xfrm rot="10800000" flipH="1">
            <a:off x="158400" y="6268100"/>
            <a:ext cx="11875200" cy="21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</p:spPr>
      </p:cxn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B0A65EBC-8619-A824-3466-1E67F4B8B52E}"/>
              </a:ext>
            </a:extLst>
          </p:cNvPr>
          <p:cNvGrpSpPr/>
          <p:nvPr userDrawn="1"/>
        </p:nvGrpSpPr>
        <p:grpSpPr>
          <a:xfrm>
            <a:off x="11534657" y="6393822"/>
            <a:ext cx="542764" cy="356672"/>
            <a:chOff x="11534656" y="6393822"/>
            <a:chExt cx="542765" cy="35667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DC8EE48-2D70-2789-3066-CD5F6D95A4FE}"/>
                </a:ext>
              </a:extLst>
            </p:cNvPr>
            <p:cNvSpPr/>
            <p:nvPr userDrawn="1"/>
          </p:nvSpPr>
          <p:spPr>
            <a:xfrm>
              <a:off x="11534656" y="6393822"/>
              <a:ext cx="542765" cy="35667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800"/>
            </a:p>
          </p:txBody>
        </p:sp>
        <p:pic>
          <p:nvPicPr>
            <p:cNvPr id="14" name="Graphique 13">
              <a:extLst>
                <a:ext uri="{FF2B5EF4-FFF2-40B4-BE49-F238E27FC236}">
                  <a16:creationId xmlns:a16="http://schemas.microsoft.com/office/drawing/2014/main" id="{CF46301C-B855-8B96-61A5-1E1B2D4CE9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609535" y="6471049"/>
              <a:ext cx="389585" cy="201286"/>
            </a:xfrm>
            <a:prstGeom prst="rect">
              <a:avLst/>
            </a:prstGeom>
          </p:spPr>
        </p:pic>
      </p:grp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95FDBFE8-CF57-B7B4-3282-10B67008972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190878" y="5013961"/>
            <a:ext cx="1674073" cy="397032"/>
          </a:xfrm>
        </p:spPr>
        <p:txBody>
          <a:bodyPr rIns="0"/>
          <a:lstStyle>
            <a:lvl1pPr algn="ctr">
              <a:spcBef>
                <a:spcPts val="2000"/>
              </a:spcBef>
              <a:defRPr sz="1100"/>
            </a:lvl1pPr>
            <a:lvl2pPr>
              <a:defRPr lang="fr-FR" sz="1600" kern="1200">
                <a:solidFill>
                  <a:srgbClr val="0A0082"/>
                </a:solidFill>
                <a:latin typeface="+mn-lt"/>
                <a:ea typeface="+mn-ea"/>
                <a:cs typeface="+mn-cs"/>
              </a:defRPr>
            </a:lvl2pPr>
            <a:lvl3pPr>
              <a:defRPr sz="1200"/>
            </a:lvl3pPr>
            <a:lvl4pPr>
              <a:defRPr sz="1100"/>
            </a:lvl4pPr>
            <a:lvl5pPr>
              <a:defRPr sz="900"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1D62686-76D8-84E8-628B-1BD3F8D8C3B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234333" y="3342594"/>
            <a:ext cx="1630619" cy="313932"/>
          </a:xfrm>
        </p:spPr>
        <p:txBody>
          <a:bodyPr rIns="0"/>
          <a:lstStyle>
            <a:lvl1pPr algn="ctr">
              <a:spcBef>
                <a:spcPts val="2000"/>
              </a:spcBef>
              <a:defRPr sz="1600">
                <a:solidFill>
                  <a:schemeClr val="bg1"/>
                </a:solidFill>
              </a:defRPr>
            </a:lvl1pPr>
            <a:lvl2pPr>
              <a:defRPr lang="fr-FR" sz="1600" kern="1200">
                <a:solidFill>
                  <a:srgbClr val="0A0082"/>
                </a:solidFill>
                <a:latin typeface="+mn-lt"/>
                <a:ea typeface="+mn-ea"/>
                <a:cs typeface="+mn-cs"/>
              </a:defRPr>
            </a:lvl2pPr>
            <a:lvl3pPr>
              <a:defRPr sz="1200"/>
            </a:lvl3pPr>
            <a:lvl4pPr>
              <a:defRPr sz="1100"/>
            </a:lvl4pPr>
            <a:lvl5pPr>
              <a:defRPr sz="900"/>
            </a:lvl5pPr>
          </a:lstStyle>
          <a:p>
            <a:pPr lvl="0"/>
            <a:r>
              <a:rPr lang="fr-FR" dirty="0"/>
              <a:t>00%</a:t>
            </a:r>
          </a:p>
        </p:txBody>
      </p:sp>
      <p:sp>
        <p:nvSpPr>
          <p:cNvPr id="15" name="Espace réservé du contenu 2">
            <a:extLst>
              <a:ext uri="{FF2B5EF4-FFF2-40B4-BE49-F238E27FC236}">
                <a16:creationId xmlns:a16="http://schemas.microsoft.com/office/drawing/2014/main" id="{26186948-DF12-0903-D64C-E1D71190937B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2234333" y="3772891"/>
            <a:ext cx="1630619" cy="313932"/>
          </a:xfrm>
        </p:spPr>
        <p:txBody>
          <a:bodyPr rIns="0"/>
          <a:lstStyle>
            <a:lvl1pPr algn="ctr">
              <a:spcBef>
                <a:spcPts val="2000"/>
              </a:spcBef>
              <a:defRPr sz="1600">
                <a:solidFill>
                  <a:schemeClr val="bg1"/>
                </a:solidFill>
              </a:defRPr>
            </a:lvl1pPr>
            <a:lvl2pPr>
              <a:defRPr lang="fr-FR" sz="1600" kern="1200">
                <a:solidFill>
                  <a:srgbClr val="0A0082"/>
                </a:solidFill>
                <a:latin typeface="+mn-lt"/>
                <a:ea typeface="+mn-ea"/>
                <a:cs typeface="+mn-cs"/>
              </a:defRPr>
            </a:lvl2pPr>
            <a:lvl3pPr>
              <a:defRPr sz="1200"/>
            </a:lvl3pPr>
            <a:lvl4pPr>
              <a:defRPr sz="1100"/>
            </a:lvl4pPr>
            <a:lvl5pPr>
              <a:defRPr sz="900"/>
            </a:lvl5pPr>
          </a:lstStyle>
          <a:p>
            <a:pPr lvl="0"/>
            <a:r>
              <a:rPr lang="fr-FR" dirty="0"/>
              <a:t>00%</a:t>
            </a:r>
          </a:p>
        </p:txBody>
      </p:sp>
    </p:spTree>
    <p:extLst>
      <p:ext uri="{BB962C8B-B14F-4D97-AF65-F5344CB8AC3E}">
        <p14:creationId xmlns:p14="http://schemas.microsoft.com/office/powerpoint/2010/main" val="2304150372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87D5C8-1478-352B-4C27-9C42DB1B5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1D62686-76D8-84E8-628B-1BD3F8D8C3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845" y="2353608"/>
            <a:ext cx="3599548" cy="1811778"/>
          </a:xfrm>
        </p:spPr>
        <p:txBody>
          <a:bodyPr/>
          <a:lstStyle>
            <a:lvl1pPr>
              <a:spcBef>
                <a:spcPts val="2000"/>
              </a:spcBef>
              <a:defRPr sz="1400"/>
            </a:lvl1pPr>
            <a:lvl2pPr>
              <a:defRPr lang="fr-FR" sz="1600" kern="1200">
                <a:solidFill>
                  <a:srgbClr val="0A0082"/>
                </a:solidFill>
                <a:latin typeface="+mn-lt"/>
                <a:ea typeface="+mn-ea"/>
                <a:cs typeface="+mn-cs"/>
              </a:defRPr>
            </a:lvl2pPr>
            <a:lvl3pPr>
              <a:defRPr sz="1200"/>
            </a:lvl3pPr>
            <a:lvl4pPr>
              <a:defRPr sz="1100"/>
            </a:lvl4pPr>
            <a:lvl5pPr>
              <a:defRPr sz="9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F5B66E0-426A-AD0B-7059-33D3C4840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LIGNE 11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6CF3D5-FC32-62A1-5C2F-17B313F6C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239B1-6AFD-4201-AD39-5EBE6686CE2D}" type="slidenum">
              <a:rPr lang="fr-FR" smtClean="0"/>
              <a:t>‹N°›</a:t>
            </a:fld>
            <a:endParaRPr lang="fr-FR"/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98371161-8677-289A-952A-EFF53B97A41D}"/>
              </a:ext>
            </a:extLst>
          </p:cNvPr>
          <p:cNvSpPr/>
          <p:nvPr userDrawn="1"/>
        </p:nvSpPr>
        <p:spPr>
          <a:xfrm>
            <a:off x="353256" y="1366909"/>
            <a:ext cx="3392404" cy="45719"/>
          </a:xfrm>
          <a:custGeom>
            <a:avLst/>
            <a:gdLst>
              <a:gd name="connsiteX0" fmla="*/ 0 w 951166"/>
              <a:gd name="connsiteY0" fmla="*/ 50656 h 50655"/>
              <a:gd name="connsiteX1" fmla="*/ 951166 w 951166"/>
              <a:gd name="connsiteY1" fmla="*/ 5885 h 50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1166" h="50655">
                <a:moveTo>
                  <a:pt x="0" y="50656"/>
                </a:moveTo>
                <a:cubicBezTo>
                  <a:pt x="303020" y="17097"/>
                  <a:pt x="583465" y="-13112"/>
                  <a:pt x="951166" y="5885"/>
                </a:cubicBezTo>
              </a:path>
            </a:pathLst>
          </a:custGeom>
          <a:noFill/>
          <a:ln w="44450" cap="rnd">
            <a:solidFill>
              <a:srgbClr val="00AA91"/>
            </a:solidFill>
            <a:prstDash val="solid"/>
            <a:round/>
          </a:ln>
        </p:spPr>
        <p:txBody>
          <a:bodyPr rtlCol="0" anchor="ctr"/>
          <a:lstStyle/>
          <a:p>
            <a:endParaRPr lang="fr-FR" sz="1800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A8D3CBAC-9A86-397C-7661-91F70D16FC0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2845" y="156355"/>
            <a:ext cx="11080955" cy="230832"/>
          </a:xfrm>
        </p:spPr>
        <p:txBody>
          <a:bodyPr wrap="square">
            <a:spAutoFit/>
          </a:bodyPr>
          <a:lstStyle>
            <a:lvl1pPr>
              <a:defRPr sz="1000" b="1" cap="all" baseline="0">
                <a:solidFill>
                  <a:srgbClr val="0A0082"/>
                </a:solidFill>
                <a:latin typeface="+mj-lt"/>
              </a:defRPr>
            </a:lvl1pPr>
          </a:lstStyle>
          <a:p>
            <a:pPr lvl="0"/>
            <a:r>
              <a:rPr lang="fr-FR"/>
              <a:t>00. nom de la partie</a:t>
            </a:r>
          </a:p>
        </p:txBody>
      </p:sp>
      <p:cxnSp>
        <p:nvCxnSpPr>
          <p:cNvPr id="12" name="Google Shape;506;g15d7a6ab812_1_11">
            <a:extLst>
              <a:ext uri="{FF2B5EF4-FFF2-40B4-BE49-F238E27FC236}">
                <a16:creationId xmlns:a16="http://schemas.microsoft.com/office/drawing/2014/main" id="{257AFC86-FADA-7CF8-18D9-74909B69DB66}"/>
              </a:ext>
            </a:extLst>
          </p:cNvPr>
          <p:cNvCxnSpPr/>
          <p:nvPr userDrawn="1"/>
        </p:nvCxnSpPr>
        <p:spPr>
          <a:xfrm rot="10800000" flipH="1">
            <a:off x="158400" y="6268100"/>
            <a:ext cx="11875200" cy="21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</p:spPr>
      </p:cxn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B0A65EBC-8619-A824-3466-1E67F4B8B52E}"/>
              </a:ext>
            </a:extLst>
          </p:cNvPr>
          <p:cNvGrpSpPr/>
          <p:nvPr userDrawn="1"/>
        </p:nvGrpSpPr>
        <p:grpSpPr>
          <a:xfrm>
            <a:off x="11534657" y="6393822"/>
            <a:ext cx="542764" cy="356672"/>
            <a:chOff x="11534656" y="6393822"/>
            <a:chExt cx="542765" cy="35667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DC8EE48-2D70-2789-3066-CD5F6D95A4FE}"/>
                </a:ext>
              </a:extLst>
            </p:cNvPr>
            <p:cNvSpPr/>
            <p:nvPr userDrawn="1"/>
          </p:nvSpPr>
          <p:spPr>
            <a:xfrm>
              <a:off x="11534656" y="6393822"/>
              <a:ext cx="542765" cy="35667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800"/>
            </a:p>
          </p:txBody>
        </p:sp>
        <p:pic>
          <p:nvPicPr>
            <p:cNvPr id="14" name="Graphique 13">
              <a:extLst>
                <a:ext uri="{FF2B5EF4-FFF2-40B4-BE49-F238E27FC236}">
                  <a16:creationId xmlns:a16="http://schemas.microsoft.com/office/drawing/2014/main" id="{CF46301C-B855-8B96-61A5-1E1B2D4CE9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609535" y="6471049"/>
              <a:ext cx="389585" cy="2012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54224336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87D5C8-1478-352B-4C27-9C42DB1B5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1D62686-76D8-84E8-628B-1BD3F8D8C3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847" y="1825833"/>
            <a:ext cx="9122946" cy="31393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F5B66E0-426A-AD0B-7059-33D3C4840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LIGNE 11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6CF3D5-FC32-62A1-5C2F-17B313F6C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239B1-6AFD-4201-AD39-5EBE6686CE2D}" type="slidenum">
              <a:rPr lang="fr-FR" smtClean="0"/>
              <a:t>‹N°›</a:t>
            </a:fld>
            <a:endParaRPr lang="fr-FR"/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98371161-8677-289A-952A-EFF53B97A41D}"/>
              </a:ext>
            </a:extLst>
          </p:cNvPr>
          <p:cNvSpPr/>
          <p:nvPr userDrawn="1"/>
        </p:nvSpPr>
        <p:spPr>
          <a:xfrm>
            <a:off x="353256" y="1366909"/>
            <a:ext cx="3392404" cy="45719"/>
          </a:xfrm>
          <a:custGeom>
            <a:avLst/>
            <a:gdLst>
              <a:gd name="connsiteX0" fmla="*/ 0 w 951166"/>
              <a:gd name="connsiteY0" fmla="*/ 50656 h 50655"/>
              <a:gd name="connsiteX1" fmla="*/ 951166 w 951166"/>
              <a:gd name="connsiteY1" fmla="*/ 5885 h 50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1166" h="50655">
                <a:moveTo>
                  <a:pt x="0" y="50656"/>
                </a:moveTo>
                <a:cubicBezTo>
                  <a:pt x="303020" y="17097"/>
                  <a:pt x="583465" y="-13112"/>
                  <a:pt x="951166" y="5885"/>
                </a:cubicBezTo>
              </a:path>
            </a:pathLst>
          </a:custGeom>
          <a:noFill/>
          <a:ln w="44450" cap="rnd">
            <a:solidFill>
              <a:srgbClr val="00AA91"/>
            </a:solidFill>
            <a:prstDash val="solid"/>
            <a:round/>
          </a:ln>
        </p:spPr>
        <p:txBody>
          <a:bodyPr rtlCol="0" anchor="ctr"/>
          <a:lstStyle/>
          <a:p>
            <a:endParaRPr lang="fr-FR" sz="1800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A8D3CBAC-9A86-397C-7661-91F70D16FC0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2845" y="156355"/>
            <a:ext cx="11080955" cy="230832"/>
          </a:xfrm>
        </p:spPr>
        <p:txBody>
          <a:bodyPr wrap="square">
            <a:spAutoFit/>
          </a:bodyPr>
          <a:lstStyle>
            <a:lvl1pPr>
              <a:defRPr sz="1000" b="1" cap="all" baseline="0">
                <a:solidFill>
                  <a:srgbClr val="0A0082"/>
                </a:solidFill>
                <a:latin typeface="+mj-lt"/>
              </a:defRPr>
            </a:lvl1pPr>
          </a:lstStyle>
          <a:p>
            <a:pPr lvl="0"/>
            <a:r>
              <a:rPr lang="fr-FR"/>
              <a:t>00. nom de la partie</a:t>
            </a:r>
          </a:p>
        </p:txBody>
      </p:sp>
      <p:cxnSp>
        <p:nvCxnSpPr>
          <p:cNvPr id="12" name="Google Shape;506;g15d7a6ab812_1_11">
            <a:extLst>
              <a:ext uri="{FF2B5EF4-FFF2-40B4-BE49-F238E27FC236}">
                <a16:creationId xmlns:a16="http://schemas.microsoft.com/office/drawing/2014/main" id="{257AFC86-FADA-7CF8-18D9-74909B69DB66}"/>
              </a:ext>
            </a:extLst>
          </p:cNvPr>
          <p:cNvCxnSpPr/>
          <p:nvPr userDrawn="1"/>
        </p:nvCxnSpPr>
        <p:spPr>
          <a:xfrm rot="10800000" flipH="1">
            <a:off x="158400" y="6268100"/>
            <a:ext cx="11875200" cy="21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4" name="Espace réservé du texte 12">
            <a:extLst>
              <a:ext uri="{FF2B5EF4-FFF2-40B4-BE49-F238E27FC236}">
                <a16:creationId xmlns:a16="http://schemas.microsoft.com/office/drawing/2014/main" id="{886D40ED-3210-13B5-B886-BE405774828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73051" y="2660650"/>
            <a:ext cx="5345113" cy="1173655"/>
          </a:xfrm>
        </p:spPr>
        <p:txBody>
          <a:bodyPr/>
          <a:lstStyle>
            <a:lvl1pPr>
              <a:spcAft>
                <a:spcPts val="600"/>
              </a:spcAft>
              <a:defRPr lang="fr-FR" sz="1800" kern="1200" smtClean="0">
                <a:solidFill>
                  <a:srgbClr val="0A0082"/>
                </a:solidFill>
                <a:latin typeface="+mn-lt"/>
                <a:ea typeface="+mn-ea"/>
                <a:cs typeface="+mn-cs"/>
              </a:defRPr>
            </a:lvl1pPr>
            <a:lvl2pPr marL="285750" indent="-285750">
              <a:spcBef>
                <a:spcPts val="500"/>
              </a:spcBef>
              <a:spcAft>
                <a:spcPts val="0"/>
              </a:spcAft>
              <a:buFontTx/>
              <a:buBlip>
                <a:blip r:embed="rId2"/>
              </a:buBlip>
              <a:defRPr sz="1400">
                <a:solidFill>
                  <a:srgbClr val="1D1E1C"/>
                </a:solidFill>
              </a:defRPr>
            </a:lvl2pPr>
            <a:lvl3pPr marL="446088" indent="-180975">
              <a:buFontTx/>
              <a:buBlip>
                <a:blip r:embed="rId3"/>
              </a:buBlip>
              <a:defRPr sz="1200"/>
            </a:lvl3pPr>
            <a:lvl4pPr marL="268288" indent="-268288">
              <a:spcBef>
                <a:spcPts val="1000"/>
              </a:spcBef>
              <a:buFontTx/>
              <a:buBlip>
                <a:blip r:embed="rId4"/>
              </a:buBlip>
              <a:tabLst/>
              <a:defRPr sz="1000" b="1">
                <a:solidFill>
                  <a:schemeClr val="accent1"/>
                </a:solidFill>
              </a:defRPr>
            </a:lvl4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16" name="Espace réservé du texte 12">
            <a:extLst>
              <a:ext uri="{FF2B5EF4-FFF2-40B4-BE49-F238E27FC236}">
                <a16:creationId xmlns:a16="http://schemas.microsoft.com/office/drawing/2014/main" id="{C0F5177C-D8DA-F5A2-A7FB-5B040AF2264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07721" y="2660650"/>
            <a:ext cx="5345113" cy="1173655"/>
          </a:xfrm>
        </p:spPr>
        <p:txBody>
          <a:bodyPr/>
          <a:lstStyle>
            <a:lvl1pPr>
              <a:spcAft>
                <a:spcPts val="600"/>
              </a:spcAft>
              <a:defRPr lang="fr-FR" sz="1800" kern="1200" smtClean="0">
                <a:solidFill>
                  <a:srgbClr val="0A0082"/>
                </a:solidFill>
                <a:latin typeface="+mn-lt"/>
                <a:ea typeface="+mn-ea"/>
                <a:cs typeface="+mn-cs"/>
              </a:defRPr>
            </a:lvl1pPr>
            <a:lvl2pPr marL="285750" indent="-285750">
              <a:spcBef>
                <a:spcPts val="500"/>
              </a:spcBef>
              <a:spcAft>
                <a:spcPts val="0"/>
              </a:spcAft>
              <a:buFontTx/>
              <a:buBlip>
                <a:blip r:embed="rId2"/>
              </a:buBlip>
              <a:defRPr sz="1400">
                <a:solidFill>
                  <a:srgbClr val="1D1E1C"/>
                </a:solidFill>
              </a:defRPr>
            </a:lvl2pPr>
            <a:lvl3pPr marL="446088" indent="-180975">
              <a:buFontTx/>
              <a:buBlip>
                <a:blip r:embed="rId3"/>
              </a:buBlip>
              <a:defRPr sz="1200"/>
            </a:lvl3pPr>
            <a:lvl4pPr marL="268288" indent="-268288">
              <a:spcBef>
                <a:spcPts val="1000"/>
              </a:spcBef>
              <a:buFontTx/>
              <a:buBlip>
                <a:blip r:embed="rId4"/>
              </a:buBlip>
              <a:tabLst/>
              <a:defRPr sz="1000" b="1">
                <a:solidFill>
                  <a:schemeClr val="accent1"/>
                </a:solidFill>
              </a:defRPr>
            </a:lvl4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E5C3971F-9C7A-8440-7A78-BE613A86F1DA}"/>
              </a:ext>
            </a:extLst>
          </p:cNvPr>
          <p:cNvGrpSpPr/>
          <p:nvPr userDrawn="1"/>
        </p:nvGrpSpPr>
        <p:grpSpPr>
          <a:xfrm>
            <a:off x="11534657" y="6393822"/>
            <a:ext cx="542764" cy="356672"/>
            <a:chOff x="11534656" y="6393822"/>
            <a:chExt cx="542765" cy="35667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D5DB11B-BD25-18B3-587D-F5A9DE2114A7}"/>
                </a:ext>
              </a:extLst>
            </p:cNvPr>
            <p:cNvSpPr/>
            <p:nvPr userDrawn="1"/>
          </p:nvSpPr>
          <p:spPr>
            <a:xfrm>
              <a:off x="11534656" y="6393822"/>
              <a:ext cx="542765" cy="35667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800"/>
            </a:p>
          </p:txBody>
        </p:sp>
        <p:pic>
          <p:nvPicPr>
            <p:cNvPr id="15" name="Graphique 14">
              <a:extLst>
                <a:ext uri="{FF2B5EF4-FFF2-40B4-BE49-F238E27FC236}">
                  <a16:creationId xmlns:a16="http://schemas.microsoft.com/office/drawing/2014/main" id="{96267B8B-349E-69E9-C519-1B0B44AA2F6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1609535" y="6471049"/>
              <a:ext cx="389585" cy="2012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64932713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87D5C8-1478-352B-4C27-9C42DB1B5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1D62686-76D8-84E8-628B-1BD3F8D8C3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847" y="1825833"/>
            <a:ext cx="9122946" cy="31393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F5B66E0-426A-AD0B-7059-33D3C4840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LIGNE 11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6CF3D5-FC32-62A1-5C2F-17B313F6C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239B1-6AFD-4201-AD39-5EBE6686CE2D}" type="slidenum">
              <a:rPr lang="fr-FR" smtClean="0"/>
              <a:t>‹N°›</a:t>
            </a:fld>
            <a:endParaRPr lang="fr-FR"/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98371161-8677-289A-952A-EFF53B97A41D}"/>
              </a:ext>
            </a:extLst>
          </p:cNvPr>
          <p:cNvSpPr/>
          <p:nvPr userDrawn="1"/>
        </p:nvSpPr>
        <p:spPr>
          <a:xfrm>
            <a:off x="353256" y="1366909"/>
            <a:ext cx="3392404" cy="45719"/>
          </a:xfrm>
          <a:custGeom>
            <a:avLst/>
            <a:gdLst>
              <a:gd name="connsiteX0" fmla="*/ 0 w 951166"/>
              <a:gd name="connsiteY0" fmla="*/ 50656 h 50655"/>
              <a:gd name="connsiteX1" fmla="*/ 951166 w 951166"/>
              <a:gd name="connsiteY1" fmla="*/ 5885 h 50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1166" h="50655">
                <a:moveTo>
                  <a:pt x="0" y="50656"/>
                </a:moveTo>
                <a:cubicBezTo>
                  <a:pt x="303020" y="17097"/>
                  <a:pt x="583465" y="-13112"/>
                  <a:pt x="951166" y="5885"/>
                </a:cubicBezTo>
              </a:path>
            </a:pathLst>
          </a:custGeom>
          <a:noFill/>
          <a:ln w="44450" cap="rnd">
            <a:solidFill>
              <a:srgbClr val="00AA91"/>
            </a:solidFill>
            <a:prstDash val="solid"/>
            <a:round/>
          </a:ln>
        </p:spPr>
        <p:txBody>
          <a:bodyPr rtlCol="0" anchor="ctr"/>
          <a:lstStyle/>
          <a:p>
            <a:endParaRPr lang="fr-FR" sz="1800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A8D3CBAC-9A86-397C-7661-91F70D16FC0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2845" y="156355"/>
            <a:ext cx="11080955" cy="230832"/>
          </a:xfrm>
        </p:spPr>
        <p:txBody>
          <a:bodyPr wrap="square">
            <a:spAutoFit/>
          </a:bodyPr>
          <a:lstStyle>
            <a:lvl1pPr>
              <a:defRPr sz="1000" b="1" cap="all" baseline="0">
                <a:solidFill>
                  <a:srgbClr val="0A0082"/>
                </a:solidFill>
                <a:latin typeface="+mj-lt"/>
              </a:defRPr>
            </a:lvl1pPr>
          </a:lstStyle>
          <a:p>
            <a:pPr lvl="0"/>
            <a:r>
              <a:rPr lang="fr-FR"/>
              <a:t>00. nom de la partie</a:t>
            </a:r>
          </a:p>
        </p:txBody>
      </p:sp>
      <p:cxnSp>
        <p:nvCxnSpPr>
          <p:cNvPr id="12" name="Google Shape;506;g15d7a6ab812_1_11">
            <a:extLst>
              <a:ext uri="{FF2B5EF4-FFF2-40B4-BE49-F238E27FC236}">
                <a16:creationId xmlns:a16="http://schemas.microsoft.com/office/drawing/2014/main" id="{257AFC86-FADA-7CF8-18D9-74909B69DB66}"/>
              </a:ext>
            </a:extLst>
          </p:cNvPr>
          <p:cNvCxnSpPr/>
          <p:nvPr userDrawn="1"/>
        </p:nvCxnSpPr>
        <p:spPr>
          <a:xfrm rot="10800000" flipH="1">
            <a:off x="158400" y="6268100"/>
            <a:ext cx="11875200" cy="21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4" name="Espace réservé du texte 12">
            <a:extLst>
              <a:ext uri="{FF2B5EF4-FFF2-40B4-BE49-F238E27FC236}">
                <a16:creationId xmlns:a16="http://schemas.microsoft.com/office/drawing/2014/main" id="{886D40ED-3210-13B5-B886-BE405774828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73052" y="2660650"/>
            <a:ext cx="3638885" cy="1422954"/>
          </a:xfrm>
        </p:spPr>
        <p:txBody>
          <a:bodyPr/>
          <a:lstStyle>
            <a:lvl1pPr>
              <a:spcAft>
                <a:spcPts val="600"/>
              </a:spcAft>
              <a:defRPr lang="fr-FR" sz="1800" kern="1200" smtClean="0">
                <a:solidFill>
                  <a:srgbClr val="0A0082"/>
                </a:solidFill>
                <a:latin typeface="+mn-lt"/>
                <a:ea typeface="+mn-ea"/>
                <a:cs typeface="+mn-cs"/>
              </a:defRPr>
            </a:lvl1pPr>
            <a:lvl2pPr marL="285750" indent="-285750">
              <a:spcBef>
                <a:spcPts val="500"/>
              </a:spcBef>
              <a:spcAft>
                <a:spcPts val="0"/>
              </a:spcAft>
              <a:buFontTx/>
              <a:buBlip>
                <a:blip r:embed="rId2"/>
              </a:buBlip>
              <a:defRPr sz="1400">
                <a:solidFill>
                  <a:srgbClr val="1D1E1C"/>
                </a:solidFill>
              </a:defRPr>
            </a:lvl2pPr>
            <a:lvl3pPr marL="446088" indent="-180975">
              <a:buFontTx/>
              <a:buBlip>
                <a:blip r:embed="rId3"/>
              </a:buBlip>
              <a:defRPr sz="1200"/>
            </a:lvl3pPr>
            <a:lvl4pPr marL="268288" indent="-268288">
              <a:spcBef>
                <a:spcPts val="1000"/>
              </a:spcBef>
              <a:buFontTx/>
              <a:buBlip>
                <a:blip r:embed="rId4"/>
              </a:buBlip>
              <a:tabLst/>
              <a:defRPr sz="1000" b="1">
                <a:solidFill>
                  <a:schemeClr val="accent1"/>
                </a:solidFill>
              </a:defRPr>
            </a:lvl4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4" name="Espace réservé du texte 12">
            <a:extLst>
              <a:ext uri="{FF2B5EF4-FFF2-40B4-BE49-F238E27FC236}">
                <a16:creationId xmlns:a16="http://schemas.microsoft.com/office/drawing/2014/main" id="{B6110E3E-693D-CC39-7736-C55972ED269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993880" y="2660650"/>
            <a:ext cx="3638885" cy="1422954"/>
          </a:xfrm>
        </p:spPr>
        <p:txBody>
          <a:bodyPr/>
          <a:lstStyle>
            <a:lvl1pPr>
              <a:spcAft>
                <a:spcPts val="600"/>
              </a:spcAft>
              <a:defRPr lang="fr-FR" sz="1800" kern="1200" smtClean="0">
                <a:solidFill>
                  <a:srgbClr val="0A0082"/>
                </a:solidFill>
                <a:latin typeface="+mn-lt"/>
                <a:ea typeface="+mn-ea"/>
                <a:cs typeface="+mn-cs"/>
              </a:defRPr>
            </a:lvl1pPr>
            <a:lvl2pPr marL="285750" indent="-285750">
              <a:spcBef>
                <a:spcPts val="500"/>
              </a:spcBef>
              <a:spcAft>
                <a:spcPts val="0"/>
              </a:spcAft>
              <a:buFontTx/>
              <a:buBlip>
                <a:blip r:embed="rId2"/>
              </a:buBlip>
              <a:defRPr sz="1400">
                <a:solidFill>
                  <a:srgbClr val="1D1E1C"/>
                </a:solidFill>
              </a:defRPr>
            </a:lvl2pPr>
            <a:lvl3pPr marL="446088" indent="-180975">
              <a:buFontTx/>
              <a:buBlip>
                <a:blip r:embed="rId3"/>
              </a:buBlip>
              <a:defRPr sz="1200"/>
            </a:lvl3pPr>
            <a:lvl4pPr marL="268288" indent="-268288">
              <a:spcBef>
                <a:spcPts val="1000"/>
              </a:spcBef>
              <a:buFontTx/>
              <a:buBlip>
                <a:blip r:embed="rId4"/>
              </a:buBlip>
              <a:tabLst/>
              <a:defRPr sz="1000" b="1">
                <a:solidFill>
                  <a:schemeClr val="accent1"/>
                </a:solidFill>
              </a:defRPr>
            </a:lvl4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7" name="Espace réservé du texte 12">
            <a:extLst>
              <a:ext uri="{FF2B5EF4-FFF2-40B4-BE49-F238E27FC236}">
                <a16:creationId xmlns:a16="http://schemas.microsoft.com/office/drawing/2014/main" id="{C38EDD27-54D4-98E9-C9F9-AC1C60AD51C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714913" y="2660650"/>
            <a:ext cx="3638885" cy="1422954"/>
          </a:xfrm>
        </p:spPr>
        <p:txBody>
          <a:bodyPr/>
          <a:lstStyle>
            <a:lvl1pPr>
              <a:spcAft>
                <a:spcPts val="600"/>
              </a:spcAft>
              <a:defRPr lang="fr-FR" sz="1800" kern="1200" smtClean="0">
                <a:solidFill>
                  <a:srgbClr val="0A0082"/>
                </a:solidFill>
                <a:latin typeface="+mn-lt"/>
                <a:ea typeface="+mn-ea"/>
                <a:cs typeface="+mn-cs"/>
              </a:defRPr>
            </a:lvl1pPr>
            <a:lvl2pPr marL="285750" indent="-285750">
              <a:spcBef>
                <a:spcPts val="500"/>
              </a:spcBef>
              <a:spcAft>
                <a:spcPts val="0"/>
              </a:spcAft>
              <a:buFontTx/>
              <a:buBlip>
                <a:blip r:embed="rId2"/>
              </a:buBlip>
              <a:defRPr sz="1400">
                <a:solidFill>
                  <a:srgbClr val="1D1E1C"/>
                </a:solidFill>
              </a:defRPr>
            </a:lvl2pPr>
            <a:lvl3pPr marL="446088" indent="-180975">
              <a:buFontTx/>
              <a:buBlip>
                <a:blip r:embed="rId3"/>
              </a:buBlip>
              <a:defRPr sz="1200"/>
            </a:lvl3pPr>
            <a:lvl4pPr marL="268288" indent="-268288">
              <a:spcBef>
                <a:spcPts val="1000"/>
              </a:spcBef>
              <a:buFontTx/>
              <a:buBlip>
                <a:blip r:embed="rId4"/>
              </a:buBlip>
              <a:tabLst/>
              <a:defRPr sz="1000" b="1">
                <a:solidFill>
                  <a:schemeClr val="accent1"/>
                </a:solidFill>
              </a:defRPr>
            </a:lvl4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82FE64CD-1DA8-6D44-38E4-1DBB40B5DD3B}"/>
              </a:ext>
            </a:extLst>
          </p:cNvPr>
          <p:cNvGrpSpPr/>
          <p:nvPr userDrawn="1"/>
        </p:nvGrpSpPr>
        <p:grpSpPr>
          <a:xfrm>
            <a:off x="11534657" y="6393822"/>
            <a:ext cx="542764" cy="356672"/>
            <a:chOff x="11534656" y="6393822"/>
            <a:chExt cx="542765" cy="35667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9FB03F1-11CF-691F-5333-B948896474A4}"/>
                </a:ext>
              </a:extLst>
            </p:cNvPr>
            <p:cNvSpPr/>
            <p:nvPr userDrawn="1"/>
          </p:nvSpPr>
          <p:spPr>
            <a:xfrm>
              <a:off x="11534656" y="6393822"/>
              <a:ext cx="542765" cy="35667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800"/>
            </a:p>
          </p:txBody>
        </p:sp>
        <p:pic>
          <p:nvPicPr>
            <p:cNvPr id="17" name="Graphique 16">
              <a:extLst>
                <a:ext uri="{FF2B5EF4-FFF2-40B4-BE49-F238E27FC236}">
                  <a16:creationId xmlns:a16="http://schemas.microsoft.com/office/drawing/2014/main" id="{6EA28DD3-84B0-EEB7-36BE-5DB724FFCF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1609535" y="6471049"/>
              <a:ext cx="389585" cy="2012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52364353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87D5C8-1478-352B-4C27-9C42DB1B5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1D62686-76D8-84E8-628B-1BD3F8D8C3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49" y="2812901"/>
            <a:ext cx="4777975" cy="1728678"/>
          </a:xfrm>
        </p:spPr>
        <p:txBody>
          <a:bodyPr anchor="ctr" anchorCtr="0"/>
          <a:lstStyle>
            <a:lvl2pPr>
              <a:defRPr lang="fr-FR" sz="1800" kern="1200">
                <a:solidFill>
                  <a:srgbClr val="0A0082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F5B66E0-426A-AD0B-7059-33D3C4840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LIGNE 11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6CF3D5-FC32-62A1-5C2F-17B313F6C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239B1-6AFD-4201-AD39-5EBE6686CE2D}" type="slidenum">
              <a:rPr lang="fr-FR" smtClean="0"/>
              <a:t>‹N°›</a:t>
            </a:fld>
            <a:endParaRPr lang="fr-FR"/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98371161-8677-289A-952A-EFF53B97A41D}"/>
              </a:ext>
            </a:extLst>
          </p:cNvPr>
          <p:cNvSpPr/>
          <p:nvPr userDrawn="1"/>
        </p:nvSpPr>
        <p:spPr>
          <a:xfrm>
            <a:off x="353256" y="1366909"/>
            <a:ext cx="3392404" cy="45719"/>
          </a:xfrm>
          <a:custGeom>
            <a:avLst/>
            <a:gdLst>
              <a:gd name="connsiteX0" fmla="*/ 0 w 951166"/>
              <a:gd name="connsiteY0" fmla="*/ 50656 h 50655"/>
              <a:gd name="connsiteX1" fmla="*/ 951166 w 951166"/>
              <a:gd name="connsiteY1" fmla="*/ 5885 h 50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1166" h="50655">
                <a:moveTo>
                  <a:pt x="0" y="50656"/>
                </a:moveTo>
                <a:cubicBezTo>
                  <a:pt x="303020" y="17097"/>
                  <a:pt x="583465" y="-13112"/>
                  <a:pt x="951166" y="5885"/>
                </a:cubicBezTo>
              </a:path>
            </a:pathLst>
          </a:custGeom>
          <a:noFill/>
          <a:ln w="44450" cap="rnd">
            <a:solidFill>
              <a:srgbClr val="00AA91"/>
            </a:solidFill>
            <a:prstDash val="solid"/>
            <a:round/>
          </a:ln>
        </p:spPr>
        <p:txBody>
          <a:bodyPr rtlCol="0" anchor="ctr"/>
          <a:lstStyle/>
          <a:p>
            <a:endParaRPr lang="fr-FR" sz="1800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A8D3CBAC-9A86-397C-7661-91F70D16FC0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2845" y="156355"/>
            <a:ext cx="11080955" cy="230832"/>
          </a:xfrm>
        </p:spPr>
        <p:txBody>
          <a:bodyPr wrap="square">
            <a:spAutoFit/>
          </a:bodyPr>
          <a:lstStyle>
            <a:lvl1pPr>
              <a:defRPr sz="1000" b="1" cap="all" baseline="0">
                <a:solidFill>
                  <a:srgbClr val="0A0082"/>
                </a:solidFill>
                <a:latin typeface="+mj-lt"/>
              </a:defRPr>
            </a:lvl1pPr>
          </a:lstStyle>
          <a:p>
            <a:pPr lvl="0"/>
            <a:r>
              <a:rPr lang="fr-FR"/>
              <a:t>00. nom de la partie</a:t>
            </a:r>
          </a:p>
        </p:txBody>
      </p:sp>
      <p:cxnSp>
        <p:nvCxnSpPr>
          <p:cNvPr id="12" name="Google Shape;506;g15d7a6ab812_1_11">
            <a:extLst>
              <a:ext uri="{FF2B5EF4-FFF2-40B4-BE49-F238E27FC236}">
                <a16:creationId xmlns:a16="http://schemas.microsoft.com/office/drawing/2014/main" id="{257AFC86-FADA-7CF8-18D9-74909B69DB66}"/>
              </a:ext>
            </a:extLst>
          </p:cNvPr>
          <p:cNvCxnSpPr/>
          <p:nvPr userDrawn="1"/>
        </p:nvCxnSpPr>
        <p:spPr>
          <a:xfrm rot="10800000" flipH="1">
            <a:off x="158400" y="6268100"/>
            <a:ext cx="11875200" cy="21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4" name="Espace réservé pour une image  8">
            <a:extLst>
              <a:ext uri="{FF2B5EF4-FFF2-40B4-BE49-F238E27FC236}">
                <a16:creationId xmlns:a16="http://schemas.microsoft.com/office/drawing/2014/main" id="{82E7F044-2FCE-FA00-0A82-565D85D93E5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72844" y="1756975"/>
            <a:ext cx="4099321" cy="316968"/>
          </a:xfrm>
          <a:prstGeom prst="roundRect">
            <a:avLst>
              <a:gd name="adj" fmla="val 2574"/>
            </a:avLst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43F0B0DD-2F11-B376-5777-4D003F066D6B}"/>
              </a:ext>
            </a:extLst>
          </p:cNvPr>
          <p:cNvGrpSpPr/>
          <p:nvPr userDrawn="1"/>
        </p:nvGrpSpPr>
        <p:grpSpPr>
          <a:xfrm>
            <a:off x="11534657" y="6393822"/>
            <a:ext cx="542764" cy="356672"/>
            <a:chOff x="11534656" y="6393822"/>
            <a:chExt cx="542765" cy="356672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B62BA72-8630-443C-5105-1A20E37B9660}"/>
                </a:ext>
              </a:extLst>
            </p:cNvPr>
            <p:cNvSpPr/>
            <p:nvPr userDrawn="1"/>
          </p:nvSpPr>
          <p:spPr>
            <a:xfrm>
              <a:off x="11534656" y="6393822"/>
              <a:ext cx="542765" cy="35667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800"/>
            </a:p>
          </p:txBody>
        </p:sp>
        <p:pic>
          <p:nvPicPr>
            <p:cNvPr id="15" name="Graphique 14">
              <a:extLst>
                <a:ext uri="{FF2B5EF4-FFF2-40B4-BE49-F238E27FC236}">
                  <a16:creationId xmlns:a16="http://schemas.microsoft.com/office/drawing/2014/main" id="{8CCD170B-AC51-C8C6-27BE-AED971F0CEA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609535" y="6471049"/>
              <a:ext cx="389585" cy="2012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32289278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87D5C8-1478-352B-4C27-9C42DB1B5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F5B66E0-426A-AD0B-7059-33D3C4840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LIGNE 11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6CF3D5-FC32-62A1-5C2F-17B313F6C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239B1-6AFD-4201-AD39-5EBE6686CE2D}" type="slidenum">
              <a:rPr lang="fr-FR" smtClean="0"/>
              <a:t>‹N°›</a:t>
            </a:fld>
            <a:endParaRPr lang="fr-FR"/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98371161-8677-289A-952A-EFF53B97A41D}"/>
              </a:ext>
            </a:extLst>
          </p:cNvPr>
          <p:cNvSpPr/>
          <p:nvPr userDrawn="1"/>
        </p:nvSpPr>
        <p:spPr>
          <a:xfrm>
            <a:off x="353256" y="1366909"/>
            <a:ext cx="3392404" cy="45719"/>
          </a:xfrm>
          <a:custGeom>
            <a:avLst/>
            <a:gdLst>
              <a:gd name="connsiteX0" fmla="*/ 0 w 951166"/>
              <a:gd name="connsiteY0" fmla="*/ 50656 h 50655"/>
              <a:gd name="connsiteX1" fmla="*/ 951166 w 951166"/>
              <a:gd name="connsiteY1" fmla="*/ 5885 h 50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1166" h="50655">
                <a:moveTo>
                  <a:pt x="0" y="50656"/>
                </a:moveTo>
                <a:cubicBezTo>
                  <a:pt x="303020" y="17097"/>
                  <a:pt x="583465" y="-13112"/>
                  <a:pt x="951166" y="5885"/>
                </a:cubicBezTo>
              </a:path>
            </a:pathLst>
          </a:custGeom>
          <a:noFill/>
          <a:ln w="44450" cap="rnd">
            <a:solidFill>
              <a:srgbClr val="00AA91"/>
            </a:solidFill>
            <a:prstDash val="solid"/>
            <a:round/>
          </a:ln>
        </p:spPr>
        <p:txBody>
          <a:bodyPr rtlCol="0" anchor="ctr"/>
          <a:lstStyle/>
          <a:p>
            <a:endParaRPr lang="fr-FR" sz="1800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A8D3CBAC-9A86-397C-7661-91F70D16FC0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2845" y="156355"/>
            <a:ext cx="11080955" cy="230832"/>
          </a:xfrm>
        </p:spPr>
        <p:txBody>
          <a:bodyPr wrap="square">
            <a:spAutoFit/>
          </a:bodyPr>
          <a:lstStyle>
            <a:lvl1pPr>
              <a:defRPr sz="1000" b="1" cap="all" baseline="0">
                <a:solidFill>
                  <a:srgbClr val="0A0082"/>
                </a:solidFill>
                <a:latin typeface="+mj-lt"/>
              </a:defRPr>
            </a:lvl1pPr>
          </a:lstStyle>
          <a:p>
            <a:pPr lvl="0"/>
            <a:r>
              <a:rPr lang="fr-FR"/>
              <a:t>00. nom de la partie</a:t>
            </a:r>
          </a:p>
        </p:txBody>
      </p:sp>
      <p:cxnSp>
        <p:nvCxnSpPr>
          <p:cNvPr id="12" name="Google Shape;506;g15d7a6ab812_1_11">
            <a:extLst>
              <a:ext uri="{FF2B5EF4-FFF2-40B4-BE49-F238E27FC236}">
                <a16:creationId xmlns:a16="http://schemas.microsoft.com/office/drawing/2014/main" id="{257AFC86-FADA-7CF8-18D9-74909B69DB66}"/>
              </a:ext>
            </a:extLst>
          </p:cNvPr>
          <p:cNvCxnSpPr/>
          <p:nvPr userDrawn="1"/>
        </p:nvCxnSpPr>
        <p:spPr>
          <a:xfrm rot="10800000" flipH="1">
            <a:off x="158400" y="6268100"/>
            <a:ext cx="11875200" cy="21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4" name="Espace réservé pour une image  8">
            <a:extLst>
              <a:ext uri="{FF2B5EF4-FFF2-40B4-BE49-F238E27FC236}">
                <a16:creationId xmlns:a16="http://schemas.microsoft.com/office/drawing/2014/main" id="{82E7F044-2FCE-FA00-0A82-565D85D93E5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72844" y="1756975"/>
            <a:ext cx="3015364" cy="540710"/>
          </a:xfrm>
          <a:prstGeom prst="roundRect">
            <a:avLst>
              <a:gd name="adj" fmla="val 2574"/>
            </a:avLst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7" name="Espace réservé du texte 12">
            <a:extLst>
              <a:ext uri="{FF2B5EF4-FFF2-40B4-BE49-F238E27FC236}">
                <a16:creationId xmlns:a16="http://schemas.microsoft.com/office/drawing/2014/main" id="{C89F7547-290F-4F55-AAD6-134A9939260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73051" y="3732886"/>
            <a:ext cx="3015157" cy="1312154"/>
          </a:xfrm>
        </p:spPr>
        <p:txBody>
          <a:bodyPr/>
          <a:lstStyle>
            <a:lvl1pPr>
              <a:spcAft>
                <a:spcPts val="600"/>
              </a:spcAft>
              <a:defRPr lang="fr-FR" sz="1600" kern="1200" smtClean="0">
                <a:solidFill>
                  <a:srgbClr val="0A0082"/>
                </a:solidFill>
                <a:latin typeface="+mn-lt"/>
                <a:ea typeface="+mn-ea"/>
                <a:cs typeface="+mn-cs"/>
              </a:defRPr>
            </a:lvl1pPr>
            <a:lvl2pPr marL="285750" indent="-285750">
              <a:spcBef>
                <a:spcPts val="500"/>
              </a:spcBef>
              <a:spcAft>
                <a:spcPts val="0"/>
              </a:spcAft>
              <a:buFontTx/>
              <a:buBlip>
                <a:blip r:embed="rId2"/>
              </a:buBlip>
              <a:defRPr sz="1200">
                <a:solidFill>
                  <a:srgbClr val="1D1E1C"/>
                </a:solidFill>
              </a:defRPr>
            </a:lvl2pPr>
            <a:lvl3pPr marL="446088" indent="-180975">
              <a:buFontTx/>
              <a:buBlip>
                <a:blip r:embed="rId3"/>
              </a:buBlip>
              <a:defRPr sz="1100"/>
            </a:lvl3pPr>
            <a:lvl4pPr marL="268288" indent="-268288">
              <a:spcBef>
                <a:spcPts val="1000"/>
              </a:spcBef>
              <a:buFontTx/>
              <a:buBlip>
                <a:blip r:embed="rId4"/>
              </a:buBlip>
              <a:tabLst/>
              <a:defRPr sz="900" b="1">
                <a:solidFill>
                  <a:schemeClr val="accent1"/>
                </a:solidFill>
              </a:defRPr>
            </a:lvl4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9" name="Espace réservé pour une image  8">
            <a:extLst>
              <a:ext uri="{FF2B5EF4-FFF2-40B4-BE49-F238E27FC236}">
                <a16:creationId xmlns:a16="http://schemas.microsoft.com/office/drawing/2014/main" id="{3D1BB6EB-D5EC-B328-18C1-F9203595ED9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357264" y="1756975"/>
            <a:ext cx="3015364" cy="540710"/>
          </a:xfrm>
          <a:prstGeom prst="roundRect">
            <a:avLst>
              <a:gd name="adj" fmla="val 2574"/>
            </a:avLst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E758A6C3-0E02-B3C2-8605-7DA0658BE1B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57470" y="3732886"/>
            <a:ext cx="3015157" cy="1312154"/>
          </a:xfrm>
        </p:spPr>
        <p:txBody>
          <a:bodyPr/>
          <a:lstStyle>
            <a:lvl1pPr>
              <a:spcAft>
                <a:spcPts val="600"/>
              </a:spcAft>
              <a:defRPr lang="fr-FR" sz="1600" kern="1200" smtClean="0">
                <a:solidFill>
                  <a:srgbClr val="0A0082"/>
                </a:solidFill>
                <a:latin typeface="+mn-lt"/>
                <a:ea typeface="+mn-ea"/>
                <a:cs typeface="+mn-cs"/>
              </a:defRPr>
            </a:lvl1pPr>
            <a:lvl2pPr marL="285750" indent="-285750">
              <a:spcBef>
                <a:spcPts val="500"/>
              </a:spcBef>
              <a:spcAft>
                <a:spcPts val="0"/>
              </a:spcAft>
              <a:buFontTx/>
              <a:buBlip>
                <a:blip r:embed="rId2"/>
              </a:buBlip>
              <a:defRPr sz="1200">
                <a:solidFill>
                  <a:srgbClr val="1D1E1C"/>
                </a:solidFill>
              </a:defRPr>
            </a:lvl2pPr>
            <a:lvl3pPr marL="446088" indent="-180975">
              <a:buFontTx/>
              <a:buBlip>
                <a:blip r:embed="rId3"/>
              </a:buBlip>
              <a:defRPr sz="1100"/>
            </a:lvl3pPr>
            <a:lvl4pPr marL="268288" indent="-268288">
              <a:spcBef>
                <a:spcPts val="1000"/>
              </a:spcBef>
              <a:buFontTx/>
              <a:buBlip>
                <a:blip r:embed="rId4"/>
              </a:buBlip>
              <a:tabLst/>
              <a:defRPr sz="900" b="1">
                <a:solidFill>
                  <a:schemeClr val="accent1"/>
                </a:solidFill>
              </a:defRPr>
            </a:lvl4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14" name="Espace réservé pour une image  8">
            <a:extLst>
              <a:ext uri="{FF2B5EF4-FFF2-40B4-BE49-F238E27FC236}">
                <a16:creationId xmlns:a16="http://schemas.microsoft.com/office/drawing/2014/main" id="{23EAC5C9-4FB4-4DBE-2666-3F0B57E4DE2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441888" y="1756975"/>
            <a:ext cx="3015364" cy="540710"/>
          </a:xfrm>
          <a:prstGeom prst="roundRect">
            <a:avLst>
              <a:gd name="adj" fmla="val 2574"/>
            </a:avLst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15" name="Espace réservé du texte 12">
            <a:extLst>
              <a:ext uri="{FF2B5EF4-FFF2-40B4-BE49-F238E27FC236}">
                <a16:creationId xmlns:a16="http://schemas.microsoft.com/office/drawing/2014/main" id="{8BDA930D-278B-EFC3-2BA8-E32B8660E83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442096" y="3732886"/>
            <a:ext cx="3015157" cy="1312154"/>
          </a:xfrm>
        </p:spPr>
        <p:txBody>
          <a:bodyPr/>
          <a:lstStyle>
            <a:lvl1pPr>
              <a:spcAft>
                <a:spcPts val="600"/>
              </a:spcAft>
              <a:defRPr lang="fr-FR" sz="1600" kern="1200" smtClean="0">
                <a:solidFill>
                  <a:srgbClr val="0A0082"/>
                </a:solidFill>
                <a:latin typeface="+mn-lt"/>
                <a:ea typeface="+mn-ea"/>
                <a:cs typeface="+mn-cs"/>
              </a:defRPr>
            </a:lvl1pPr>
            <a:lvl2pPr marL="285750" indent="-285750">
              <a:spcBef>
                <a:spcPts val="500"/>
              </a:spcBef>
              <a:spcAft>
                <a:spcPts val="0"/>
              </a:spcAft>
              <a:buFontTx/>
              <a:buBlip>
                <a:blip r:embed="rId2"/>
              </a:buBlip>
              <a:defRPr sz="1200">
                <a:solidFill>
                  <a:srgbClr val="1D1E1C"/>
                </a:solidFill>
              </a:defRPr>
            </a:lvl2pPr>
            <a:lvl3pPr marL="446088" indent="-180975">
              <a:buFontTx/>
              <a:buBlip>
                <a:blip r:embed="rId3"/>
              </a:buBlip>
              <a:defRPr sz="1100"/>
            </a:lvl3pPr>
            <a:lvl4pPr marL="268288" indent="-268288">
              <a:spcBef>
                <a:spcPts val="1000"/>
              </a:spcBef>
              <a:buFontTx/>
              <a:buBlip>
                <a:blip r:embed="rId4"/>
              </a:buBlip>
              <a:tabLst/>
              <a:defRPr sz="900" b="1">
                <a:solidFill>
                  <a:schemeClr val="accent1"/>
                </a:solidFill>
              </a:defRPr>
            </a:lvl4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DAF215BC-5531-6BFC-1F0C-D811A88328D8}"/>
              </a:ext>
            </a:extLst>
          </p:cNvPr>
          <p:cNvGrpSpPr/>
          <p:nvPr userDrawn="1"/>
        </p:nvGrpSpPr>
        <p:grpSpPr>
          <a:xfrm>
            <a:off x="11534657" y="6393822"/>
            <a:ext cx="542764" cy="356672"/>
            <a:chOff x="11534656" y="6393822"/>
            <a:chExt cx="542765" cy="356672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7725A82-2EBF-4ECE-D883-764DFBACAA2F}"/>
                </a:ext>
              </a:extLst>
            </p:cNvPr>
            <p:cNvSpPr/>
            <p:nvPr userDrawn="1"/>
          </p:nvSpPr>
          <p:spPr>
            <a:xfrm>
              <a:off x="11534656" y="6393822"/>
              <a:ext cx="542765" cy="35667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800"/>
            </a:p>
          </p:txBody>
        </p:sp>
        <p:pic>
          <p:nvPicPr>
            <p:cNvPr id="19" name="Graphique 18">
              <a:extLst>
                <a:ext uri="{FF2B5EF4-FFF2-40B4-BE49-F238E27FC236}">
                  <a16:creationId xmlns:a16="http://schemas.microsoft.com/office/drawing/2014/main" id="{FB500414-5CFF-86DF-CCB2-56F7A0782B4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1609535" y="6471049"/>
              <a:ext cx="389585" cy="2012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88162434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87D5C8-1478-352B-4C27-9C42DB1B5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F5B66E0-426A-AD0B-7059-33D3C4840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LIGNE 11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6CF3D5-FC32-62A1-5C2F-17B313F6C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239B1-6AFD-4201-AD39-5EBE6686CE2D}" type="slidenum">
              <a:rPr lang="fr-FR" smtClean="0"/>
              <a:t>‹N°›</a:t>
            </a:fld>
            <a:endParaRPr lang="fr-FR"/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98371161-8677-289A-952A-EFF53B97A41D}"/>
              </a:ext>
            </a:extLst>
          </p:cNvPr>
          <p:cNvSpPr/>
          <p:nvPr userDrawn="1"/>
        </p:nvSpPr>
        <p:spPr>
          <a:xfrm>
            <a:off x="353256" y="1366909"/>
            <a:ext cx="3392404" cy="45719"/>
          </a:xfrm>
          <a:custGeom>
            <a:avLst/>
            <a:gdLst>
              <a:gd name="connsiteX0" fmla="*/ 0 w 951166"/>
              <a:gd name="connsiteY0" fmla="*/ 50656 h 50655"/>
              <a:gd name="connsiteX1" fmla="*/ 951166 w 951166"/>
              <a:gd name="connsiteY1" fmla="*/ 5885 h 50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1166" h="50655">
                <a:moveTo>
                  <a:pt x="0" y="50656"/>
                </a:moveTo>
                <a:cubicBezTo>
                  <a:pt x="303020" y="17097"/>
                  <a:pt x="583465" y="-13112"/>
                  <a:pt x="951166" y="5885"/>
                </a:cubicBezTo>
              </a:path>
            </a:pathLst>
          </a:custGeom>
          <a:noFill/>
          <a:ln w="44450" cap="rnd">
            <a:solidFill>
              <a:srgbClr val="00AA91"/>
            </a:solidFill>
            <a:prstDash val="solid"/>
            <a:round/>
          </a:ln>
        </p:spPr>
        <p:txBody>
          <a:bodyPr rtlCol="0" anchor="ctr"/>
          <a:lstStyle/>
          <a:p>
            <a:endParaRPr lang="fr-FR" sz="1800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A8D3CBAC-9A86-397C-7661-91F70D16FC0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2845" y="156355"/>
            <a:ext cx="11080955" cy="230832"/>
          </a:xfrm>
        </p:spPr>
        <p:txBody>
          <a:bodyPr wrap="square">
            <a:spAutoFit/>
          </a:bodyPr>
          <a:lstStyle>
            <a:lvl1pPr>
              <a:defRPr sz="1000" b="1" cap="all" baseline="0">
                <a:solidFill>
                  <a:srgbClr val="0A0082"/>
                </a:solidFill>
                <a:latin typeface="+mj-lt"/>
              </a:defRPr>
            </a:lvl1pPr>
          </a:lstStyle>
          <a:p>
            <a:pPr lvl="0"/>
            <a:r>
              <a:rPr lang="fr-FR"/>
              <a:t>00. nom de la partie</a:t>
            </a:r>
          </a:p>
        </p:txBody>
      </p:sp>
      <p:cxnSp>
        <p:nvCxnSpPr>
          <p:cNvPr id="12" name="Google Shape;506;g15d7a6ab812_1_11">
            <a:extLst>
              <a:ext uri="{FF2B5EF4-FFF2-40B4-BE49-F238E27FC236}">
                <a16:creationId xmlns:a16="http://schemas.microsoft.com/office/drawing/2014/main" id="{257AFC86-FADA-7CF8-18D9-74909B69DB66}"/>
              </a:ext>
            </a:extLst>
          </p:cNvPr>
          <p:cNvCxnSpPr/>
          <p:nvPr userDrawn="1"/>
        </p:nvCxnSpPr>
        <p:spPr>
          <a:xfrm rot="10800000" flipH="1">
            <a:off x="158400" y="6268100"/>
            <a:ext cx="11875200" cy="21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7" name="Espace réservé du texte 12">
            <a:extLst>
              <a:ext uri="{FF2B5EF4-FFF2-40B4-BE49-F238E27FC236}">
                <a16:creationId xmlns:a16="http://schemas.microsoft.com/office/drawing/2014/main" id="{C89F7547-290F-4F55-AAD6-134A9939260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745971" y="2410982"/>
            <a:ext cx="4607826" cy="1422954"/>
          </a:xfrm>
        </p:spPr>
        <p:txBody>
          <a:bodyPr/>
          <a:lstStyle>
            <a:lvl1pPr>
              <a:spcAft>
                <a:spcPts val="600"/>
              </a:spcAft>
              <a:defRPr lang="fr-FR" sz="1800" kern="1200" smtClean="0">
                <a:solidFill>
                  <a:srgbClr val="0A0082"/>
                </a:solidFill>
                <a:latin typeface="+mn-lt"/>
                <a:ea typeface="+mn-ea"/>
                <a:cs typeface="+mn-cs"/>
              </a:defRPr>
            </a:lvl1pPr>
            <a:lvl2pPr marL="285750" indent="-285750">
              <a:spcBef>
                <a:spcPts val="500"/>
              </a:spcBef>
              <a:spcAft>
                <a:spcPts val="0"/>
              </a:spcAft>
              <a:buFontTx/>
              <a:buBlip>
                <a:blip r:embed="rId2"/>
              </a:buBlip>
              <a:defRPr sz="1400">
                <a:solidFill>
                  <a:srgbClr val="1D1E1C"/>
                </a:solidFill>
              </a:defRPr>
            </a:lvl2pPr>
            <a:lvl3pPr marL="446088" indent="-180975">
              <a:buFontTx/>
              <a:buBlip>
                <a:blip r:embed="rId3"/>
              </a:buBlip>
              <a:defRPr sz="1200"/>
            </a:lvl3pPr>
            <a:lvl4pPr marL="268288" indent="-268288">
              <a:spcBef>
                <a:spcPts val="1000"/>
              </a:spcBef>
              <a:buFontTx/>
              <a:buBlip>
                <a:blip r:embed="rId4"/>
              </a:buBlip>
              <a:tabLst/>
              <a:defRPr sz="1000" b="1">
                <a:solidFill>
                  <a:schemeClr val="accent1"/>
                </a:solidFill>
              </a:defRPr>
            </a:lvl4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17" name="Google Shape;186;p30">
            <a:extLst>
              <a:ext uri="{FF2B5EF4-FFF2-40B4-BE49-F238E27FC236}">
                <a16:creationId xmlns:a16="http://schemas.microsoft.com/office/drawing/2014/main" id="{A68F6769-BB2D-9FEE-572B-EA05346BDFDA}"/>
              </a:ext>
            </a:extLst>
          </p:cNvPr>
          <p:cNvSpPr>
            <a:spLocks noGrp="1"/>
          </p:cNvSpPr>
          <p:nvPr>
            <p:ph type="chart" idx="2"/>
          </p:nvPr>
        </p:nvSpPr>
        <p:spPr>
          <a:xfrm>
            <a:off x="3272345" y="1756975"/>
            <a:ext cx="3024697" cy="250058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D1E1C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1D1E1C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2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highlight>
                  <a:srgbClr val="CCEEE9"/>
                </a:highlight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Montserrat"/>
              <a:buChar char="•"/>
              <a:defRPr sz="11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D1E1C"/>
              </a:buClr>
              <a:buSzPts val="900"/>
              <a:buFont typeface="Montserrat"/>
              <a:buChar char="•"/>
              <a:defRPr sz="900" b="0" i="0" u="none" strike="noStrike" cap="none">
                <a:solidFill>
                  <a:srgbClr val="1D1E1C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10"/>
              <a:buFont typeface="Montserrat"/>
              <a:buChar char="•"/>
              <a:defRPr sz="7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fr-FR"/>
              <a:t>Cliquez sur l'icône pour ajouter un graphique</a:t>
            </a:r>
            <a:endParaRPr/>
          </a:p>
        </p:txBody>
      </p:sp>
      <p:sp>
        <p:nvSpPr>
          <p:cNvPr id="18" name="Google Shape;187;p30">
            <a:extLst>
              <a:ext uri="{FF2B5EF4-FFF2-40B4-BE49-F238E27FC236}">
                <a16:creationId xmlns:a16="http://schemas.microsoft.com/office/drawing/2014/main" id="{F4B21EA6-4117-04D7-B830-C91CD1D4A568}"/>
              </a:ext>
            </a:extLst>
          </p:cNvPr>
          <p:cNvSpPr>
            <a:spLocks noGrp="1"/>
          </p:cNvSpPr>
          <p:nvPr>
            <p:ph type="chart" idx="3"/>
          </p:nvPr>
        </p:nvSpPr>
        <p:spPr>
          <a:xfrm>
            <a:off x="247650" y="1756975"/>
            <a:ext cx="3024697" cy="250058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D1E1C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1D1E1C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2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highlight>
                  <a:srgbClr val="CCEEE9"/>
                </a:highlight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Montserrat"/>
              <a:buChar char="•"/>
              <a:defRPr sz="11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D1E1C"/>
              </a:buClr>
              <a:buSzPts val="900"/>
              <a:buFont typeface="Montserrat"/>
              <a:buChar char="•"/>
              <a:defRPr sz="900" b="0" i="0" u="none" strike="noStrike" cap="none">
                <a:solidFill>
                  <a:srgbClr val="1D1E1C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10"/>
              <a:buFont typeface="Montserrat"/>
              <a:buChar char="•"/>
              <a:defRPr sz="7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fr-FR"/>
              <a:t>Cliquez sur l'icône pour ajouter un graphique</a:t>
            </a:r>
            <a:endParaRPr/>
          </a:p>
        </p:txBody>
      </p:sp>
      <p:sp>
        <p:nvSpPr>
          <p:cNvPr id="20" name="Espace réservé du texte 12">
            <a:extLst>
              <a:ext uri="{FF2B5EF4-FFF2-40B4-BE49-F238E27FC236}">
                <a16:creationId xmlns:a16="http://schemas.microsoft.com/office/drawing/2014/main" id="{D3296641-3E84-8A41-E143-6CCFC4F2882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62682" y="4744696"/>
            <a:ext cx="1642576" cy="341632"/>
          </a:xfrm>
        </p:spPr>
        <p:txBody>
          <a:bodyPr/>
          <a:lstStyle>
            <a:lvl1pPr algn="ctr">
              <a:spcAft>
                <a:spcPts val="600"/>
              </a:spcAft>
              <a:defRPr lang="fr-FR" sz="900" kern="1200" smtClean="0">
                <a:solidFill>
                  <a:srgbClr val="919191"/>
                </a:solidFill>
                <a:latin typeface="+mn-lt"/>
                <a:ea typeface="+mn-ea"/>
                <a:cs typeface="+mn-cs"/>
              </a:defRPr>
            </a:lvl1pPr>
            <a:lvl2pPr marL="285750" indent="-285750">
              <a:spcBef>
                <a:spcPts val="500"/>
              </a:spcBef>
              <a:spcAft>
                <a:spcPts val="0"/>
              </a:spcAft>
              <a:buFontTx/>
              <a:buBlip>
                <a:blip r:embed="rId2"/>
              </a:buBlip>
              <a:defRPr sz="1200">
                <a:solidFill>
                  <a:srgbClr val="1D1E1C"/>
                </a:solidFill>
              </a:defRPr>
            </a:lvl2pPr>
            <a:lvl3pPr marL="446088" indent="-180975">
              <a:buFontTx/>
              <a:buBlip>
                <a:blip r:embed="rId3"/>
              </a:buBlip>
              <a:defRPr sz="1100"/>
            </a:lvl3pPr>
            <a:lvl4pPr marL="268288" indent="-268288">
              <a:spcBef>
                <a:spcPts val="1000"/>
              </a:spcBef>
              <a:buFontTx/>
              <a:buBlip>
                <a:blip r:embed="rId4"/>
              </a:buBlip>
              <a:tabLst/>
              <a:defRPr sz="900" b="1">
                <a:solidFill>
                  <a:schemeClr val="accent1"/>
                </a:solidFill>
              </a:defRPr>
            </a:lvl4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Espace réservé du texte 12">
            <a:extLst>
              <a:ext uri="{FF2B5EF4-FFF2-40B4-BE49-F238E27FC236}">
                <a16:creationId xmlns:a16="http://schemas.microsoft.com/office/drawing/2014/main" id="{CED1F336-51E3-477B-4213-CD84778F7CD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875604" y="4744696"/>
            <a:ext cx="1642576" cy="341632"/>
          </a:xfrm>
        </p:spPr>
        <p:txBody>
          <a:bodyPr/>
          <a:lstStyle>
            <a:lvl1pPr algn="ctr">
              <a:spcAft>
                <a:spcPts val="600"/>
              </a:spcAft>
              <a:defRPr lang="fr-FR" sz="900" kern="1200" smtClean="0">
                <a:solidFill>
                  <a:srgbClr val="919191"/>
                </a:solidFill>
                <a:latin typeface="+mn-lt"/>
                <a:ea typeface="+mn-ea"/>
                <a:cs typeface="+mn-cs"/>
              </a:defRPr>
            </a:lvl1pPr>
            <a:lvl2pPr marL="285750" indent="-285750">
              <a:spcBef>
                <a:spcPts val="500"/>
              </a:spcBef>
              <a:spcAft>
                <a:spcPts val="0"/>
              </a:spcAft>
              <a:buFontTx/>
              <a:buBlip>
                <a:blip r:embed="rId2"/>
              </a:buBlip>
              <a:defRPr sz="1200">
                <a:solidFill>
                  <a:srgbClr val="1D1E1C"/>
                </a:solidFill>
              </a:defRPr>
            </a:lvl2pPr>
            <a:lvl3pPr marL="446088" indent="-180975">
              <a:buFontTx/>
              <a:buBlip>
                <a:blip r:embed="rId3"/>
              </a:buBlip>
              <a:defRPr sz="1100"/>
            </a:lvl3pPr>
            <a:lvl4pPr marL="268288" indent="-268288">
              <a:spcBef>
                <a:spcPts val="1000"/>
              </a:spcBef>
              <a:buFontTx/>
              <a:buBlip>
                <a:blip r:embed="rId4"/>
              </a:buBlip>
              <a:tabLst/>
              <a:defRPr sz="900" b="1">
                <a:solidFill>
                  <a:schemeClr val="accent1"/>
                </a:solidFill>
              </a:defRPr>
            </a:lvl4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8A566BF8-3EF3-9551-104D-015EB2F136D8}"/>
              </a:ext>
            </a:extLst>
          </p:cNvPr>
          <p:cNvGrpSpPr/>
          <p:nvPr userDrawn="1"/>
        </p:nvGrpSpPr>
        <p:grpSpPr>
          <a:xfrm>
            <a:off x="11534657" y="6393822"/>
            <a:ext cx="542764" cy="356672"/>
            <a:chOff x="11534656" y="6393822"/>
            <a:chExt cx="542765" cy="35667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E85920C-9389-A06D-B5CF-2081A65157F6}"/>
                </a:ext>
              </a:extLst>
            </p:cNvPr>
            <p:cNvSpPr/>
            <p:nvPr userDrawn="1"/>
          </p:nvSpPr>
          <p:spPr>
            <a:xfrm>
              <a:off x="11534656" y="6393822"/>
              <a:ext cx="542765" cy="35667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800"/>
            </a:p>
          </p:txBody>
        </p:sp>
        <p:pic>
          <p:nvPicPr>
            <p:cNvPr id="14" name="Graphique 13">
              <a:extLst>
                <a:ext uri="{FF2B5EF4-FFF2-40B4-BE49-F238E27FC236}">
                  <a16:creationId xmlns:a16="http://schemas.microsoft.com/office/drawing/2014/main" id="{FAE968E8-E1E2-DFC7-4C2D-94BD214C1BE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1609535" y="6471049"/>
              <a:ext cx="389585" cy="2012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38826954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87D5C8-1478-352B-4C27-9C42DB1B5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F5B66E0-426A-AD0B-7059-33D3C4840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LIGNE 11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6CF3D5-FC32-62A1-5C2F-17B313F6C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239B1-6AFD-4201-AD39-5EBE6686CE2D}" type="slidenum">
              <a:rPr lang="fr-FR" smtClean="0"/>
              <a:t>‹N°›</a:t>
            </a:fld>
            <a:endParaRPr lang="fr-FR"/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98371161-8677-289A-952A-EFF53B97A41D}"/>
              </a:ext>
            </a:extLst>
          </p:cNvPr>
          <p:cNvSpPr/>
          <p:nvPr userDrawn="1"/>
        </p:nvSpPr>
        <p:spPr>
          <a:xfrm>
            <a:off x="353256" y="1366909"/>
            <a:ext cx="3392404" cy="45719"/>
          </a:xfrm>
          <a:custGeom>
            <a:avLst/>
            <a:gdLst>
              <a:gd name="connsiteX0" fmla="*/ 0 w 951166"/>
              <a:gd name="connsiteY0" fmla="*/ 50656 h 50655"/>
              <a:gd name="connsiteX1" fmla="*/ 951166 w 951166"/>
              <a:gd name="connsiteY1" fmla="*/ 5885 h 50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1166" h="50655">
                <a:moveTo>
                  <a:pt x="0" y="50656"/>
                </a:moveTo>
                <a:cubicBezTo>
                  <a:pt x="303020" y="17097"/>
                  <a:pt x="583465" y="-13112"/>
                  <a:pt x="951166" y="5885"/>
                </a:cubicBezTo>
              </a:path>
            </a:pathLst>
          </a:custGeom>
          <a:noFill/>
          <a:ln w="44450" cap="rnd">
            <a:solidFill>
              <a:srgbClr val="00AA91"/>
            </a:solidFill>
            <a:prstDash val="solid"/>
            <a:round/>
          </a:ln>
        </p:spPr>
        <p:txBody>
          <a:bodyPr rtlCol="0" anchor="ctr"/>
          <a:lstStyle/>
          <a:p>
            <a:endParaRPr lang="fr-FR" sz="1800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A8D3CBAC-9A86-397C-7661-91F70D16FC0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2845" y="156355"/>
            <a:ext cx="11080955" cy="230832"/>
          </a:xfrm>
        </p:spPr>
        <p:txBody>
          <a:bodyPr wrap="square">
            <a:spAutoFit/>
          </a:bodyPr>
          <a:lstStyle>
            <a:lvl1pPr>
              <a:defRPr sz="1000" b="1" cap="all" baseline="0">
                <a:solidFill>
                  <a:srgbClr val="0A0082"/>
                </a:solidFill>
                <a:latin typeface="+mj-lt"/>
              </a:defRPr>
            </a:lvl1pPr>
          </a:lstStyle>
          <a:p>
            <a:pPr lvl="0"/>
            <a:r>
              <a:rPr lang="fr-FR"/>
              <a:t>00. nom de la partie</a:t>
            </a:r>
          </a:p>
        </p:txBody>
      </p:sp>
      <p:cxnSp>
        <p:nvCxnSpPr>
          <p:cNvPr id="12" name="Google Shape;506;g15d7a6ab812_1_11">
            <a:extLst>
              <a:ext uri="{FF2B5EF4-FFF2-40B4-BE49-F238E27FC236}">
                <a16:creationId xmlns:a16="http://schemas.microsoft.com/office/drawing/2014/main" id="{257AFC86-FADA-7CF8-18D9-74909B69DB66}"/>
              </a:ext>
            </a:extLst>
          </p:cNvPr>
          <p:cNvCxnSpPr/>
          <p:nvPr userDrawn="1"/>
        </p:nvCxnSpPr>
        <p:spPr>
          <a:xfrm rot="10800000" flipH="1">
            <a:off x="158400" y="6268100"/>
            <a:ext cx="11875200" cy="21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8" name="Google Shape;187;p30">
            <a:extLst>
              <a:ext uri="{FF2B5EF4-FFF2-40B4-BE49-F238E27FC236}">
                <a16:creationId xmlns:a16="http://schemas.microsoft.com/office/drawing/2014/main" id="{F4B21EA6-4117-04D7-B830-C91CD1D4A568}"/>
              </a:ext>
            </a:extLst>
          </p:cNvPr>
          <p:cNvSpPr>
            <a:spLocks noGrp="1"/>
          </p:cNvSpPr>
          <p:nvPr>
            <p:ph type="chart" idx="3"/>
          </p:nvPr>
        </p:nvSpPr>
        <p:spPr>
          <a:xfrm>
            <a:off x="247650" y="1756975"/>
            <a:ext cx="6219762" cy="290321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D1E1C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1D1E1C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2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highlight>
                  <a:srgbClr val="CCEEE9"/>
                </a:highlight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Montserrat"/>
              <a:buChar char="•"/>
              <a:defRPr sz="11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D1E1C"/>
              </a:buClr>
              <a:buSzPts val="900"/>
              <a:buFont typeface="Montserrat"/>
              <a:buChar char="•"/>
              <a:defRPr sz="900" b="0" i="0" u="none" strike="noStrike" cap="none">
                <a:solidFill>
                  <a:srgbClr val="1D1E1C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10"/>
              <a:buFont typeface="Montserrat"/>
              <a:buChar char="•"/>
              <a:defRPr sz="7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fr-FR"/>
              <a:t>Cliquez sur l'icône pour ajouter un graphique</a:t>
            </a:r>
            <a:endParaRPr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2C2D5C0-112F-3D86-CC1F-BF6682F51748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3692215" y="5139183"/>
            <a:ext cx="4960469" cy="535531"/>
          </a:xfrm>
        </p:spPr>
        <p:txBody>
          <a:bodyPr wrap="square" lIns="0" rIns="0" numCol="1" spcCol="360000">
            <a:spAutoFit/>
          </a:bodyPr>
          <a:lstStyle>
            <a:lvl1pPr algn="ctr">
              <a:spcAft>
                <a:spcPts val="0"/>
              </a:spcAft>
              <a:defRPr sz="1600" b="1">
                <a:solidFill>
                  <a:schemeClr val="accent1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defRPr sz="1600">
                <a:solidFill>
                  <a:srgbClr val="A1A1A1"/>
                </a:solidFill>
                <a:latin typeface="+mn-lt"/>
              </a:defRPr>
            </a:lvl2pPr>
            <a:lvl3pPr>
              <a:lnSpc>
                <a:spcPct val="130000"/>
              </a:lnSpc>
              <a:spcAft>
                <a:spcPts val="500"/>
              </a:spcAft>
              <a:defRPr/>
            </a:lvl3pPr>
            <a:lvl4pPr>
              <a:lnSpc>
                <a:spcPct val="130000"/>
              </a:lnSpc>
              <a:spcBef>
                <a:spcPts val="0"/>
              </a:spcBef>
              <a:defRPr/>
            </a:lvl4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F2251218-C40C-7CF2-C418-051D13FAAE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29575" y="2762474"/>
            <a:ext cx="2223648" cy="590931"/>
          </a:xfrm>
        </p:spPr>
        <p:txBody>
          <a:bodyPr wrap="square" lIns="0" rIns="0" numCol="1" spcCol="360000">
            <a:spAutoFit/>
          </a:bodyPr>
          <a:lstStyle>
            <a:lvl1pPr>
              <a:spcAft>
                <a:spcPts val="0"/>
              </a:spcAft>
              <a:defRPr sz="1200" b="1">
                <a:solidFill>
                  <a:schemeClr val="accent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defRPr sz="1200">
                <a:solidFill>
                  <a:srgbClr val="A1A1A1"/>
                </a:solidFill>
                <a:latin typeface="+mn-lt"/>
              </a:defRPr>
            </a:lvl2pPr>
            <a:lvl3pPr>
              <a:lnSpc>
                <a:spcPct val="130000"/>
              </a:lnSpc>
              <a:spcAft>
                <a:spcPts val="500"/>
              </a:spcAft>
              <a:defRPr/>
            </a:lvl3pPr>
            <a:lvl4pPr>
              <a:lnSpc>
                <a:spcPct val="130000"/>
              </a:lnSpc>
              <a:spcBef>
                <a:spcPts val="0"/>
              </a:spcBef>
              <a:defRPr/>
            </a:lvl4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9" name="Espace réservé du texte 23">
            <a:extLst>
              <a:ext uri="{FF2B5EF4-FFF2-40B4-BE49-F238E27FC236}">
                <a16:creationId xmlns:a16="http://schemas.microsoft.com/office/drawing/2014/main" id="{C62E10FB-C20C-B33E-59BD-B06D391A46A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783021" y="2209381"/>
            <a:ext cx="837749" cy="590931"/>
          </a:xfrm>
        </p:spPr>
        <p:txBody>
          <a:bodyPr/>
          <a:lstStyle>
            <a:lvl1pPr marL="0" algn="l" defTabSz="914400" rtl="0" eaLnBrk="1" latinLnBrk="0" hangingPunct="1">
              <a:defRPr lang="fr-FR" sz="3600" kern="1200" dirty="0" smtClean="0">
                <a:solidFill>
                  <a:srgbClr val="0A0082"/>
                </a:solidFill>
                <a:latin typeface="Montserrat" panose="02000505000000020004" pitchFamily="2" charset="0"/>
                <a:ea typeface="+mn-ea"/>
                <a:cs typeface="+mn-cs"/>
              </a:defRPr>
            </a:lvl1pPr>
          </a:lstStyle>
          <a:p>
            <a:pPr lvl="0"/>
            <a:r>
              <a:rPr lang="fr-FR" dirty="0"/>
              <a:t>%</a:t>
            </a:r>
          </a:p>
        </p:txBody>
      </p:sp>
      <p:sp>
        <p:nvSpPr>
          <p:cNvPr id="13" name="Espace réservé du texte 23">
            <a:extLst>
              <a:ext uri="{FF2B5EF4-FFF2-40B4-BE49-F238E27FC236}">
                <a16:creationId xmlns:a16="http://schemas.microsoft.com/office/drawing/2014/main" id="{867405AE-4337-259C-F2A1-E6796B58EE4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136783" y="2210042"/>
            <a:ext cx="1896105" cy="1311128"/>
          </a:xfrm>
        </p:spPr>
        <p:txBody>
          <a:bodyPr/>
          <a:lstStyle>
            <a:lvl1pPr marL="0" algn="ctr" defTabSz="914400" rtl="0" eaLnBrk="1" latinLnBrk="0" hangingPunct="1">
              <a:defRPr lang="fr-FR" sz="8800" kern="1200" dirty="0" smtClean="0">
                <a:solidFill>
                  <a:srgbClr val="0A0082"/>
                </a:solidFill>
                <a:latin typeface="Montserrat" panose="02000505000000020004" pitchFamily="2" charset="0"/>
                <a:ea typeface="+mn-ea"/>
                <a:cs typeface="+mn-cs"/>
              </a:defRPr>
            </a:lvl1pPr>
          </a:lstStyle>
          <a:p>
            <a:pPr lvl="0"/>
            <a:r>
              <a:rPr lang="fr-FR" dirty="0"/>
              <a:t>00</a:t>
            </a:r>
          </a:p>
        </p:txBody>
      </p:sp>
      <p:sp>
        <p:nvSpPr>
          <p:cNvPr id="14" name="Espace réservé du contenu 2">
            <a:extLst>
              <a:ext uri="{FF2B5EF4-FFF2-40B4-BE49-F238E27FC236}">
                <a16:creationId xmlns:a16="http://schemas.microsoft.com/office/drawing/2014/main" id="{B76A623E-66C1-AE8D-A3F5-50E8EECC2C45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8929575" y="4127920"/>
            <a:ext cx="2223648" cy="590931"/>
          </a:xfrm>
        </p:spPr>
        <p:txBody>
          <a:bodyPr wrap="square" lIns="0" rIns="0" numCol="1" spcCol="360000">
            <a:spAutoFit/>
          </a:bodyPr>
          <a:lstStyle>
            <a:lvl1pPr>
              <a:spcAft>
                <a:spcPts val="0"/>
              </a:spcAft>
              <a:defRPr sz="1200" b="1">
                <a:solidFill>
                  <a:schemeClr val="accent2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defRPr sz="1200">
                <a:solidFill>
                  <a:srgbClr val="A1A1A1"/>
                </a:solidFill>
                <a:latin typeface="+mn-lt"/>
              </a:defRPr>
            </a:lvl2pPr>
            <a:lvl3pPr>
              <a:lnSpc>
                <a:spcPct val="130000"/>
              </a:lnSpc>
              <a:spcAft>
                <a:spcPts val="500"/>
              </a:spcAft>
              <a:defRPr/>
            </a:lvl3pPr>
            <a:lvl4pPr>
              <a:lnSpc>
                <a:spcPct val="130000"/>
              </a:lnSpc>
              <a:spcBef>
                <a:spcPts val="0"/>
              </a:spcBef>
              <a:defRPr/>
            </a:lvl4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5" name="Espace réservé du texte 23">
            <a:extLst>
              <a:ext uri="{FF2B5EF4-FFF2-40B4-BE49-F238E27FC236}">
                <a16:creationId xmlns:a16="http://schemas.microsoft.com/office/drawing/2014/main" id="{2B8D6D32-F8A9-31E5-A00B-0790F23B756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783021" y="3574828"/>
            <a:ext cx="837749" cy="590931"/>
          </a:xfrm>
        </p:spPr>
        <p:txBody>
          <a:bodyPr/>
          <a:lstStyle>
            <a:lvl1pPr marL="0" algn="l" defTabSz="914400" rtl="0" eaLnBrk="1" latinLnBrk="0" hangingPunct="1">
              <a:defRPr lang="fr-FR" sz="3600" kern="1200" dirty="0" smtClean="0">
                <a:solidFill>
                  <a:schemeClr val="accent2"/>
                </a:solidFill>
                <a:latin typeface="Montserrat" panose="02000505000000020004" pitchFamily="2" charset="0"/>
                <a:ea typeface="+mn-ea"/>
                <a:cs typeface="+mn-cs"/>
              </a:defRPr>
            </a:lvl1pPr>
          </a:lstStyle>
          <a:p>
            <a:pPr lvl="0"/>
            <a:r>
              <a:rPr lang="fr-FR" dirty="0"/>
              <a:t>%</a:t>
            </a:r>
          </a:p>
        </p:txBody>
      </p:sp>
      <p:sp>
        <p:nvSpPr>
          <p:cNvPr id="16" name="Espace réservé du texte 23">
            <a:extLst>
              <a:ext uri="{FF2B5EF4-FFF2-40B4-BE49-F238E27FC236}">
                <a16:creationId xmlns:a16="http://schemas.microsoft.com/office/drawing/2014/main" id="{657B5561-1B3A-78CB-B3C2-07ADBDB2BF1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136783" y="3575488"/>
            <a:ext cx="1896105" cy="1311128"/>
          </a:xfrm>
        </p:spPr>
        <p:txBody>
          <a:bodyPr/>
          <a:lstStyle>
            <a:lvl1pPr marL="0" algn="ctr" defTabSz="914400" rtl="0" eaLnBrk="1" latinLnBrk="0" hangingPunct="1">
              <a:defRPr lang="fr-FR" sz="8800" kern="1200" dirty="0" smtClean="0">
                <a:solidFill>
                  <a:schemeClr val="accent2"/>
                </a:solidFill>
                <a:latin typeface="Montserrat" panose="02000505000000020004" pitchFamily="2" charset="0"/>
                <a:ea typeface="+mn-ea"/>
                <a:cs typeface="+mn-cs"/>
              </a:defRPr>
            </a:lvl1pPr>
          </a:lstStyle>
          <a:p>
            <a:pPr lvl="0"/>
            <a:r>
              <a:rPr lang="fr-FR" dirty="0"/>
              <a:t>00</a:t>
            </a:r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5A89FCC5-AD0D-73BE-5D1A-C80609095534}"/>
              </a:ext>
            </a:extLst>
          </p:cNvPr>
          <p:cNvGrpSpPr/>
          <p:nvPr userDrawn="1"/>
        </p:nvGrpSpPr>
        <p:grpSpPr>
          <a:xfrm>
            <a:off x="11534657" y="6393822"/>
            <a:ext cx="542764" cy="356672"/>
            <a:chOff x="11534656" y="6393822"/>
            <a:chExt cx="542765" cy="356672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12524C0-DC36-D654-56EA-2E6BADDEA20A}"/>
                </a:ext>
              </a:extLst>
            </p:cNvPr>
            <p:cNvSpPr/>
            <p:nvPr userDrawn="1"/>
          </p:nvSpPr>
          <p:spPr>
            <a:xfrm>
              <a:off x="11534656" y="6393822"/>
              <a:ext cx="542765" cy="35667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800"/>
            </a:p>
          </p:txBody>
        </p:sp>
        <p:pic>
          <p:nvPicPr>
            <p:cNvPr id="21" name="Graphique 20">
              <a:extLst>
                <a:ext uri="{FF2B5EF4-FFF2-40B4-BE49-F238E27FC236}">
                  <a16:creationId xmlns:a16="http://schemas.microsoft.com/office/drawing/2014/main" id="{81740F60-8D84-6B8E-D154-61E6E371159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609535" y="6471049"/>
              <a:ext cx="389585" cy="2012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69452273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87D5C8-1478-352B-4C27-9C42DB1B5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F5B66E0-426A-AD0B-7059-33D3C4840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LIGNE 11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6CF3D5-FC32-62A1-5C2F-17B313F6C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239B1-6AFD-4201-AD39-5EBE6686CE2D}" type="slidenum">
              <a:rPr lang="fr-FR" smtClean="0"/>
              <a:t>‹N°›</a:t>
            </a:fld>
            <a:endParaRPr lang="fr-FR"/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98371161-8677-289A-952A-EFF53B97A41D}"/>
              </a:ext>
            </a:extLst>
          </p:cNvPr>
          <p:cNvSpPr/>
          <p:nvPr userDrawn="1"/>
        </p:nvSpPr>
        <p:spPr>
          <a:xfrm>
            <a:off x="353256" y="1366909"/>
            <a:ext cx="3392404" cy="45719"/>
          </a:xfrm>
          <a:custGeom>
            <a:avLst/>
            <a:gdLst>
              <a:gd name="connsiteX0" fmla="*/ 0 w 951166"/>
              <a:gd name="connsiteY0" fmla="*/ 50656 h 50655"/>
              <a:gd name="connsiteX1" fmla="*/ 951166 w 951166"/>
              <a:gd name="connsiteY1" fmla="*/ 5885 h 50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1166" h="50655">
                <a:moveTo>
                  <a:pt x="0" y="50656"/>
                </a:moveTo>
                <a:cubicBezTo>
                  <a:pt x="303020" y="17097"/>
                  <a:pt x="583465" y="-13112"/>
                  <a:pt x="951166" y="5885"/>
                </a:cubicBezTo>
              </a:path>
            </a:pathLst>
          </a:custGeom>
          <a:noFill/>
          <a:ln w="44450" cap="rnd">
            <a:solidFill>
              <a:srgbClr val="00AA91"/>
            </a:solidFill>
            <a:prstDash val="solid"/>
            <a:round/>
          </a:ln>
        </p:spPr>
        <p:txBody>
          <a:bodyPr rtlCol="0" anchor="ctr"/>
          <a:lstStyle/>
          <a:p>
            <a:endParaRPr lang="fr-FR" sz="1800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A8D3CBAC-9A86-397C-7661-91F70D16FC0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2845" y="156355"/>
            <a:ext cx="11080955" cy="230832"/>
          </a:xfrm>
        </p:spPr>
        <p:txBody>
          <a:bodyPr wrap="square">
            <a:spAutoFit/>
          </a:bodyPr>
          <a:lstStyle>
            <a:lvl1pPr>
              <a:defRPr sz="1000" b="1" cap="all" baseline="0">
                <a:solidFill>
                  <a:srgbClr val="0A0082"/>
                </a:solidFill>
                <a:latin typeface="+mj-lt"/>
              </a:defRPr>
            </a:lvl1pPr>
          </a:lstStyle>
          <a:p>
            <a:pPr lvl="0"/>
            <a:r>
              <a:rPr lang="fr-FR"/>
              <a:t>00. nom de la partie</a:t>
            </a:r>
          </a:p>
        </p:txBody>
      </p:sp>
      <p:cxnSp>
        <p:nvCxnSpPr>
          <p:cNvPr id="12" name="Google Shape;506;g15d7a6ab812_1_11">
            <a:extLst>
              <a:ext uri="{FF2B5EF4-FFF2-40B4-BE49-F238E27FC236}">
                <a16:creationId xmlns:a16="http://schemas.microsoft.com/office/drawing/2014/main" id="{257AFC86-FADA-7CF8-18D9-74909B69DB66}"/>
              </a:ext>
            </a:extLst>
          </p:cNvPr>
          <p:cNvCxnSpPr/>
          <p:nvPr userDrawn="1"/>
        </p:nvCxnSpPr>
        <p:spPr>
          <a:xfrm rot="10800000" flipH="1">
            <a:off x="158400" y="6268100"/>
            <a:ext cx="11875200" cy="21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7" name="Espace réservé du graphique 5">
            <a:extLst>
              <a:ext uri="{FF2B5EF4-FFF2-40B4-BE49-F238E27FC236}">
                <a16:creationId xmlns:a16="http://schemas.microsoft.com/office/drawing/2014/main" id="{4B20757E-8801-CEB0-4F14-4E19D8540B1B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4186745" y="1901120"/>
            <a:ext cx="3024697" cy="646331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r>
              <a:rPr lang="fr-FR"/>
              <a:t>Cliquez sur l'icône pour ajouter un graphique</a:t>
            </a:r>
            <a:endParaRPr lang="fr-FR" dirty="0"/>
          </a:p>
        </p:txBody>
      </p:sp>
      <p:sp>
        <p:nvSpPr>
          <p:cNvPr id="17" name="Espace réservé du graphique 5">
            <a:extLst>
              <a:ext uri="{FF2B5EF4-FFF2-40B4-BE49-F238E27FC236}">
                <a16:creationId xmlns:a16="http://schemas.microsoft.com/office/drawing/2014/main" id="{D95A5FAA-2860-434E-8955-AE8BD2449B5C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1162050" y="1901120"/>
            <a:ext cx="3024697" cy="646331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r>
              <a:rPr lang="fr-FR"/>
              <a:t>Cliquez sur l'icône pour ajouter un graphique</a:t>
            </a:r>
            <a:endParaRPr lang="fr-FR" dirty="0"/>
          </a:p>
        </p:txBody>
      </p:sp>
      <p:sp>
        <p:nvSpPr>
          <p:cNvPr id="19" name="Espace réservé du graphique 5">
            <a:extLst>
              <a:ext uri="{FF2B5EF4-FFF2-40B4-BE49-F238E27FC236}">
                <a16:creationId xmlns:a16="http://schemas.microsoft.com/office/drawing/2014/main" id="{21FB5D5A-19CB-E927-4B29-7ADEE41BCC8A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7211442" y="1901120"/>
            <a:ext cx="3024697" cy="646331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r>
              <a:rPr lang="fr-FR"/>
              <a:t>Cliquez sur l'icône pour ajouter un graphique</a:t>
            </a:r>
            <a:endParaRPr lang="fr-FR" dirty="0"/>
          </a:p>
        </p:txBody>
      </p:sp>
      <p:sp>
        <p:nvSpPr>
          <p:cNvPr id="20" name="Espace réservé du contenu 2">
            <a:extLst>
              <a:ext uri="{FF2B5EF4-FFF2-40B4-BE49-F238E27FC236}">
                <a16:creationId xmlns:a16="http://schemas.microsoft.com/office/drawing/2014/main" id="{9F5153BB-AE16-3268-D8BB-B54902E07A43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3692215" y="5139183"/>
            <a:ext cx="4960469" cy="535531"/>
          </a:xfrm>
        </p:spPr>
        <p:txBody>
          <a:bodyPr wrap="square" lIns="0" rIns="0" numCol="1" spcCol="360000">
            <a:spAutoFit/>
          </a:bodyPr>
          <a:lstStyle>
            <a:lvl1pPr algn="ctr">
              <a:spcAft>
                <a:spcPts val="0"/>
              </a:spcAft>
              <a:defRPr sz="1600" b="1">
                <a:solidFill>
                  <a:schemeClr val="accent1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defRPr sz="1600">
                <a:solidFill>
                  <a:srgbClr val="A1A1A1"/>
                </a:solidFill>
                <a:latin typeface="+mn-lt"/>
              </a:defRPr>
            </a:lvl2pPr>
            <a:lvl3pPr>
              <a:lnSpc>
                <a:spcPct val="130000"/>
              </a:lnSpc>
              <a:spcAft>
                <a:spcPts val="500"/>
              </a:spcAft>
              <a:defRPr/>
            </a:lvl3pPr>
            <a:lvl4pPr>
              <a:lnSpc>
                <a:spcPct val="130000"/>
              </a:lnSpc>
              <a:spcBef>
                <a:spcPts val="0"/>
              </a:spcBef>
              <a:defRPr/>
            </a:lvl4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22" name="Espace réservé du texte 23">
            <a:extLst>
              <a:ext uri="{FF2B5EF4-FFF2-40B4-BE49-F238E27FC236}">
                <a16:creationId xmlns:a16="http://schemas.microsoft.com/office/drawing/2014/main" id="{FB824823-73F3-0775-BB28-6BB0DCAFAD7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27916" y="2155342"/>
            <a:ext cx="1079666" cy="424732"/>
          </a:xfrm>
        </p:spPr>
        <p:txBody>
          <a:bodyPr/>
          <a:lstStyle>
            <a:lvl1pPr marL="0" algn="ctr" defTabSz="914400" rtl="0" eaLnBrk="1" latinLnBrk="0" hangingPunct="1">
              <a:defRPr lang="fr-FR" sz="2400" b="0" kern="1200" dirty="0" smtClean="0">
                <a:solidFill>
                  <a:srgbClr val="0A008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fr-FR"/>
              <a:t>00%</a:t>
            </a:r>
            <a:endParaRPr lang="fr-FR" dirty="0"/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50494FAD-C493-00B9-7367-8244F4719314}"/>
              </a:ext>
            </a:extLst>
          </p:cNvPr>
          <p:cNvGrpSpPr/>
          <p:nvPr userDrawn="1"/>
        </p:nvGrpSpPr>
        <p:grpSpPr>
          <a:xfrm>
            <a:off x="11534657" y="6393822"/>
            <a:ext cx="542764" cy="356672"/>
            <a:chOff x="11534656" y="6393822"/>
            <a:chExt cx="542765" cy="35667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3EABEF3-3273-6409-B6B3-20536B21B3E9}"/>
                </a:ext>
              </a:extLst>
            </p:cNvPr>
            <p:cNvSpPr/>
            <p:nvPr userDrawn="1"/>
          </p:nvSpPr>
          <p:spPr>
            <a:xfrm>
              <a:off x="11534656" y="6393822"/>
              <a:ext cx="542765" cy="35667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800"/>
            </a:p>
          </p:txBody>
        </p:sp>
        <p:pic>
          <p:nvPicPr>
            <p:cNvPr id="14" name="Graphique 13">
              <a:extLst>
                <a:ext uri="{FF2B5EF4-FFF2-40B4-BE49-F238E27FC236}">
                  <a16:creationId xmlns:a16="http://schemas.microsoft.com/office/drawing/2014/main" id="{458659F7-7FBB-2982-E762-66D0B50B2A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609535" y="6471049"/>
              <a:ext cx="389585" cy="2012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46267412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87D5C8-1478-352B-4C27-9C42DB1B5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F5B66E0-426A-AD0B-7059-33D3C4840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LIGNE 11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6CF3D5-FC32-62A1-5C2F-17B313F6C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239B1-6AFD-4201-AD39-5EBE6686CE2D}" type="slidenum">
              <a:rPr lang="fr-FR" smtClean="0"/>
              <a:t>‹N°›</a:t>
            </a:fld>
            <a:endParaRPr lang="fr-FR"/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98371161-8677-289A-952A-EFF53B97A41D}"/>
              </a:ext>
            </a:extLst>
          </p:cNvPr>
          <p:cNvSpPr/>
          <p:nvPr userDrawn="1"/>
        </p:nvSpPr>
        <p:spPr>
          <a:xfrm>
            <a:off x="353256" y="1366909"/>
            <a:ext cx="3392404" cy="45719"/>
          </a:xfrm>
          <a:custGeom>
            <a:avLst/>
            <a:gdLst>
              <a:gd name="connsiteX0" fmla="*/ 0 w 951166"/>
              <a:gd name="connsiteY0" fmla="*/ 50656 h 50655"/>
              <a:gd name="connsiteX1" fmla="*/ 951166 w 951166"/>
              <a:gd name="connsiteY1" fmla="*/ 5885 h 50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1166" h="50655">
                <a:moveTo>
                  <a:pt x="0" y="50656"/>
                </a:moveTo>
                <a:cubicBezTo>
                  <a:pt x="303020" y="17097"/>
                  <a:pt x="583465" y="-13112"/>
                  <a:pt x="951166" y="5885"/>
                </a:cubicBezTo>
              </a:path>
            </a:pathLst>
          </a:custGeom>
          <a:noFill/>
          <a:ln w="44450" cap="rnd">
            <a:solidFill>
              <a:srgbClr val="00AA91"/>
            </a:solidFill>
            <a:prstDash val="solid"/>
            <a:round/>
          </a:ln>
        </p:spPr>
        <p:txBody>
          <a:bodyPr rtlCol="0" anchor="ctr"/>
          <a:lstStyle/>
          <a:p>
            <a:endParaRPr lang="fr-FR" sz="1800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A8D3CBAC-9A86-397C-7661-91F70D16FC0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2845" y="156355"/>
            <a:ext cx="11080955" cy="230832"/>
          </a:xfrm>
        </p:spPr>
        <p:txBody>
          <a:bodyPr wrap="square">
            <a:spAutoFit/>
          </a:bodyPr>
          <a:lstStyle>
            <a:lvl1pPr>
              <a:defRPr sz="1000" b="1" cap="all" baseline="0">
                <a:solidFill>
                  <a:srgbClr val="0A0082"/>
                </a:solidFill>
                <a:latin typeface="+mj-lt"/>
              </a:defRPr>
            </a:lvl1pPr>
          </a:lstStyle>
          <a:p>
            <a:pPr lvl="0"/>
            <a:r>
              <a:rPr lang="fr-FR"/>
              <a:t>00. nom de la partie</a:t>
            </a:r>
          </a:p>
        </p:txBody>
      </p:sp>
      <p:cxnSp>
        <p:nvCxnSpPr>
          <p:cNvPr id="12" name="Google Shape;506;g15d7a6ab812_1_11">
            <a:extLst>
              <a:ext uri="{FF2B5EF4-FFF2-40B4-BE49-F238E27FC236}">
                <a16:creationId xmlns:a16="http://schemas.microsoft.com/office/drawing/2014/main" id="{257AFC86-FADA-7CF8-18D9-74909B69DB66}"/>
              </a:ext>
            </a:extLst>
          </p:cNvPr>
          <p:cNvCxnSpPr/>
          <p:nvPr userDrawn="1"/>
        </p:nvCxnSpPr>
        <p:spPr>
          <a:xfrm rot="10800000" flipH="1">
            <a:off x="158400" y="6268100"/>
            <a:ext cx="11875200" cy="21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</p:spPr>
      </p:cxn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50494FAD-C493-00B9-7367-8244F4719314}"/>
              </a:ext>
            </a:extLst>
          </p:cNvPr>
          <p:cNvGrpSpPr/>
          <p:nvPr userDrawn="1"/>
        </p:nvGrpSpPr>
        <p:grpSpPr>
          <a:xfrm>
            <a:off x="11534657" y="6393822"/>
            <a:ext cx="542764" cy="356672"/>
            <a:chOff x="11534656" y="6393822"/>
            <a:chExt cx="542765" cy="35667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3EABEF3-3273-6409-B6B3-20536B21B3E9}"/>
                </a:ext>
              </a:extLst>
            </p:cNvPr>
            <p:cNvSpPr/>
            <p:nvPr userDrawn="1"/>
          </p:nvSpPr>
          <p:spPr>
            <a:xfrm>
              <a:off x="11534656" y="6393822"/>
              <a:ext cx="542765" cy="35667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800"/>
            </a:p>
          </p:txBody>
        </p:sp>
        <p:pic>
          <p:nvPicPr>
            <p:cNvPr id="14" name="Graphique 13">
              <a:extLst>
                <a:ext uri="{FF2B5EF4-FFF2-40B4-BE49-F238E27FC236}">
                  <a16:creationId xmlns:a16="http://schemas.microsoft.com/office/drawing/2014/main" id="{458659F7-7FBB-2982-E762-66D0B50B2A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609535" y="6471049"/>
              <a:ext cx="389585" cy="2012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96325790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87D5C8-1478-352B-4C27-9C42DB1B5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F5B66E0-426A-AD0B-7059-33D3C4840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LIGNE 11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6CF3D5-FC32-62A1-5C2F-17B313F6C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239B1-6AFD-4201-AD39-5EBE6686CE2D}" type="slidenum">
              <a:rPr lang="fr-FR" smtClean="0"/>
              <a:t>‹N°›</a:t>
            </a:fld>
            <a:endParaRPr lang="fr-FR"/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98371161-8677-289A-952A-EFF53B97A41D}"/>
              </a:ext>
            </a:extLst>
          </p:cNvPr>
          <p:cNvSpPr/>
          <p:nvPr userDrawn="1"/>
        </p:nvSpPr>
        <p:spPr>
          <a:xfrm>
            <a:off x="353256" y="1366909"/>
            <a:ext cx="3392404" cy="45719"/>
          </a:xfrm>
          <a:custGeom>
            <a:avLst/>
            <a:gdLst>
              <a:gd name="connsiteX0" fmla="*/ 0 w 951166"/>
              <a:gd name="connsiteY0" fmla="*/ 50656 h 50655"/>
              <a:gd name="connsiteX1" fmla="*/ 951166 w 951166"/>
              <a:gd name="connsiteY1" fmla="*/ 5885 h 50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1166" h="50655">
                <a:moveTo>
                  <a:pt x="0" y="50656"/>
                </a:moveTo>
                <a:cubicBezTo>
                  <a:pt x="303020" y="17097"/>
                  <a:pt x="583465" y="-13112"/>
                  <a:pt x="951166" y="5885"/>
                </a:cubicBezTo>
              </a:path>
            </a:pathLst>
          </a:custGeom>
          <a:noFill/>
          <a:ln w="44450" cap="rnd">
            <a:solidFill>
              <a:srgbClr val="00AA91"/>
            </a:solidFill>
            <a:prstDash val="solid"/>
            <a:round/>
          </a:ln>
        </p:spPr>
        <p:txBody>
          <a:bodyPr rtlCol="0" anchor="ctr"/>
          <a:lstStyle/>
          <a:p>
            <a:endParaRPr lang="fr-FR" sz="1800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A8D3CBAC-9A86-397C-7661-91F70D16FC0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2845" y="156355"/>
            <a:ext cx="11080955" cy="230832"/>
          </a:xfrm>
        </p:spPr>
        <p:txBody>
          <a:bodyPr wrap="square">
            <a:spAutoFit/>
          </a:bodyPr>
          <a:lstStyle>
            <a:lvl1pPr>
              <a:defRPr sz="1000" b="1" cap="all" baseline="0">
                <a:solidFill>
                  <a:srgbClr val="0A0082"/>
                </a:solidFill>
                <a:latin typeface="+mj-lt"/>
              </a:defRPr>
            </a:lvl1pPr>
          </a:lstStyle>
          <a:p>
            <a:pPr lvl="0"/>
            <a:r>
              <a:rPr lang="fr-FR"/>
              <a:t>00. nom de la partie</a:t>
            </a:r>
          </a:p>
        </p:txBody>
      </p:sp>
      <p:cxnSp>
        <p:nvCxnSpPr>
          <p:cNvPr id="12" name="Google Shape;506;g15d7a6ab812_1_11">
            <a:extLst>
              <a:ext uri="{FF2B5EF4-FFF2-40B4-BE49-F238E27FC236}">
                <a16:creationId xmlns:a16="http://schemas.microsoft.com/office/drawing/2014/main" id="{257AFC86-FADA-7CF8-18D9-74909B69DB66}"/>
              </a:ext>
            </a:extLst>
          </p:cNvPr>
          <p:cNvCxnSpPr/>
          <p:nvPr userDrawn="1"/>
        </p:nvCxnSpPr>
        <p:spPr>
          <a:xfrm rot="10800000" flipH="1">
            <a:off x="158400" y="6268100"/>
            <a:ext cx="11875200" cy="21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</p:spPr>
      </p:cxn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DDE6FB83-3A97-854C-0859-72C56335A222}"/>
              </a:ext>
            </a:extLst>
          </p:cNvPr>
          <p:cNvGrpSpPr/>
          <p:nvPr userDrawn="1"/>
        </p:nvGrpSpPr>
        <p:grpSpPr>
          <a:xfrm>
            <a:off x="11534657" y="6393822"/>
            <a:ext cx="542764" cy="356672"/>
            <a:chOff x="11534656" y="6393822"/>
            <a:chExt cx="542765" cy="35667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DBD5142-AC1D-4686-288F-2C6268C377F4}"/>
                </a:ext>
              </a:extLst>
            </p:cNvPr>
            <p:cNvSpPr/>
            <p:nvPr userDrawn="1"/>
          </p:nvSpPr>
          <p:spPr>
            <a:xfrm>
              <a:off x="11534656" y="6393822"/>
              <a:ext cx="542765" cy="35667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800"/>
            </a:p>
          </p:txBody>
        </p:sp>
        <p:pic>
          <p:nvPicPr>
            <p:cNvPr id="14" name="Graphique 13">
              <a:extLst>
                <a:ext uri="{FF2B5EF4-FFF2-40B4-BE49-F238E27FC236}">
                  <a16:creationId xmlns:a16="http://schemas.microsoft.com/office/drawing/2014/main" id="{E01AEBD0-FEDE-1C9A-B81B-28C403ADE2F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609535" y="6471049"/>
              <a:ext cx="389585" cy="2012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12336641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87D5C8-1478-352B-4C27-9C42DB1B5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F5B66E0-426A-AD0B-7059-33D3C4840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LIGNE 11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6CF3D5-FC32-62A1-5C2F-17B313F6C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239B1-6AFD-4201-AD39-5EBE6686CE2D}" type="slidenum">
              <a:rPr lang="fr-FR" smtClean="0"/>
              <a:t>‹N°›</a:t>
            </a:fld>
            <a:endParaRPr lang="fr-FR"/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98371161-8677-289A-952A-EFF53B97A41D}"/>
              </a:ext>
            </a:extLst>
          </p:cNvPr>
          <p:cNvSpPr/>
          <p:nvPr userDrawn="1"/>
        </p:nvSpPr>
        <p:spPr>
          <a:xfrm>
            <a:off x="353256" y="1366909"/>
            <a:ext cx="3392404" cy="45719"/>
          </a:xfrm>
          <a:custGeom>
            <a:avLst/>
            <a:gdLst>
              <a:gd name="connsiteX0" fmla="*/ 0 w 951166"/>
              <a:gd name="connsiteY0" fmla="*/ 50656 h 50655"/>
              <a:gd name="connsiteX1" fmla="*/ 951166 w 951166"/>
              <a:gd name="connsiteY1" fmla="*/ 5885 h 50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1166" h="50655">
                <a:moveTo>
                  <a:pt x="0" y="50656"/>
                </a:moveTo>
                <a:cubicBezTo>
                  <a:pt x="303020" y="17097"/>
                  <a:pt x="583465" y="-13112"/>
                  <a:pt x="951166" y="5885"/>
                </a:cubicBezTo>
              </a:path>
            </a:pathLst>
          </a:custGeom>
          <a:noFill/>
          <a:ln w="44450" cap="rnd">
            <a:solidFill>
              <a:srgbClr val="00AA91"/>
            </a:solidFill>
            <a:prstDash val="solid"/>
            <a:round/>
          </a:ln>
        </p:spPr>
        <p:txBody>
          <a:bodyPr rtlCol="0" anchor="ctr"/>
          <a:lstStyle/>
          <a:p>
            <a:endParaRPr lang="fr-FR" sz="1800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A8D3CBAC-9A86-397C-7661-91F70D16FC0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2845" y="156355"/>
            <a:ext cx="11080955" cy="230832"/>
          </a:xfrm>
        </p:spPr>
        <p:txBody>
          <a:bodyPr wrap="square">
            <a:spAutoFit/>
          </a:bodyPr>
          <a:lstStyle>
            <a:lvl1pPr>
              <a:defRPr sz="1000" b="1" cap="all" baseline="0">
                <a:solidFill>
                  <a:srgbClr val="0A0082"/>
                </a:solidFill>
                <a:latin typeface="+mj-lt"/>
              </a:defRPr>
            </a:lvl1pPr>
          </a:lstStyle>
          <a:p>
            <a:pPr lvl="0"/>
            <a:r>
              <a:rPr lang="fr-FR"/>
              <a:t>00. nom de la partie</a:t>
            </a:r>
          </a:p>
        </p:txBody>
      </p:sp>
      <p:cxnSp>
        <p:nvCxnSpPr>
          <p:cNvPr id="12" name="Google Shape;506;g15d7a6ab812_1_11">
            <a:extLst>
              <a:ext uri="{FF2B5EF4-FFF2-40B4-BE49-F238E27FC236}">
                <a16:creationId xmlns:a16="http://schemas.microsoft.com/office/drawing/2014/main" id="{257AFC86-FADA-7CF8-18D9-74909B69DB66}"/>
              </a:ext>
            </a:extLst>
          </p:cNvPr>
          <p:cNvCxnSpPr/>
          <p:nvPr userDrawn="1"/>
        </p:nvCxnSpPr>
        <p:spPr>
          <a:xfrm rot="10800000" flipH="1">
            <a:off x="158400" y="6268100"/>
            <a:ext cx="11875200" cy="21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4" name="Espace réservé du tableau 3">
            <a:extLst>
              <a:ext uri="{FF2B5EF4-FFF2-40B4-BE49-F238E27FC236}">
                <a16:creationId xmlns:a16="http://schemas.microsoft.com/office/drawing/2014/main" id="{8EE12B07-A4E1-451F-A107-ACC2CAE02E77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72846" y="1948137"/>
            <a:ext cx="11080953" cy="313932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fr-FR"/>
              <a:t>Cliquez sur l'icône pour ajouter un tableau</a:t>
            </a:r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DBC07FC5-06B2-5928-FB73-54B0B363F044}"/>
              </a:ext>
            </a:extLst>
          </p:cNvPr>
          <p:cNvGrpSpPr/>
          <p:nvPr userDrawn="1"/>
        </p:nvGrpSpPr>
        <p:grpSpPr>
          <a:xfrm>
            <a:off x="11534657" y="6393822"/>
            <a:ext cx="542764" cy="356672"/>
            <a:chOff x="11534656" y="6393822"/>
            <a:chExt cx="542765" cy="35667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F48B12-9553-C9E5-18A8-496C3AD7312A}"/>
                </a:ext>
              </a:extLst>
            </p:cNvPr>
            <p:cNvSpPr/>
            <p:nvPr userDrawn="1"/>
          </p:nvSpPr>
          <p:spPr>
            <a:xfrm>
              <a:off x="11534656" y="6393822"/>
              <a:ext cx="542765" cy="35667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800"/>
            </a:p>
          </p:txBody>
        </p:sp>
        <p:pic>
          <p:nvPicPr>
            <p:cNvPr id="14" name="Graphique 13">
              <a:extLst>
                <a:ext uri="{FF2B5EF4-FFF2-40B4-BE49-F238E27FC236}">
                  <a16:creationId xmlns:a16="http://schemas.microsoft.com/office/drawing/2014/main" id="{725D9D20-80F7-A722-F0D1-B6C8779A8A1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609535" y="6471049"/>
              <a:ext cx="389585" cy="2012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32932171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2B4D97-95DC-F21D-07F1-3620A27286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78083" y="2516593"/>
            <a:ext cx="3930770" cy="1311128"/>
          </a:xfrm>
        </p:spPr>
        <p:txBody>
          <a:bodyPr/>
          <a:lstStyle>
            <a:lvl1pPr algn="ctr">
              <a:defRPr sz="8800" cap="none" baseline="0">
                <a:solidFill>
                  <a:schemeClr val="accent1"/>
                </a:solidFill>
              </a:defRPr>
            </a:lvl1pPr>
          </a:lstStyle>
          <a:p>
            <a:r>
              <a:rPr lang="fr-FR" dirty="0"/>
              <a:t>Merci</a:t>
            </a:r>
          </a:p>
        </p:txBody>
      </p:sp>
      <p:sp>
        <p:nvSpPr>
          <p:cNvPr id="3" name="Espace réservé du texte 9">
            <a:extLst>
              <a:ext uri="{FF2B5EF4-FFF2-40B4-BE49-F238E27FC236}">
                <a16:creationId xmlns:a16="http://schemas.microsoft.com/office/drawing/2014/main" id="{DA4FE36F-EB18-3C54-BA5B-7A1CED26C04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78083" y="4014316"/>
            <a:ext cx="3930770" cy="424732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0"/>
              </a:spcAft>
              <a:defRPr sz="240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fr-FR" dirty="0"/>
              <a:t>de votre attention</a:t>
            </a:r>
          </a:p>
        </p:txBody>
      </p:sp>
    </p:spTree>
    <p:extLst>
      <p:ext uri="{BB962C8B-B14F-4D97-AF65-F5344CB8AC3E}">
        <p14:creationId xmlns:p14="http://schemas.microsoft.com/office/powerpoint/2010/main" val="463838399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A43150-F255-C529-C20E-4EC412D449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78083" y="2516593"/>
            <a:ext cx="3930770" cy="1311128"/>
          </a:xfrm>
        </p:spPr>
        <p:txBody>
          <a:bodyPr/>
          <a:lstStyle>
            <a:lvl1pPr algn="ctr">
              <a:defRPr sz="8800" cap="none" baseline="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Merci</a:t>
            </a:r>
          </a:p>
        </p:txBody>
      </p:sp>
      <p:sp>
        <p:nvSpPr>
          <p:cNvPr id="3" name="Espace réservé du texte 9">
            <a:extLst>
              <a:ext uri="{FF2B5EF4-FFF2-40B4-BE49-F238E27FC236}">
                <a16:creationId xmlns:a16="http://schemas.microsoft.com/office/drawing/2014/main" id="{2E8D02C2-8515-2CDE-DB78-565EF4329A4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78083" y="4014316"/>
            <a:ext cx="3930770" cy="424732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0"/>
              </a:spcAft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fr-FR" dirty="0"/>
              <a:t>de votre attention</a:t>
            </a:r>
          </a:p>
        </p:txBody>
      </p:sp>
    </p:spTree>
    <p:extLst>
      <p:ext uri="{BB962C8B-B14F-4D97-AF65-F5344CB8AC3E}">
        <p14:creationId xmlns:p14="http://schemas.microsoft.com/office/powerpoint/2010/main" val="3412447724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3E9383E-199D-BC35-A0BD-FFE498339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LIGNE 11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9700B0A-7BAD-1435-90BC-74A15CC61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239B1-6AFD-4201-AD39-5EBE6686CE2D}" type="slidenum">
              <a:rPr lang="fr-FR" smtClean="0"/>
              <a:t>‹N°›</a:t>
            </a:fld>
            <a:endParaRPr lang="fr-FR"/>
          </a:p>
        </p:txBody>
      </p:sp>
      <p:cxnSp>
        <p:nvCxnSpPr>
          <p:cNvPr id="5" name="Google Shape;506;g15d7a6ab812_1_11">
            <a:extLst>
              <a:ext uri="{FF2B5EF4-FFF2-40B4-BE49-F238E27FC236}">
                <a16:creationId xmlns:a16="http://schemas.microsoft.com/office/drawing/2014/main" id="{904BAD9C-8C37-1014-872A-76E341147193}"/>
              </a:ext>
            </a:extLst>
          </p:cNvPr>
          <p:cNvCxnSpPr/>
          <p:nvPr userDrawn="1"/>
        </p:nvCxnSpPr>
        <p:spPr>
          <a:xfrm rot="10800000" flipH="1">
            <a:off x="158400" y="6268100"/>
            <a:ext cx="11875200" cy="21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6" name="Espace réservé du texte 9">
            <a:extLst>
              <a:ext uri="{FF2B5EF4-FFF2-40B4-BE49-F238E27FC236}">
                <a16:creationId xmlns:a16="http://schemas.microsoft.com/office/drawing/2014/main" id="{7FD6E725-6C7A-1F21-3A64-3E958C4C07D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2845" y="156355"/>
            <a:ext cx="11080955" cy="230832"/>
          </a:xfrm>
        </p:spPr>
        <p:txBody>
          <a:bodyPr wrap="square">
            <a:spAutoFit/>
          </a:bodyPr>
          <a:lstStyle>
            <a:lvl1pPr>
              <a:defRPr sz="1000" b="1" cap="all" baseline="0">
                <a:solidFill>
                  <a:srgbClr val="0A0082"/>
                </a:solidFill>
                <a:latin typeface="+mj-lt"/>
              </a:defRPr>
            </a:lvl1pPr>
          </a:lstStyle>
          <a:p>
            <a:pPr lvl="0"/>
            <a:r>
              <a:rPr lang="fr-FR"/>
              <a:t>00. nom de la partie</a:t>
            </a:r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8E089E8C-11DB-86C2-2B89-D98999E3716F}"/>
              </a:ext>
            </a:extLst>
          </p:cNvPr>
          <p:cNvGrpSpPr/>
          <p:nvPr userDrawn="1"/>
        </p:nvGrpSpPr>
        <p:grpSpPr>
          <a:xfrm>
            <a:off x="11534657" y="6393822"/>
            <a:ext cx="542764" cy="356672"/>
            <a:chOff x="11534656" y="6393822"/>
            <a:chExt cx="542765" cy="35667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16311E9-7743-AC4F-9723-1F2D9E190B49}"/>
                </a:ext>
              </a:extLst>
            </p:cNvPr>
            <p:cNvSpPr/>
            <p:nvPr userDrawn="1"/>
          </p:nvSpPr>
          <p:spPr>
            <a:xfrm>
              <a:off x="11534656" y="6393822"/>
              <a:ext cx="542765" cy="35667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800"/>
            </a:p>
          </p:txBody>
        </p:sp>
        <p:pic>
          <p:nvPicPr>
            <p:cNvPr id="11" name="Graphique 10">
              <a:extLst>
                <a:ext uri="{FF2B5EF4-FFF2-40B4-BE49-F238E27FC236}">
                  <a16:creationId xmlns:a16="http://schemas.microsoft.com/office/drawing/2014/main" id="{B4D5974F-7BEA-01F8-21B8-A44E2E4B4EE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609535" y="6471049"/>
              <a:ext cx="389585" cy="2012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63361003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87D5C8-1478-352B-4C27-9C42DB1B5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846" y="832016"/>
            <a:ext cx="11080953" cy="480131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1D62686-76D8-84E8-628B-1BD3F8D8C3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846" y="1825833"/>
            <a:ext cx="11080953" cy="31393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F5B66E0-426A-AD0B-7059-33D3C4840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LIGNE 11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6CF3D5-FC32-62A1-5C2F-17B313F6C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239B1-6AFD-4201-AD39-5EBE6686CE2D}" type="slidenum">
              <a:rPr lang="fr-FR" smtClean="0"/>
              <a:t>‹N°›</a:t>
            </a:fld>
            <a:endParaRPr lang="fr-FR"/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98371161-8677-289A-952A-EFF53B97A41D}"/>
              </a:ext>
            </a:extLst>
          </p:cNvPr>
          <p:cNvSpPr/>
          <p:nvPr userDrawn="1"/>
        </p:nvSpPr>
        <p:spPr>
          <a:xfrm>
            <a:off x="353256" y="1366909"/>
            <a:ext cx="3392404" cy="45719"/>
          </a:xfrm>
          <a:custGeom>
            <a:avLst/>
            <a:gdLst>
              <a:gd name="connsiteX0" fmla="*/ 0 w 951166"/>
              <a:gd name="connsiteY0" fmla="*/ 50656 h 50655"/>
              <a:gd name="connsiteX1" fmla="*/ 951166 w 951166"/>
              <a:gd name="connsiteY1" fmla="*/ 5885 h 50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1166" h="50655">
                <a:moveTo>
                  <a:pt x="0" y="50656"/>
                </a:moveTo>
                <a:cubicBezTo>
                  <a:pt x="303020" y="17097"/>
                  <a:pt x="583465" y="-13112"/>
                  <a:pt x="951166" y="5885"/>
                </a:cubicBezTo>
              </a:path>
            </a:pathLst>
          </a:custGeom>
          <a:noFill/>
          <a:ln w="44450" cap="rnd">
            <a:solidFill>
              <a:srgbClr val="00AA91"/>
            </a:solidFill>
            <a:prstDash val="solid"/>
            <a:round/>
          </a:ln>
        </p:spPr>
        <p:txBody>
          <a:bodyPr rtlCol="0" anchor="ctr"/>
          <a:lstStyle/>
          <a:p>
            <a:endParaRPr lang="fr-FR" sz="1800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A8D3CBAC-9A86-397C-7661-91F70D16FC0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2845" y="156355"/>
            <a:ext cx="11080955" cy="230832"/>
          </a:xfrm>
        </p:spPr>
        <p:txBody>
          <a:bodyPr wrap="square">
            <a:spAutoFit/>
          </a:bodyPr>
          <a:lstStyle>
            <a:lvl1pPr>
              <a:defRPr sz="1000" b="1" cap="all" baseline="0">
                <a:solidFill>
                  <a:srgbClr val="0A0082"/>
                </a:solidFill>
                <a:latin typeface="+mj-lt"/>
              </a:defRPr>
            </a:lvl1pPr>
          </a:lstStyle>
          <a:p>
            <a:pPr lvl="0"/>
            <a:r>
              <a:rPr lang="fr-FR"/>
              <a:t>00. nom de la partie</a:t>
            </a:r>
          </a:p>
        </p:txBody>
      </p:sp>
      <p:cxnSp>
        <p:nvCxnSpPr>
          <p:cNvPr id="12" name="Google Shape;506;g15d7a6ab812_1_11">
            <a:extLst>
              <a:ext uri="{FF2B5EF4-FFF2-40B4-BE49-F238E27FC236}">
                <a16:creationId xmlns:a16="http://schemas.microsoft.com/office/drawing/2014/main" id="{257AFC86-FADA-7CF8-18D9-74909B69DB66}"/>
              </a:ext>
            </a:extLst>
          </p:cNvPr>
          <p:cNvCxnSpPr/>
          <p:nvPr userDrawn="1"/>
        </p:nvCxnSpPr>
        <p:spPr>
          <a:xfrm rot="10800000" flipH="1">
            <a:off x="158400" y="6268100"/>
            <a:ext cx="11875200" cy="21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4" name="Espace réservé du texte 12">
            <a:extLst>
              <a:ext uri="{FF2B5EF4-FFF2-40B4-BE49-F238E27FC236}">
                <a16:creationId xmlns:a16="http://schemas.microsoft.com/office/drawing/2014/main" id="{886D40ED-3210-13B5-B886-BE405774828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36204" y="2842172"/>
            <a:ext cx="4040256" cy="1422954"/>
          </a:xfrm>
        </p:spPr>
        <p:txBody>
          <a:bodyPr/>
          <a:lstStyle>
            <a:lvl1pPr>
              <a:spcAft>
                <a:spcPts val="600"/>
              </a:spcAft>
              <a:defRPr lang="fr-FR" sz="1800" kern="1200" smtClean="0">
                <a:solidFill>
                  <a:srgbClr val="0A0082"/>
                </a:solidFill>
                <a:latin typeface="+mn-lt"/>
                <a:ea typeface="+mn-ea"/>
                <a:cs typeface="+mn-cs"/>
              </a:defRPr>
            </a:lvl1pPr>
            <a:lvl2pPr marL="285750" indent="-285750">
              <a:spcBef>
                <a:spcPts val="500"/>
              </a:spcBef>
              <a:spcAft>
                <a:spcPts val="0"/>
              </a:spcAft>
              <a:buFontTx/>
              <a:buBlip>
                <a:blip r:embed="rId2"/>
              </a:buBlip>
              <a:defRPr sz="1400">
                <a:solidFill>
                  <a:srgbClr val="1D1E1C"/>
                </a:solidFill>
              </a:defRPr>
            </a:lvl2pPr>
            <a:lvl3pPr marL="446088" indent="-180975">
              <a:buFontTx/>
              <a:buBlip>
                <a:blip r:embed="rId3"/>
              </a:buBlip>
              <a:defRPr sz="1200"/>
            </a:lvl3pPr>
            <a:lvl4pPr marL="268288" indent="-268288">
              <a:spcBef>
                <a:spcPts val="1000"/>
              </a:spcBef>
              <a:buFontTx/>
              <a:buBlip>
                <a:blip r:embed="rId4"/>
              </a:buBlip>
              <a:tabLst/>
              <a:defRPr sz="1000" b="1">
                <a:solidFill>
                  <a:schemeClr val="accent1"/>
                </a:solidFill>
              </a:defRPr>
            </a:lvl4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16" name="Espace réservé du texte 12">
            <a:extLst>
              <a:ext uri="{FF2B5EF4-FFF2-40B4-BE49-F238E27FC236}">
                <a16:creationId xmlns:a16="http://schemas.microsoft.com/office/drawing/2014/main" id="{C0F5177C-D8DA-F5A2-A7FB-5B040AF2264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20778" y="3285885"/>
            <a:ext cx="3426377" cy="480131"/>
          </a:xfrm>
        </p:spPr>
        <p:txBody>
          <a:bodyPr/>
          <a:lstStyle>
            <a:lvl1pPr algn="ctr">
              <a:spcAft>
                <a:spcPts val="600"/>
              </a:spcAft>
              <a:defRPr lang="fr-FR" sz="1400" i="1" kern="1200" smtClean="0">
                <a:solidFill>
                  <a:srgbClr val="0A0082"/>
                </a:solidFill>
                <a:latin typeface="+mn-lt"/>
                <a:ea typeface="+mn-ea"/>
                <a:cs typeface="+mn-cs"/>
              </a:defRPr>
            </a:lvl1pPr>
            <a:lvl2pPr marL="285750" indent="-285750">
              <a:spcBef>
                <a:spcPts val="500"/>
              </a:spcBef>
              <a:spcAft>
                <a:spcPts val="0"/>
              </a:spcAft>
              <a:buFontTx/>
              <a:buBlip>
                <a:blip r:embed="rId2"/>
              </a:buBlip>
              <a:defRPr sz="1400">
                <a:solidFill>
                  <a:srgbClr val="1D1E1C"/>
                </a:solidFill>
              </a:defRPr>
            </a:lvl2pPr>
            <a:lvl3pPr marL="446088" indent="-180975">
              <a:buFontTx/>
              <a:buBlip>
                <a:blip r:embed="rId3"/>
              </a:buBlip>
              <a:defRPr sz="1200"/>
            </a:lvl3pPr>
            <a:lvl4pPr marL="268288" indent="-268288">
              <a:spcBef>
                <a:spcPts val="1000"/>
              </a:spcBef>
              <a:buFontTx/>
              <a:buBlip>
                <a:blip r:embed="rId4"/>
              </a:buBlip>
              <a:tabLst/>
              <a:defRPr sz="1000" b="1">
                <a:solidFill>
                  <a:schemeClr val="accent1"/>
                </a:solidFill>
              </a:defRPr>
            </a:lvl4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4D0A5A04-A7F7-6990-79E1-EE1D75FBABBD}"/>
              </a:ext>
            </a:extLst>
          </p:cNvPr>
          <p:cNvGrpSpPr/>
          <p:nvPr userDrawn="1"/>
        </p:nvGrpSpPr>
        <p:grpSpPr>
          <a:xfrm>
            <a:off x="11534657" y="6393822"/>
            <a:ext cx="542764" cy="356672"/>
            <a:chOff x="11534656" y="6393822"/>
            <a:chExt cx="542765" cy="35667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AA62621-996C-0EB5-75FC-A34C31780FF7}"/>
                </a:ext>
              </a:extLst>
            </p:cNvPr>
            <p:cNvSpPr/>
            <p:nvPr userDrawn="1"/>
          </p:nvSpPr>
          <p:spPr>
            <a:xfrm>
              <a:off x="11534656" y="6393822"/>
              <a:ext cx="542765" cy="35667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800"/>
            </a:p>
          </p:txBody>
        </p:sp>
        <p:pic>
          <p:nvPicPr>
            <p:cNvPr id="15" name="Graphique 14">
              <a:extLst>
                <a:ext uri="{FF2B5EF4-FFF2-40B4-BE49-F238E27FC236}">
                  <a16:creationId xmlns:a16="http://schemas.microsoft.com/office/drawing/2014/main" id="{06734430-05FF-842D-4869-760EFAE61DF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1609535" y="6471049"/>
              <a:ext cx="389585" cy="2012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89189534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87D5C8-1478-352B-4C27-9C42DB1B5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846" y="832016"/>
            <a:ext cx="11080953" cy="480131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1D62686-76D8-84E8-628B-1BD3F8D8C3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846" y="1825833"/>
            <a:ext cx="11080953" cy="31393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F5B66E0-426A-AD0B-7059-33D3C4840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LIGNE 11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6CF3D5-FC32-62A1-5C2F-17B313F6C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239B1-6AFD-4201-AD39-5EBE6686CE2D}" type="slidenum">
              <a:rPr lang="fr-FR" smtClean="0"/>
              <a:t>‹N°›</a:t>
            </a:fld>
            <a:endParaRPr lang="fr-FR"/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98371161-8677-289A-952A-EFF53B97A41D}"/>
              </a:ext>
            </a:extLst>
          </p:cNvPr>
          <p:cNvSpPr/>
          <p:nvPr userDrawn="1"/>
        </p:nvSpPr>
        <p:spPr>
          <a:xfrm>
            <a:off x="353256" y="1366909"/>
            <a:ext cx="3392404" cy="45719"/>
          </a:xfrm>
          <a:custGeom>
            <a:avLst/>
            <a:gdLst>
              <a:gd name="connsiteX0" fmla="*/ 0 w 951166"/>
              <a:gd name="connsiteY0" fmla="*/ 50656 h 50655"/>
              <a:gd name="connsiteX1" fmla="*/ 951166 w 951166"/>
              <a:gd name="connsiteY1" fmla="*/ 5885 h 50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1166" h="50655">
                <a:moveTo>
                  <a:pt x="0" y="50656"/>
                </a:moveTo>
                <a:cubicBezTo>
                  <a:pt x="303020" y="17097"/>
                  <a:pt x="583465" y="-13112"/>
                  <a:pt x="951166" y="5885"/>
                </a:cubicBezTo>
              </a:path>
            </a:pathLst>
          </a:custGeom>
          <a:noFill/>
          <a:ln w="44450" cap="rnd">
            <a:solidFill>
              <a:srgbClr val="00AA91"/>
            </a:solidFill>
            <a:prstDash val="solid"/>
            <a:round/>
          </a:ln>
        </p:spPr>
        <p:txBody>
          <a:bodyPr rtlCol="0" anchor="ctr"/>
          <a:lstStyle/>
          <a:p>
            <a:endParaRPr lang="fr-FR" sz="1800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A8D3CBAC-9A86-397C-7661-91F70D16FC0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2845" y="156355"/>
            <a:ext cx="11080955" cy="230832"/>
          </a:xfrm>
        </p:spPr>
        <p:txBody>
          <a:bodyPr wrap="square">
            <a:spAutoFit/>
          </a:bodyPr>
          <a:lstStyle>
            <a:lvl1pPr>
              <a:defRPr sz="1000" b="1" cap="all" baseline="0">
                <a:solidFill>
                  <a:srgbClr val="0A0082"/>
                </a:solidFill>
                <a:latin typeface="+mj-lt"/>
              </a:defRPr>
            </a:lvl1pPr>
          </a:lstStyle>
          <a:p>
            <a:pPr lvl="0"/>
            <a:r>
              <a:rPr lang="fr-FR"/>
              <a:t>00. nom de la partie</a:t>
            </a:r>
          </a:p>
        </p:txBody>
      </p:sp>
      <p:cxnSp>
        <p:nvCxnSpPr>
          <p:cNvPr id="12" name="Google Shape;506;g15d7a6ab812_1_11">
            <a:extLst>
              <a:ext uri="{FF2B5EF4-FFF2-40B4-BE49-F238E27FC236}">
                <a16:creationId xmlns:a16="http://schemas.microsoft.com/office/drawing/2014/main" id="{257AFC86-FADA-7CF8-18D9-74909B69DB66}"/>
              </a:ext>
            </a:extLst>
          </p:cNvPr>
          <p:cNvCxnSpPr/>
          <p:nvPr userDrawn="1"/>
        </p:nvCxnSpPr>
        <p:spPr>
          <a:xfrm rot="10800000" flipH="1">
            <a:off x="158400" y="6268100"/>
            <a:ext cx="11875200" cy="21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4" name="Espace réservé du texte 12">
            <a:extLst>
              <a:ext uri="{FF2B5EF4-FFF2-40B4-BE49-F238E27FC236}">
                <a16:creationId xmlns:a16="http://schemas.microsoft.com/office/drawing/2014/main" id="{886D40ED-3210-13B5-B886-BE405774828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36204" y="2842172"/>
            <a:ext cx="4040256" cy="1422954"/>
          </a:xfrm>
        </p:spPr>
        <p:txBody>
          <a:bodyPr/>
          <a:lstStyle>
            <a:lvl1pPr>
              <a:spcAft>
                <a:spcPts val="600"/>
              </a:spcAft>
              <a:defRPr lang="fr-FR" sz="1800" kern="1200" smtClean="0">
                <a:solidFill>
                  <a:srgbClr val="0A0082"/>
                </a:solidFill>
                <a:latin typeface="+mn-lt"/>
                <a:ea typeface="+mn-ea"/>
                <a:cs typeface="+mn-cs"/>
              </a:defRPr>
            </a:lvl1pPr>
            <a:lvl2pPr marL="285750" indent="-285750">
              <a:spcBef>
                <a:spcPts val="500"/>
              </a:spcBef>
              <a:spcAft>
                <a:spcPts val="0"/>
              </a:spcAft>
              <a:buFontTx/>
              <a:buBlip>
                <a:blip r:embed="rId2"/>
              </a:buBlip>
              <a:defRPr sz="1400">
                <a:solidFill>
                  <a:srgbClr val="1D1E1C"/>
                </a:solidFill>
              </a:defRPr>
            </a:lvl2pPr>
            <a:lvl3pPr marL="446088" indent="-180975">
              <a:buFontTx/>
              <a:buBlip>
                <a:blip r:embed="rId3"/>
              </a:buBlip>
              <a:defRPr sz="1200"/>
            </a:lvl3pPr>
            <a:lvl4pPr marL="268288" indent="-268288">
              <a:spcBef>
                <a:spcPts val="1000"/>
              </a:spcBef>
              <a:buFontTx/>
              <a:buBlip>
                <a:blip r:embed="rId4"/>
              </a:buBlip>
              <a:tabLst/>
              <a:defRPr sz="1000" b="1">
                <a:solidFill>
                  <a:schemeClr val="accent1"/>
                </a:solidFill>
              </a:defRPr>
            </a:lvl4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4" name="Espace réservé du texte 10">
            <a:extLst>
              <a:ext uri="{FF2B5EF4-FFF2-40B4-BE49-F238E27FC236}">
                <a16:creationId xmlns:a16="http://schemas.microsoft.com/office/drawing/2014/main" id="{13DA4E0B-DE01-5DC9-18C5-F648F6303E4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20779" y="3635725"/>
            <a:ext cx="2603193" cy="744810"/>
          </a:xfrm>
          <a:prstGeom prst="roundRect">
            <a:avLst>
              <a:gd name="adj" fmla="val 4749"/>
            </a:avLst>
          </a:prstGeom>
          <a:solidFill>
            <a:schemeClr val="accent1"/>
          </a:solidFill>
        </p:spPr>
        <p:txBody>
          <a:bodyPr lIns="144000" tIns="144000" rIns="144000" bIns="144000" anchor="ctr" anchorCtr="0"/>
          <a:lstStyle>
            <a:lvl1pPr>
              <a:defRPr sz="1200" b="1">
                <a:solidFill>
                  <a:schemeClr val="bg1"/>
                </a:solidFill>
                <a:latin typeface="+mn-lt"/>
              </a:defRPr>
            </a:lvl1pPr>
            <a:lvl2pPr>
              <a:spcBef>
                <a:spcPts val="1000"/>
              </a:spcBef>
              <a:defRPr sz="105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 dirty="0"/>
              <a:t>Titre encadré</a:t>
            </a:r>
          </a:p>
          <a:p>
            <a:pPr lvl="1"/>
            <a:r>
              <a:rPr lang="fr-FR" dirty="0"/>
              <a:t>Deuxième niveau</a:t>
            </a:r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025E2243-515C-BA99-E652-5D3F4A8ECCE9}"/>
              </a:ext>
            </a:extLst>
          </p:cNvPr>
          <p:cNvGrpSpPr/>
          <p:nvPr userDrawn="1"/>
        </p:nvGrpSpPr>
        <p:grpSpPr>
          <a:xfrm>
            <a:off x="11534657" y="6393822"/>
            <a:ext cx="542764" cy="356672"/>
            <a:chOff x="11534656" y="6393822"/>
            <a:chExt cx="542765" cy="356672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8EE0A23-A395-9E50-904F-53AD6CF943A8}"/>
                </a:ext>
              </a:extLst>
            </p:cNvPr>
            <p:cNvSpPr/>
            <p:nvPr userDrawn="1"/>
          </p:nvSpPr>
          <p:spPr>
            <a:xfrm>
              <a:off x="11534656" y="6393822"/>
              <a:ext cx="542765" cy="35667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800"/>
            </a:p>
          </p:txBody>
        </p:sp>
        <p:pic>
          <p:nvPicPr>
            <p:cNvPr id="16" name="Graphique 15">
              <a:extLst>
                <a:ext uri="{FF2B5EF4-FFF2-40B4-BE49-F238E27FC236}">
                  <a16:creationId xmlns:a16="http://schemas.microsoft.com/office/drawing/2014/main" id="{4A865D5B-FE19-48C0-E078-B88D5E3FA7D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1609535" y="6471049"/>
              <a:ext cx="389585" cy="2012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98542257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87D5C8-1478-352B-4C27-9C42DB1B5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846" y="832016"/>
            <a:ext cx="11080953" cy="480131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1D62686-76D8-84E8-628B-1BD3F8D8C3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846" y="1825833"/>
            <a:ext cx="11080953" cy="31393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F5B66E0-426A-AD0B-7059-33D3C4840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LIGNE 11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6CF3D5-FC32-62A1-5C2F-17B313F6C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239B1-6AFD-4201-AD39-5EBE6686CE2D}" type="slidenum">
              <a:rPr lang="fr-FR" smtClean="0"/>
              <a:t>‹N°›</a:t>
            </a:fld>
            <a:endParaRPr lang="fr-FR"/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98371161-8677-289A-952A-EFF53B97A41D}"/>
              </a:ext>
            </a:extLst>
          </p:cNvPr>
          <p:cNvSpPr/>
          <p:nvPr userDrawn="1"/>
        </p:nvSpPr>
        <p:spPr>
          <a:xfrm>
            <a:off x="353256" y="1366909"/>
            <a:ext cx="3392404" cy="45719"/>
          </a:xfrm>
          <a:custGeom>
            <a:avLst/>
            <a:gdLst>
              <a:gd name="connsiteX0" fmla="*/ 0 w 951166"/>
              <a:gd name="connsiteY0" fmla="*/ 50656 h 50655"/>
              <a:gd name="connsiteX1" fmla="*/ 951166 w 951166"/>
              <a:gd name="connsiteY1" fmla="*/ 5885 h 50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1166" h="50655">
                <a:moveTo>
                  <a:pt x="0" y="50656"/>
                </a:moveTo>
                <a:cubicBezTo>
                  <a:pt x="303020" y="17097"/>
                  <a:pt x="583465" y="-13112"/>
                  <a:pt x="951166" y="5885"/>
                </a:cubicBezTo>
              </a:path>
            </a:pathLst>
          </a:custGeom>
          <a:noFill/>
          <a:ln w="44450" cap="rnd">
            <a:solidFill>
              <a:srgbClr val="00AA91"/>
            </a:solidFill>
            <a:prstDash val="solid"/>
            <a:round/>
          </a:ln>
        </p:spPr>
        <p:txBody>
          <a:bodyPr rtlCol="0" anchor="ctr"/>
          <a:lstStyle/>
          <a:p>
            <a:endParaRPr lang="fr-FR" sz="1800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A8D3CBAC-9A86-397C-7661-91F70D16FC0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2845" y="156355"/>
            <a:ext cx="11080955" cy="230832"/>
          </a:xfrm>
        </p:spPr>
        <p:txBody>
          <a:bodyPr wrap="square">
            <a:spAutoFit/>
          </a:bodyPr>
          <a:lstStyle>
            <a:lvl1pPr>
              <a:defRPr sz="1000" b="1" cap="all" baseline="0">
                <a:solidFill>
                  <a:srgbClr val="0A0082"/>
                </a:solidFill>
                <a:latin typeface="+mj-lt"/>
              </a:defRPr>
            </a:lvl1pPr>
          </a:lstStyle>
          <a:p>
            <a:pPr lvl="0"/>
            <a:r>
              <a:rPr lang="fr-FR"/>
              <a:t>00. nom de la partie</a:t>
            </a:r>
          </a:p>
        </p:txBody>
      </p:sp>
      <p:cxnSp>
        <p:nvCxnSpPr>
          <p:cNvPr id="12" name="Google Shape;506;g15d7a6ab812_1_11">
            <a:extLst>
              <a:ext uri="{FF2B5EF4-FFF2-40B4-BE49-F238E27FC236}">
                <a16:creationId xmlns:a16="http://schemas.microsoft.com/office/drawing/2014/main" id="{257AFC86-FADA-7CF8-18D9-74909B69DB66}"/>
              </a:ext>
            </a:extLst>
          </p:cNvPr>
          <p:cNvCxnSpPr/>
          <p:nvPr userDrawn="1"/>
        </p:nvCxnSpPr>
        <p:spPr>
          <a:xfrm rot="10800000" flipH="1">
            <a:off x="158400" y="6268100"/>
            <a:ext cx="11875200" cy="21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4" name="Espace réservé du texte 12">
            <a:extLst>
              <a:ext uri="{FF2B5EF4-FFF2-40B4-BE49-F238E27FC236}">
                <a16:creationId xmlns:a16="http://schemas.microsoft.com/office/drawing/2014/main" id="{886D40ED-3210-13B5-B886-BE405774828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36204" y="2842172"/>
            <a:ext cx="4040256" cy="1422954"/>
          </a:xfrm>
        </p:spPr>
        <p:txBody>
          <a:bodyPr/>
          <a:lstStyle>
            <a:lvl1pPr>
              <a:spcAft>
                <a:spcPts val="600"/>
              </a:spcAft>
              <a:defRPr lang="fr-FR" sz="1800" kern="1200" smtClean="0">
                <a:solidFill>
                  <a:srgbClr val="0A0082"/>
                </a:solidFill>
                <a:latin typeface="+mn-lt"/>
                <a:ea typeface="+mn-ea"/>
                <a:cs typeface="+mn-cs"/>
              </a:defRPr>
            </a:lvl1pPr>
            <a:lvl2pPr marL="285750" indent="-285750">
              <a:spcBef>
                <a:spcPts val="500"/>
              </a:spcBef>
              <a:spcAft>
                <a:spcPts val="0"/>
              </a:spcAft>
              <a:buFontTx/>
              <a:buBlip>
                <a:blip r:embed="rId2"/>
              </a:buBlip>
              <a:defRPr sz="1400">
                <a:solidFill>
                  <a:srgbClr val="1D1E1C"/>
                </a:solidFill>
              </a:defRPr>
            </a:lvl2pPr>
            <a:lvl3pPr marL="446088" indent="-180975">
              <a:buFontTx/>
              <a:buBlip>
                <a:blip r:embed="rId3"/>
              </a:buBlip>
              <a:defRPr sz="1200"/>
            </a:lvl3pPr>
            <a:lvl4pPr marL="268288" indent="-268288">
              <a:spcBef>
                <a:spcPts val="1000"/>
              </a:spcBef>
              <a:buFontTx/>
              <a:buBlip>
                <a:blip r:embed="rId4"/>
              </a:buBlip>
              <a:tabLst/>
              <a:defRPr sz="1000" b="1">
                <a:solidFill>
                  <a:schemeClr val="accent1"/>
                </a:solidFill>
              </a:defRPr>
            </a:lvl4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7" name="Espace réservé du texte 12">
            <a:extLst>
              <a:ext uri="{FF2B5EF4-FFF2-40B4-BE49-F238E27FC236}">
                <a16:creationId xmlns:a16="http://schemas.microsoft.com/office/drawing/2014/main" id="{0D667E16-47CC-4F87-B718-95452493270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313541" y="2842172"/>
            <a:ext cx="4040256" cy="1422954"/>
          </a:xfrm>
        </p:spPr>
        <p:txBody>
          <a:bodyPr/>
          <a:lstStyle>
            <a:lvl1pPr>
              <a:spcAft>
                <a:spcPts val="600"/>
              </a:spcAft>
              <a:defRPr lang="fr-FR" sz="1800" kern="1200" smtClean="0">
                <a:solidFill>
                  <a:srgbClr val="0A0082"/>
                </a:solidFill>
                <a:latin typeface="+mn-lt"/>
                <a:ea typeface="+mn-ea"/>
                <a:cs typeface="+mn-cs"/>
              </a:defRPr>
            </a:lvl1pPr>
            <a:lvl2pPr marL="285750" indent="-285750">
              <a:spcBef>
                <a:spcPts val="500"/>
              </a:spcBef>
              <a:spcAft>
                <a:spcPts val="0"/>
              </a:spcAft>
              <a:buFontTx/>
              <a:buBlip>
                <a:blip r:embed="rId2"/>
              </a:buBlip>
              <a:defRPr sz="1400">
                <a:solidFill>
                  <a:srgbClr val="1D1E1C"/>
                </a:solidFill>
              </a:defRPr>
            </a:lvl2pPr>
            <a:lvl3pPr marL="446088" indent="-180975">
              <a:buFontTx/>
              <a:buBlip>
                <a:blip r:embed="rId3"/>
              </a:buBlip>
              <a:defRPr sz="1200"/>
            </a:lvl3pPr>
            <a:lvl4pPr marL="268288" indent="-268288">
              <a:spcBef>
                <a:spcPts val="1000"/>
              </a:spcBef>
              <a:buFontTx/>
              <a:buBlip>
                <a:blip r:embed="rId4"/>
              </a:buBlip>
              <a:tabLst/>
              <a:defRPr sz="1000" b="1">
                <a:solidFill>
                  <a:schemeClr val="accent1"/>
                </a:solidFill>
              </a:defRPr>
            </a:lvl4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D291955F-D98B-934B-26D5-F60F00BC3294}"/>
              </a:ext>
            </a:extLst>
          </p:cNvPr>
          <p:cNvGrpSpPr/>
          <p:nvPr userDrawn="1"/>
        </p:nvGrpSpPr>
        <p:grpSpPr>
          <a:xfrm>
            <a:off x="11534657" y="6393822"/>
            <a:ext cx="542764" cy="356672"/>
            <a:chOff x="11534656" y="6393822"/>
            <a:chExt cx="542765" cy="356672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1F138F9-BBCB-17EA-8390-4385A8711EFF}"/>
                </a:ext>
              </a:extLst>
            </p:cNvPr>
            <p:cNvSpPr/>
            <p:nvPr userDrawn="1"/>
          </p:nvSpPr>
          <p:spPr>
            <a:xfrm>
              <a:off x="11534656" y="6393822"/>
              <a:ext cx="542765" cy="35667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800"/>
            </a:p>
          </p:txBody>
        </p:sp>
        <p:pic>
          <p:nvPicPr>
            <p:cNvPr id="16" name="Graphique 15">
              <a:extLst>
                <a:ext uri="{FF2B5EF4-FFF2-40B4-BE49-F238E27FC236}">
                  <a16:creationId xmlns:a16="http://schemas.microsoft.com/office/drawing/2014/main" id="{11C3B6FC-ACA2-3FAA-08EA-688FC4C00F9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1609535" y="6471049"/>
              <a:ext cx="389585" cy="2012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27190795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87D5C8-1478-352B-4C27-9C42DB1B5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846" y="832016"/>
            <a:ext cx="11080953" cy="480131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1D62686-76D8-84E8-628B-1BD3F8D8C3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846" y="5485200"/>
            <a:ext cx="11080953" cy="31393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F5B66E0-426A-AD0B-7059-33D3C4840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LIGNE 11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6CF3D5-FC32-62A1-5C2F-17B313F6C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239B1-6AFD-4201-AD39-5EBE6686CE2D}" type="slidenum">
              <a:rPr lang="fr-FR" smtClean="0"/>
              <a:t>‹N°›</a:t>
            </a:fld>
            <a:endParaRPr lang="fr-FR"/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98371161-8677-289A-952A-EFF53B97A41D}"/>
              </a:ext>
            </a:extLst>
          </p:cNvPr>
          <p:cNvSpPr/>
          <p:nvPr userDrawn="1"/>
        </p:nvSpPr>
        <p:spPr>
          <a:xfrm>
            <a:off x="353256" y="1366909"/>
            <a:ext cx="3392404" cy="45719"/>
          </a:xfrm>
          <a:custGeom>
            <a:avLst/>
            <a:gdLst>
              <a:gd name="connsiteX0" fmla="*/ 0 w 951166"/>
              <a:gd name="connsiteY0" fmla="*/ 50656 h 50655"/>
              <a:gd name="connsiteX1" fmla="*/ 951166 w 951166"/>
              <a:gd name="connsiteY1" fmla="*/ 5885 h 50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1166" h="50655">
                <a:moveTo>
                  <a:pt x="0" y="50656"/>
                </a:moveTo>
                <a:cubicBezTo>
                  <a:pt x="303020" y="17097"/>
                  <a:pt x="583465" y="-13112"/>
                  <a:pt x="951166" y="5885"/>
                </a:cubicBezTo>
              </a:path>
            </a:pathLst>
          </a:custGeom>
          <a:noFill/>
          <a:ln w="44450" cap="rnd">
            <a:solidFill>
              <a:srgbClr val="00AA91"/>
            </a:solidFill>
            <a:prstDash val="solid"/>
            <a:round/>
          </a:ln>
        </p:spPr>
        <p:txBody>
          <a:bodyPr rtlCol="0" anchor="ctr"/>
          <a:lstStyle/>
          <a:p>
            <a:endParaRPr lang="fr-FR" sz="1800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A8D3CBAC-9A86-397C-7661-91F70D16FC0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2845" y="156355"/>
            <a:ext cx="11080955" cy="230832"/>
          </a:xfrm>
        </p:spPr>
        <p:txBody>
          <a:bodyPr wrap="square">
            <a:spAutoFit/>
          </a:bodyPr>
          <a:lstStyle>
            <a:lvl1pPr>
              <a:defRPr sz="1000" b="1" cap="all" baseline="0">
                <a:solidFill>
                  <a:srgbClr val="0A0082"/>
                </a:solidFill>
                <a:latin typeface="+mj-lt"/>
              </a:defRPr>
            </a:lvl1pPr>
          </a:lstStyle>
          <a:p>
            <a:pPr lvl="0"/>
            <a:r>
              <a:rPr lang="fr-FR"/>
              <a:t>00. nom de la partie</a:t>
            </a:r>
          </a:p>
        </p:txBody>
      </p:sp>
      <p:cxnSp>
        <p:nvCxnSpPr>
          <p:cNvPr id="12" name="Google Shape;506;g15d7a6ab812_1_11">
            <a:extLst>
              <a:ext uri="{FF2B5EF4-FFF2-40B4-BE49-F238E27FC236}">
                <a16:creationId xmlns:a16="http://schemas.microsoft.com/office/drawing/2014/main" id="{257AFC86-FADA-7CF8-18D9-74909B69DB66}"/>
              </a:ext>
            </a:extLst>
          </p:cNvPr>
          <p:cNvCxnSpPr/>
          <p:nvPr userDrawn="1"/>
        </p:nvCxnSpPr>
        <p:spPr>
          <a:xfrm rot="10800000" flipH="1">
            <a:off x="158400" y="6268100"/>
            <a:ext cx="11875200" cy="21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4" name="Espace réservé du texte 12">
            <a:extLst>
              <a:ext uri="{FF2B5EF4-FFF2-40B4-BE49-F238E27FC236}">
                <a16:creationId xmlns:a16="http://schemas.microsoft.com/office/drawing/2014/main" id="{886D40ED-3210-13B5-B886-BE405774828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853347" y="2842172"/>
            <a:ext cx="1764267" cy="425886"/>
          </a:xfrm>
        </p:spPr>
        <p:txBody>
          <a:bodyPr/>
          <a:lstStyle>
            <a:lvl1pPr>
              <a:spcAft>
                <a:spcPts val="600"/>
              </a:spcAft>
              <a:defRPr lang="fr-FR" sz="1200" kern="1200" smtClean="0">
                <a:solidFill>
                  <a:srgbClr val="0A0082"/>
                </a:solidFill>
                <a:latin typeface="+mn-lt"/>
                <a:ea typeface="+mn-ea"/>
                <a:cs typeface="+mn-cs"/>
              </a:defRPr>
            </a:lvl1pPr>
            <a:lvl2pPr marL="285750" indent="-285750">
              <a:spcBef>
                <a:spcPts val="500"/>
              </a:spcBef>
              <a:spcAft>
                <a:spcPts val="0"/>
              </a:spcAft>
              <a:buFontTx/>
              <a:buBlip>
                <a:blip r:embed="rId2"/>
              </a:buBlip>
              <a:defRPr sz="1400">
                <a:solidFill>
                  <a:srgbClr val="1D1E1C"/>
                </a:solidFill>
              </a:defRPr>
            </a:lvl2pPr>
            <a:lvl3pPr marL="446088" indent="-180975">
              <a:buFontTx/>
              <a:buBlip>
                <a:blip r:embed="rId3"/>
              </a:buBlip>
              <a:defRPr sz="1200"/>
            </a:lvl3pPr>
            <a:lvl4pPr marL="268288" indent="-268288">
              <a:spcBef>
                <a:spcPts val="1000"/>
              </a:spcBef>
              <a:buFontTx/>
              <a:buBlip>
                <a:blip r:embed="rId4"/>
              </a:buBlip>
              <a:tabLst/>
              <a:defRPr sz="1000" b="1">
                <a:solidFill>
                  <a:schemeClr val="accent1"/>
                </a:solidFill>
              </a:defRPr>
            </a:lvl4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D291955F-D98B-934B-26D5-F60F00BC3294}"/>
              </a:ext>
            </a:extLst>
          </p:cNvPr>
          <p:cNvGrpSpPr/>
          <p:nvPr userDrawn="1"/>
        </p:nvGrpSpPr>
        <p:grpSpPr>
          <a:xfrm>
            <a:off x="11534657" y="6393822"/>
            <a:ext cx="542764" cy="356672"/>
            <a:chOff x="11534656" y="6393822"/>
            <a:chExt cx="542765" cy="356672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1F138F9-BBCB-17EA-8390-4385A8711EFF}"/>
                </a:ext>
              </a:extLst>
            </p:cNvPr>
            <p:cNvSpPr/>
            <p:nvPr userDrawn="1"/>
          </p:nvSpPr>
          <p:spPr>
            <a:xfrm>
              <a:off x="11534656" y="6393822"/>
              <a:ext cx="542765" cy="35667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800"/>
            </a:p>
          </p:txBody>
        </p:sp>
        <p:pic>
          <p:nvPicPr>
            <p:cNvPr id="16" name="Graphique 15">
              <a:extLst>
                <a:ext uri="{FF2B5EF4-FFF2-40B4-BE49-F238E27FC236}">
                  <a16:creationId xmlns:a16="http://schemas.microsoft.com/office/drawing/2014/main" id="{11C3B6FC-ACA2-3FAA-08EA-688FC4C00F9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1609535" y="6471049"/>
              <a:ext cx="389585" cy="201286"/>
            </a:xfrm>
            <a:prstGeom prst="rect">
              <a:avLst/>
            </a:prstGeom>
          </p:spPr>
        </p:pic>
      </p:grpSp>
      <p:sp>
        <p:nvSpPr>
          <p:cNvPr id="4" name="Freeform 6">
            <a:extLst>
              <a:ext uri="{FF2B5EF4-FFF2-40B4-BE49-F238E27FC236}">
                <a16:creationId xmlns:a16="http://schemas.microsoft.com/office/drawing/2014/main" id="{03CBC157-4DC7-39C9-F42C-45F76A32CB7A}"/>
              </a:ext>
            </a:extLst>
          </p:cNvPr>
          <p:cNvSpPr>
            <a:spLocks/>
          </p:cNvSpPr>
          <p:nvPr userDrawn="1"/>
        </p:nvSpPr>
        <p:spPr bwMode="auto">
          <a:xfrm>
            <a:off x="1434179" y="2364907"/>
            <a:ext cx="2424165" cy="1847124"/>
          </a:xfrm>
          <a:custGeom>
            <a:avLst/>
            <a:gdLst>
              <a:gd name="T0" fmla="*/ 340 w 423"/>
              <a:gd name="T1" fmla="*/ 339 h 419"/>
              <a:gd name="T2" fmla="*/ 423 w 423"/>
              <a:gd name="T3" fmla="*/ 182 h 419"/>
              <a:gd name="T4" fmla="*/ 210 w 423"/>
              <a:gd name="T5" fmla="*/ 10 h 419"/>
              <a:gd name="T6" fmla="*/ 0 w 423"/>
              <a:gd name="T7" fmla="*/ 197 h 419"/>
              <a:gd name="T8" fmla="*/ 210 w 423"/>
              <a:gd name="T9" fmla="*/ 384 h 419"/>
              <a:gd name="T10" fmla="*/ 262 w 423"/>
              <a:gd name="T11" fmla="*/ 377 h 419"/>
              <a:gd name="T12" fmla="*/ 382 w 423"/>
              <a:gd name="T13" fmla="*/ 419 h 419"/>
              <a:gd name="T14" fmla="*/ 340 w 423"/>
              <a:gd name="T15" fmla="*/ 339 h 4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23" h="419">
                <a:moveTo>
                  <a:pt x="340" y="339"/>
                </a:moveTo>
                <a:cubicBezTo>
                  <a:pt x="390" y="300"/>
                  <a:pt x="423" y="242"/>
                  <a:pt x="423" y="182"/>
                </a:cubicBezTo>
                <a:cubicBezTo>
                  <a:pt x="423" y="79"/>
                  <a:pt x="332" y="0"/>
                  <a:pt x="210" y="10"/>
                </a:cubicBezTo>
                <a:cubicBezTo>
                  <a:pt x="95" y="20"/>
                  <a:pt x="0" y="94"/>
                  <a:pt x="0" y="197"/>
                </a:cubicBezTo>
                <a:cubicBezTo>
                  <a:pt x="0" y="300"/>
                  <a:pt x="94" y="384"/>
                  <a:pt x="210" y="384"/>
                </a:cubicBezTo>
                <a:cubicBezTo>
                  <a:pt x="228" y="384"/>
                  <a:pt x="245" y="381"/>
                  <a:pt x="262" y="377"/>
                </a:cubicBezTo>
                <a:cubicBezTo>
                  <a:pt x="291" y="391"/>
                  <a:pt x="337" y="409"/>
                  <a:pt x="382" y="419"/>
                </a:cubicBezTo>
                <a:cubicBezTo>
                  <a:pt x="363" y="400"/>
                  <a:pt x="350" y="370"/>
                  <a:pt x="340" y="339"/>
                </a:cubicBezTo>
                <a:close/>
              </a:path>
            </a:pathLst>
          </a:custGeom>
          <a:noFill/>
          <a:ln w="28575">
            <a:solidFill>
              <a:schemeClr val="accent4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AB9440D3-221B-3AA2-D4E7-8773674A82A5}"/>
              </a:ext>
            </a:extLst>
          </p:cNvPr>
          <p:cNvSpPr>
            <a:spLocks/>
          </p:cNvSpPr>
          <p:nvPr userDrawn="1"/>
        </p:nvSpPr>
        <p:spPr bwMode="auto">
          <a:xfrm rot="3251101">
            <a:off x="5740696" y="1731402"/>
            <a:ext cx="2073672" cy="1841541"/>
          </a:xfrm>
          <a:custGeom>
            <a:avLst/>
            <a:gdLst>
              <a:gd name="T0" fmla="*/ 348 w 412"/>
              <a:gd name="T1" fmla="*/ 332 h 418"/>
              <a:gd name="T2" fmla="*/ 407 w 412"/>
              <a:gd name="T3" fmla="*/ 180 h 418"/>
              <a:gd name="T4" fmla="*/ 205 w 412"/>
              <a:gd name="T5" fmla="*/ 10 h 418"/>
              <a:gd name="T6" fmla="*/ 0 w 412"/>
              <a:gd name="T7" fmla="*/ 201 h 418"/>
              <a:gd name="T8" fmla="*/ 205 w 412"/>
              <a:gd name="T9" fmla="*/ 392 h 418"/>
              <a:gd name="T10" fmla="*/ 288 w 412"/>
              <a:gd name="T11" fmla="*/ 370 h 418"/>
              <a:gd name="T12" fmla="*/ 384 w 412"/>
              <a:gd name="T13" fmla="*/ 418 h 418"/>
              <a:gd name="T14" fmla="*/ 348 w 412"/>
              <a:gd name="T15" fmla="*/ 332 h 4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2" h="418">
                <a:moveTo>
                  <a:pt x="348" y="332"/>
                </a:moveTo>
                <a:cubicBezTo>
                  <a:pt x="392" y="291"/>
                  <a:pt x="412" y="236"/>
                  <a:pt x="407" y="180"/>
                </a:cubicBezTo>
                <a:cubicBezTo>
                  <a:pt x="398" y="90"/>
                  <a:pt x="337" y="21"/>
                  <a:pt x="205" y="10"/>
                </a:cubicBezTo>
                <a:cubicBezTo>
                  <a:pt x="82" y="0"/>
                  <a:pt x="0" y="96"/>
                  <a:pt x="0" y="201"/>
                </a:cubicBezTo>
                <a:cubicBezTo>
                  <a:pt x="0" y="307"/>
                  <a:pt x="93" y="405"/>
                  <a:pt x="205" y="392"/>
                </a:cubicBezTo>
                <a:cubicBezTo>
                  <a:pt x="236" y="389"/>
                  <a:pt x="264" y="381"/>
                  <a:pt x="288" y="370"/>
                </a:cubicBezTo>
                <a:cubicBezTo>
                  <a:pt x="318" y="390"/>
                  <a:pt x="356" y="412"/>
                  <a:pt x="384" y="418"/>
                </a:cubicBezTo>
                <a:cubicBezTo>
                  <a:pt x="365" y="399"/>
                  <a:pt x="354" y="363"/>
                  <a:pt x="348" y="332"/>
                </a:cubicBezTo>
                <a:close/>
              </a:path>
            </a:pathLst>
          </a:custGeom>
          <a:noFill/>
          <a:ln w="28575">
            <a:solidFill>
              <a:schemeClr val="accent5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114787BF-0A04-3AA7-2C10-434A98708D15}"/>
              </a:ext>
            </a:extLst>
          </p:cNvPr>
          <p:cNvSpPr>
            <a:spLocks/>
          </p:cNvSpPr>
          <p:nvPr userDrawn="1"/>
        </p:nvSpPr>
        <p:spPr bwMode="auto">
          <a:xfrm rot="1000711" flipH="1">
            <a:off x="7760187" y="2141004"/>
            <a:ext cx="1916308" cy="2055292"/>
          </a:xfrm>
          <a:custGeom>
            <a:avLst/>
            <a:gdLst>
              <a:gd name="T0" fmla="*/ 428 w 428"/>
              <a:gd name="T1" fmla="*/ 205 h 495"/>
              <a:gd name="T2" fmla="*/ 213 w 428"/>
              <a:gd name="T3" fmla="*/ 12 h 495"/>
              <a:gd name="T4" fmla="*/ 0 w 428"/>
              <a:gd name="T5" fmla="*/ 211 h 495"/>
              <a:gd name="T6" fmla="*/ 213 w 428"/>
              <a:gd name="T7" fmla="*/ 410 h 495"/>
              <a:gd name="T8" fmla="*/ 213 w 428"/>
              <a:gd name="T9" fmla="*/ 410 h 495"/>
              <a:gd name="T10" fmla="*/ 280 w 428"/>
              <a:gd name="T11" fmla="*/ 495 h 495"/>
              <a:gd name="T12" fmla="*/ 282 w 428"/>
              <a:gd name="T13" fmla="*/ 397 h 495"/>
              <a:gd name="T14" fmla="*/ 428 w 428"/>
              <a:gd name="T15" fmla="*/ 205 h 4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28" h="495">
                <a:moveTo>
                  <a:pt x="428" y="205"/>
                </a:moveTo>
                <a:cubicBezTo>
                  <a:pt x="428" y="95"/>
                  <a:pt x="368" y="28"/>
                  <a:pt x="213" y="12"/>
                </a:cubicBezTo>
                <a:cubicBezTo>
                  <a:pt x="96" y="0"/>
                  <a:pt x="0" y="101"/>
                  <a:pt x="0" y="211"/>
                </a:cubicBezTo>
                <a:cubicBezTo>
                  <a:pt x="0" y="321"/>
                  <a:pt x="96" y="420"/>
                  <a:pt x="213" y="410"/>
                </a:cubicBezTo>
                <a:cubicBezTo>
                  <a:pt x="213" y="410"/>
                  <a:pt x="213" y="410"/>
                  <a:pt x="213" y="410"/>
                </a:cubicBezTo>
                <a:cubicBezTo>
                  <a:pt x="233" y="444"/>
                  <a:pt x="256" y="475"/>
                  <a:pt x="280" y="495"/>
                </a:cubicBezTo>
                <a:cubicBezTo>
                  <a:pt x="277" y="464"/>
                  <a:pt x="277" y="433"/>
                  <a:pt x="282" y="397"/>
                </a:cubicBezTo>
                <a:cubicBezTo>
                  <a:pt x="378" y="368"/>
                  <a:pt x="428" y="296"/>
                  <a:pt x="428" y="205"/>
                </a:cubicBezTo>
                <a:close/>
              </a:path>
            </a:pathLst>
          </a:custGeom>
          <a:noFill/>
          <a:ln w="28575">
            <a:solidFill>
              <a:schemeClr val="accent6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17" name="Freeform 7">
            <a:extLst>
              <a:ext uri="{FF2B5EF4-FFF2-40B4-BE49-F238E27FC236}">
                <a16:creationId xmlns:a16="http://schemas.microsoft.com/office/drawing/2014/main" id="{8EFB7ECA-3061-6F7E-9B1A-8B5F5260B707}"/>
              </a:ext>
            </a:extLst>
          </p:cNvPr>
          <p:cNvSpPr>
            <a:spLocks/>
          </p:cNvSpPr>
          <p:nvPr userDrawn="1"/>
        </p:nvSpPr>
        <p:spPr bwMode="auto">
          <a:xfrm rot="1643424">
            <a:off x="3789144" y="1830270"/>
            <a:ext cx="2073673" cy="1841542"/>
          </a:xfrm>
          <a:custGeom>
            <a:avLst/>
            <a:gdLst>
              <a:gd name="T0" fmla="*/ 348 w 412"/>
              <a:gd name="T1" fmla="*/ 332 h 418"/>
              <a:gd name="T2" fmla="*/ 407 w 412"/>
              <a:gd name="T3" fmla="*/ 180 h 418"/>
              <a:gd name="T4" fmla="*/ 205 w 412"/>
              <a:gd name="T5" fmla="*/ 10 h 418"/>
              <a:gd name="T6" fmla="*/ 0 w 412"/>
              <a:gd name="T7" fmla="*/ 201 h 418"/>
              <a:gd name="T8" fmla="*/ 205 w 412"/>
              <a:gd name="T9" fmla="*/ 392 h 418"/>
              <a:gd name="T10" fmla="*/ 288 w 412"/>
              <a:gd name="T11" fmla="*/ 370 h 418"/>
              <a:gd name="T12" fmla="*/ 384 w 412"/>
              <a:gd name="T13" fmla="*/ 418 h 418"/>
              <a:gd name="T14" fmla="*/ 348 w 412"/>
              <a:gd name="T15" fmla="*/ 332 h 4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2" h="418">
                <a:moveTo>
                  <a:pt x="348" y="332"/>
                </a:moveTo>
                <a:cubicBezTo>
                  <a:pt x="392" y="291"/>
                  <a:pt x="412" y="236"/>
                  <a:pt x="407" y="180"/>
                </a:cubicBezTo>
                <a:cubicBezTo>
                  <a:pt x="398" y="90"/>
                  <a:pt x="337" y="21"/>
                  <a:pt x="205" y="10"/>
                </a:cubicBezTo>
                <a:cubicBezTo>
                  <a:pt x="82" y="0"/>
                  <a:pt x="0" y="96"/>
                  <a:pt x="0" y="201"/>
                </a:cubicBezTo>
                <a:cubicBezTo>
                  <a:pt x="0" y="307"/>
                  <a:pt x="93" y="405"/>
                  <a:pt x="205" y="392"/>
                </a:cubicBezTo>
                <a:cubicBezTo>
                  <a:pt x="236" y="389"/>
                  <a:pt x="264" y="381"/>
                  <a:pt x="288" y="370"/>
                </a:cubicBezTo>
                <a:cubicBezTo>
                  <a:pt x="318" y="390"/>
                  <a:pt x="356" y="412"/>
                  <a:pt x="384" y="418"/>
                </a:cubicBezTo>
                <a:cubicBezTo>
                  <a:pt x="365" y="399"/>
                  <a:pt x="354" y="363"/>
                  <a:pt x="348" y="332"/>
                </a:cubicBezTo>
                <a:close/>
              </a:path>
            </a:pathLst>
          </a:custGeom>
          <a:noFill/>
          <a:ln w="28575">
            <a:solidFill>
              <a:schemeClr val="accent3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grpSp>
        <p:nvGrpSpPr>
          <p:cNvPr id="18" name="Graphique 9">
            <a:extLst>
              <a:ext uri="{FF2B5EF4-FFF2-40B4-BE49-F238E27FC236}">
                <a16:creationId xmlns:a16="http://schemas.microsoft.com/office/drawing/2014/main" id="{8DC06D77-A60E-882C-CEC4-45F3E02B4E96}"/>
              </a:ext>
            </a:extLst>
          </p:cNvPr>
          <p:cNvGrpSpPr/>
          <p:nvPr userDrawn="1"/>
        </p:nvGrpSpPr>
        <p:grpSpPr>
          <a:xfrm>
            <a:off x="3617614" y="4307041"/>
            <a:ext cx="701237" cy="794171"/>
            <a:chOff x="6855129" y="2871522"/>
            <a:chExt cx="552423" cy="641237"/>
          </a:xfrm>
          <a:noFill/>
        </p:grpSpPr>
        <p:grpSp>
          <p:nvGrpSpPr>
            <p:cNvPr id="19" name="Graphique 9">
              <a:extLst>
                <a:ext uri="{FF2B5EF4-FFF2-40B4-BE49-F238E27FC236}">
                  <a16:creationId xmlns:a16="http://schemas.microsoft.com/office/drawing/2014/main" id="{ADDF8596-DC16-196A-7A82-C9E365D57095}"/>
                </a:ext>
              </a:extLst>
            </p:cNvPr>
            <p:cNvGrpSpPr/>
            <p:nvPr/>
          </p:nvGrpSpPr>
          <p:grpSpPr>
            <a:xfrm>
              <a:off x="7015094" y="3079564"/>
              <a:ext cx="228291" cy="87355"/>
              <a:chOff x="7015094" y="3079564"/>
              <a:chExt cx="228291" cy="87355"/>
            </a:xfrm>
            <a:noFill/>
          </p:grpSpPr>
          <p:sp>
            <p:nvSpPr>
              <p:cNvPr id="28" name="Forme libre : forme 27">
                <a:extLst>
                  <a:ext uri="{FF2B5EF4-FFF2-40B4-BE49-F238E27FC236}">
                    <a16:creationId xmlns:a16="http://schemas.microsoft.com/office/drawing/2014/main" id="{9BB5DCA8-0AD6-5A32-AB96-7410F760E124}"/>
                  </a:ext>
                </a:extLst>
              </p:cNvPr>
              <p:cNvSpPr/>
              <p:nvPr/>
            </p:nvSpPr>
            <p:spPr>
              <a:xfrm>
                <a:off x="7189241" y="3132086"/>
                <a:ext cx="24599" cy="34833"/>
              </a:xfrm>
              <a:custGeom>
                <a:avLst/>
                <a:gdLst>
                  <a:gd name="connsiteX0" fmla="*/ 20592 w 24599"/>
                  <a:gd name="connsiteY0" fmla="*/ 29410 h 34833"/>
                  <a:gd name="connsiteX1" fmla="*/ 14554 w 24599"/>
                  <a:gd name="connsiteY1" fmla="*/ 34454 h 34833"/>
                  <a:gd name="connsiteX2" fmla="*/ 2555 w 24599"/>
                  <a:gd name="connsiteY2" fmla="*/ 28875 h 34833"/>
                  <a:gd name="connsiteX3" fmla="*/ 33 w 24599"/>
                  <a:gd name="connsiteY3" fmla="*/ 14965 h 34833"/>
                  <a:gd name="connsiteX4" fmla="*/ 22579 w 24599"/>
                  <a:gd name="connsiteY4" fmla="*/ 7169 h 34833"/>
                  <a:gd name="connsiteX5" fmla="*/ 20592 w 24599"/>
                  <a:gd name="connsiteY5" fmla="*/ 29334 h 348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4599" h="34833">
                    <a:moveTo>
                      <a:pt x="20592" y="29410"/>
                    </a:moveTo>
                    <a:cubicBezTo>
                      <a:pt x="19063" y="31627"/>
                      <a:pt x="17076" y="33614"/>
                      <a:pt x="14554" y="34454"/>
                    </a:cubicBezTo>
                    <a:cubicBezTo>
                      <a:pt x="10045" y="35907"/>
                      <a:pt x="4924" y="33002"/>
                      <a:pt x="2555" y="28875"/>
                    </a:cubicBezTo>
                    <a:cubicBezTo>
                      <a:pt x="186" y="24748"/>
                      <a:pt x="-120" y="19780"/>
                      <a:pt x="33" y="14965"/>
                    </a:cubicBezTo>
                    <a:cubicBezTo>
                      <a:pt x="415" y="1896"/>
                      <a:pt x="14707" y="-6893"/>
                      <a:pt x="22579" y="7169"/>
                    </a:cubicBezTo>
                    <a:cubicBezTo>
                      <a:pt x="26171" y="13666"/>
                      <a:pt x="24643" y="23525"/>
                      <a:pt x="20592" y="29334"/>
                    </a:cubicBezTo>
                    <a:close/>
                  </a:path>
                </a:pathLst>
              </a:custGeom>
              <a:noFill/>
              <a:ln w="19102" cap="rnd">
                <a:solidFill>
                  <a:schemeClr val="accent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fr-FR" sz="1800"/>
              </a:p>
            </p:txBody>
          </p:sp>
          <p:sp>
            <p:nvSpPr>
              <p:cNvPr id="29" name="Forme libre : forme 28">
                <a:extLst>
                  <a:ext uri="{FF2B5EF4-FFF2-40B4-BE49-F238E27FC236}">
                    <a16:creationId xmlns:a16="http://schemas.microsoft.com/office/drawing/2014/main" id="{57C3F2C6-74F1-2D3C-F939-59133C8BB34F}"/>
                  </a:ext>
                </a:extLst>
              </p:cNvPr>
              <p:cNvSpPr/>
              <p:nvPr/>
            </p:nvSpPr>
            <p:spPr>
              <a:xfrm>
                <a:off x="7044715" y="3132086"/>
                <a:ext cx="24599" cy="34833"/>
              </a:xfrm>
              <a:custGeom>
                <a:avLst/>
                <a:gdLst>
                  <a:gd name="connsiteX0" fmla="*/ 20592 w 24599"/>
                  <a:gd name="connsiteY0" fmla="*/ 29410 h 34833"/>
                  <a:gd name="connsiteX1" fmla="*/ 14554 w 24599"/>
                  <a:gd name="connsiteY1" fmla="*/ 34454 h 34833"/>
                  <a:gd name="connsiteX2" fmla="*/ 2555 w 24599"/>
                  <a:gd name="connsiteY2" fmla="*/ 28875 h 34833"/>
                  <a:gd name="connsiteX3" fmla="*/ 33 w 24599"/>
                  <a:gd name="connsiteY3" fmla="*/ 14965 h 34833"/>
                  <a:gd name="connsiteX4" fmla="*/ 22579 w 24599"/>
                  <a:gd name="connsiteY4" fmla="*/ 7169 h 34833"/>
                  <a:gd name="connsiteX5" fmla="*/ 20592 w 24599"/>
                  <a:gd name="connsiteY5" fmla="*/ 29334 h 348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4599" h="34833">
                    <a:moveTo>
                      <a:pt x="20592" y="29410"/>
                    </a:moveTo>
                    <a:cubicBezTo>
                      <a:pt x="19064" y="31627"/>
                      <a:pt x="17077" y="33614"/>
                      <a:pt x="14554" y="34454"/>
                    </a:cubicBezTo>
                    <a:cubicBezTo>
                      <a:pt x="10045" y="35907"/>
                      <a:pt x="4924" y="33002"/>
                      <a:pt x="2555" y="28875"/>
                    </a:cubicBezTo>
                    <a:cubicBezTo>
                      <a:pt x="186" y="24748"/>
                      <a:pt x="-120" y="19780"/>
                      <a:pt x="33" y="14965"/>
                    </a:cubicBezTo>
                    <a:cubicBezTo>
                      <a:pt x="415" y="1896"/>
                      <a:pt x="14707" y="-6893"/>
                      <a:pt x="22579" y="7169"/>
                    </a:cubicBezTo>
                    <a:cubicBezTo>
                      <a:pt x="26172" y="13666"/>
                      <a:pt x="24643" y="23525"/>
                      <a:pt x="20592" y="29334"/>
                    </a:cubicBezTo>
                    <a:close/>
                  </a:path>
                </a:pathLst>
              </a:custGeom>
              <a:noFill/>
              <a:ln w="19102" cap="rnd">
                <a:solidFill>
                  <a:schemeClr val="accent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fr-FR" sz="1800"/>
              </a:p>
            </p:txBody>
          </p:sp>
          <p:sp>
            <p:nvSpPr>
              <p:cNvPr id="30" name="Forme libre : forme 29">
                <a:extLst>
                  <a:ext uri="{FF2B5EF4-FFF2-40B4-BE49-F238E27FC236}">
                    <a16:creationId xmlns:a16="http://schemas.microsoft.com/office/drawing/2014/main" id="{024CC504-3A65-89F4-466D-267A7404108A}"/>
                  </a:ext>
                </a:extLst>
              </p:cNvPr>
              <p:cNvSpPr/>
              <p:nvPr/>
            </p:nvSpPr>
            <p:spPr>
              <a:xfrm>
                <a:off x="7159696" y="3081170"/>
                <a:ext cx="83689" cy="14215"/>
              </a:xfrm>
              <a:custGeom>
                <a:avLst/>
                <a:gdLst>
                  <a:gd name="connsiteX0" fmla="*/ 83689 w 83689"/>
                  <a:gd name="connsiteY0" fmla="*/ 14216 h 14215"/>
                  <a:gd name="connsiteX1" fmla="*/ 41883 w 83689"/>
                  <a:gd name="connsiteY1" fmla="*/ 0 h 14215"/>
                  <a:gd name="connsiteX2" fmla="*/ 0 w 83689"/>
                  <a:gd name="connsiteY2" fmla="*/ 13986 h 142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3689" h="14215">
                    <a:moveTo>
                      <a:pt x="83689" y="14216"/>
                    </a:moveTo>
                    <a:cubicBezTo>
                      <a:pt x="71766" y="5121"/>
                      <a:pt x="56863" y="0"/>
                      <a:pt x="41883" y="0"/>
                    </a:cubicBezTo>
                    <a:cubicBezTo>
                      <a:pt x="26902" y="0"/>
                      <a:pt x="11923" y="4968"/>
                      <a:pt x="0" y="13986"/>
                    </a:cubicBezTo>
                  </a:path>
                </a:pathLst>
              </a:custGeom>
              <a:noFill/>
              <a:ln w="19102" cap="rnd">
                <a:solidFill>
                  <a:schemeClr val="accent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fr-FR" sz="1800"/>
              </a:p>
            </p:txBody>
          </p:sp>
          <p:sp>
            <p:nvSpPr>
              <p:cNvPr id="31" name="Forme libre : forme 30">
                <a:extLst>
                  <a:ext uri="{FF2B5EF4-FFF2-40B4-BE49-F238E27FC236}">
                    <a16:creationId xmlns:a16="http://schemas.microsoft.com/office/drawing/2014/main" id="{06A8EC4C-15FC-29A4-F3E8-416E7B93D855}"/>
                  </a:ext>
                </a:extLst>
              </p:cNvPr>
              <p:cNvSpPr/>
              <p:nvPr/>
            </p:nvSpPr>
            <p:spPr>
              <a:xfrm>
                <a:off x="7015094" y="3079564"/>
                <a:ext cx="83689" cy="17350"/>
              </a:xfrm>
              <a:custGeom>
                <a:avLst/>
                <a:gdLst>
                  <a:gd name="connsiteX0" fmla="*/ 83689 w 83689"/>
                  <a:gd name="connsiteY0" fmla="*/ 17350 h 17350"/>
                  <a:gd name="connsiteX1" fmla="*/ 42342 w 83689"/>
                  <a:gd name="connsiteY1" fmla="*/ 1 h 17350"/>
                  <a:gd name="connsiteX2" fmla="*/ 0 w 83689"/>
                  <a:gd name="connsiteY2" fmla="*/ 15898 h 17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3689" h="17350">
                    <a:moveTo>
                      <a:pt x="83689" y="17350"/>
                    </a:moveTo>
                    <a:cubicBezTo>
                      <a:pt x="73218" y="6115"/>
                      <a:pt x="57704" y="-76"/>
                      <a:pt x="42342" y="1"/>
                    </a:cubicBezTo>
                    <a:cubicBezTo>
                      <a:pt x="26979" y="1"/>
                      <a:pt x="11847" y="6115"/>
                      <a:pt x="0" y="15898"/>
                    </a:cubicBezTo>
                  </a:path>
                </a:pathLst>
              </a:custGeom>
              <a:noFill/>
              <a:ln w="19102" cap="rnd">
                <a:solidFill>
                  <a:schemeClr val="accent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fr-FR" sz="1800"/>
              </a:p>
            </p:txBody>
          </p:sp>
        </p:grpSp>
        <p:grpSp>
          <p:nvGrpSpPr>
            <p:cNvPr id="20" name="Graphique 9">
              <a:extLst>
                <a:ext uri="{FF2B5EF4-FFF2-40B4-BE49-F238E27FC236}">
                  <a16:creationId xmlns:a16="http://schemas.microsoft.com/office/drawing/2014/main" id="{3AA0E1C8-F357-696E-E5D8-9B7AF916E977}"/>
                </a:ext>
              </a:extLst>
            </p:cNvPr>
            <p:cNvGrpSpPr/>
            <p:nvPr/>
          </p:nvGrpSpPr>
          <p:grpSpPr>
            <a:xfrm>
              <a:off x="6918147" y="2871522"/>
              <a:ext cx="431927" cy="523273"/>
              <a:chOff x="6918147" y="2871522"/>
              <a:chExt cx="431927" cy="523273"/>
            </a:xfrm>
            <a:noFill/>
          </p:grpSpPr>
          <p:sp>
            <p:nvSpPr>
              <p:cNvPr id="23" name="Forme libre : forme 22">
                <a:extLst>
                  <a:ext uri="{FF2B5EF4-FFF2-40B4-BE49-F238E27FC236}">
                    <a16:creationId xmlns:a16="http://schemas.microsoft.com/office/drawing/2014/main" id="{C5F9AB85-F496-403E-2F59-604E5C7E32E9}"/>
                  </a:ext>
                </a:extLst>
              </p:cNvPr>
              <p:cNvSpPr/>
              <p:nvPr/>
            </p:nvSpPr>
            <p:spPr>
              <a:xfrm>
                <a:off x="6942521" y="2871522"/>
                <a:ext cx="384917" cy="302966"/>
              </a:xfrm>
              <a:custGeom>
                <a:avLst/>
                <a:gdLst>
                  <a:gd name="connsiteX0" fmla="*/ 365294 w 384917"/>
                  <a:gd name="connsiteY0" fmla="*/ 302966 h 302966"/>
                  <a:gd name="connsiteX1" fmla="*/ 381573 w 384917"/>
                  <a:gd name="connsiteY1" fmla="*/ 189394 h 302966"/>
                  <a:gd name="connsiteX2" fmla="*/ 380273 w 384917"/>
                  <a:gd name="connsiteY2" fmla="*/ 150721 h 302966"/>
                  <a:gd name="connsiteX3" fmla="*/ 371943 w 384917"/>
                  <a:gd name="connsiteY3" fmla="*/ 140403 h 302966"/>
                  <a:gd name="connsiteX4" fmla="*/ 368580 w 384917"/>
                  <a:gd name="connsiteY4" fmla="*/ 109755 h 302966"/>
                  <a:gd name="connsiteX5" fmla="*/ 336098 w 384917"/>
                  <a:gd name="connsiteY5" fmla="*/ 90190 h 302966"/>
                  <a:gd name="connsiteX6" fmla="*/ 329296 w 384917"/>
                  <a:gd name="connsiteY6" fmla="*/ 56179 h 302966"/>
                  <a:gd name="connsiteX7" fmla="*/ 295056 w 384917"/>
                  <a:gd name="connsiteY7" fmla="*/ 50371 h 302966"/>
                  <a:gd name="connsiteX8" fmla="*/ 280764 w 384917"/>
                  <a:gd name="connsiteY8" fmla="*/ 23238 h 302966"/>
                  <a:gd name="connsiteX9" fmla="*/ 246830 w 384917"/>
                  <a:gd name="connsiteY9" fmla="*/ 29123 h 302966"/>
                  <a:gd name="connsiteX10" fmla="*/ 226958 w 384917"/>
                  <a:gd name="connsiteY10" fmla="*/ 7647 h 302966"/>
                  <a:gd name="connsiteX11" fmla="*/ 200820 w 384917"/>
                  <a:gd name="connsiteY11" fmla="*/ 20793 h 302966"/>
                  <a:gd name="connsiteX12" fmla="*/ 174987 w 384917"/>
                  <a:gd name="connsiteY12" fmla="*/ 4 h 302966"/>
                  <a:gd name="connsiteX13" fmla="*/ 149766 w 384917"/>
                  <a:gd name="connsiteY13" fmla="*/ 21634 h 302966"/>
                  <a:gd name="connsiteX14" fmla="*/ 109488 w 384917"/>
                  <a:gd name="connsiteY14" fmla="*/ 15978 h 302966"/>
                  <a:gd name="connsiteX15" fmla="*/ 91069 w 384917"/>
                  <a:gd name="connsiteY15" fmla="*/ 52205 h 302966"/>
                  <a:gd name="connsiteX16" fmla="*/ 50791 w 384917"/>
                  <a:gd name="connsiteY16" fmla="*/ 61682 h 302966"/>
                  <a:gd name="connsiteX17" fmla="*/ 32142 w 384917"/>
                  <a:gd name="connsiteY17" fmla="*/ 101960 h 302966"/>
                  <a:gd name="connsiteX18" fmla="*/ 6386 w 384917"/>
                  <a:gd name="connsiteY18" fmla="*/ 112201 h 302966"/>
                  <a:gd name="connsiteX19" fmla="*/ 501 w 384917"/>
                  <a:gd name="connsiteY19" fmla="*/ 141779 h 302966"/>
                  <a:gd name="connsiteX20" fmla="*/ 42 w 384917"/>
                  <a:gd name="connsiteY20" fmla="*/ 156988 h 302966"/>
                  <a:gd name="connsiteX21" fmla="*/ 10131 w 384917"/>
                  <a:gd name="connsiteY21" fmla="*/ 210488 h 302966"/>
                  <a:gd name="connsiteX22" fmla="*/ 18614 w 384917"/>
                  <a:gd name="connsiteY22" fmla="*/ 274917 h 3029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384917" h="302966">
                    <a:moveTo>
                      <a:pt x="365294" y="302966"/>
                    </a:moveTo>
                    <a:cubicBezTo>
                      <a:pt x="375764" y="265440"/>
                      <a:pt x="373089" y="227149"/>
                      <a:pt x="381573" y="189394"/>
                    </a:cubicBezTo>
                    <a:cubicBezTo>
                      <a:pt x="384477" y="176401"/>
                      <a:pt x="387916" y="161650"/>
                      <a:pt x="380273" y="150721"/>
                    </a:cubicBezTo>
                    <a:cubicBezTo>
                      <a:pt x="377751" y="147129"/>
                      <a:pt x="374083" y="144225"/>
                      <a:pt x="371943" y="140403"/>
                    </a:cubicBezTo>
                    <a:cubicBezTo>
                      <a:pt x="366746" y="131384"/>
                      <a:pt x="370720" y="119920"/>
                      <a:pt x="368580" y="109755"/>
                    </a:cubicBezTo>
                    <a:cubicBezTo>
                      <a:pt x="365676" y="95845"/>
                      <a:pt x="349702" y="86215"/>
                      <a:pt x="336098" y="90190"/>
                    </a:cubicBezTo>
                    <a:cubicBezTo>
                      <a:pt x="340913" y="78878"/>
                      <a:pt x="338085" y="64739"/>
                      <a:pt x="329296" y="56179"/>
                    </a:cubicBezTo>
                    <a:cubicBezTo>
                      <a:pt x="320506" y="47619"/>
                      <a:pt x="306214" y="45173"/>
                      <a:pt x="295056" y="50371"/>
                    </a:cubicBezTo>
                    <a:cubicBezTo>
                      <a:pt x="300788" y="40129"/>
                      <a:pt x="292075" y="26525"/>
                      <a:pt x="280764" y="23238"/>
                    </a:cubicBezTo>
                    <a:cubicBezTo>
                      <a:pt x="269452" y="19952"/>
                      <a:pt x="257453" y="24079"/>
                      <a:pt x="246830" y="29123"/>
                    </a:cubicBezTo>
                    <a:cubicBezTo>
                      <a:pt x="245760" y="18729"/>
                      <a:pt x="237276" y="9481"/>
                      <a:pt x="226958" y="7647"/>
                    </a:cubicBezTo>
                    <a:cubicBezTo>
                      <a:pt x="216640" y="5813"/>
                      <a:pt x="205482" y="11468"/>
                      <a:pt x="200820" y="20793"/>
                    </a:cubicBezTo>
                    <a:cubicBezTo>
                      <a:pt x="198450" y="9023"/>
                      <a:pt x="186986" y="-225"/>
                      <a:pt x="174987" y="4"/>
                    </a:cubicBezTo>
                    <a:cubicBezTo>
                      <a:pt x="162988" y="233"/>
                      <a:pt x="151829" y="9787"/>
                      <a:pt x="149766" y="21634"/>
                    </a:cubicBezTo>
                    <a:cubicBezTo>
                      <a:pt x="139295" y="11621"/>
                      <a:pt x="122328" y="9252"/>
                      <a:pt x="109488" y="15978"/>
                    </a:cubicBezTo>
                    <a:cubicBezTo>
                      <a:pt x="96648" y="22703"/>
                      <a:pt x="88852" y="37913"/>
                      <a:pt x="91069" y="52205"/>
                    </a:cubicBezTo>
                    <a:cubicBezTo>
                      <a:pt x="78152" y="44639"/>
                      <a:pt x="60803" y="50600"/>
                      <a:pt x="50791" y="61682"/>
                    </a:cubicBezTo>
                    <a:cubicBezTo>
                      <a:pt x="40779" y="72764"/>
                      <a:pt x="36346" y="87591"/>
                      <a:pt x="32142" y="101960"/>
                    </a:cubicBezTo>
                    <a:cubicBezTo>
                      <a:pt x="23047" y="97450"/>
                      <a:pt x="11507" y="103412"/>
                      <a:pt x="6386" y="112201"/>
                    </a:cubicBezTo>
                    <a:cubicBezTo>
                      <a:pt x="1266" y="120990"/>
                      <a:pt x="807" y="131614"/>
                      <a:pt x="501" y="141779"/>
                    </a:cubicBezTo>
                    <a:cubicBezTo>
                      <a:pt x="348" y="146823"/>
                      <a:pt x="195" y="151944"/>
                      <a:pt x="42" y="156988"/>
                    </a:cubicBezTo>
                    <a:cubicBezTo>
                      <a:pt x="-569" y="177777"/>
                      <a:pt x="5546" y="191534"/>
                      <a:pt x="10131" y="210488"/>
                    </a:cubicBezTo>
                    <a:cubicBezTo>
                      <a:pt x="15023" y="230894"/>
                      <a:pt x="14717" y="253976"/>
                      <a:pt x="18614" y="274917"/>
                    </a:cubicBezTo>
                  </a:path>
                </a:pathLst>
              </a:custGeom>
              <a:noFill/>
              <a:ln w="19102" cap="rnd">
                <a:solidFill>
                  <a:schemeClr val="accent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fr-FR" sz="1800"/>
              </a:p>
            </p:txBody>
          </p:sp>
          <p:sp>
            <p:nvSpPr>
              <p:cNvPr id="24" name="Forme libre : forme 23">
                <a:extLst>
                  <a:ext uri="{FF2B5EF4-FFF2-40B4-BE49-F238E27FC236}">
                    <a16:creationId xmlns:a16="http://schemas.microsoft.com/office/drawing/2014/main" id="{B9F6D652-8792-2DE7-3229-2F1D25FC8960}"/>
                  </a:ext>
                </a:extLst>
              </p:cNvPr>
              <p:cNvSpPr/>
              <p:nvPr/>
            </p:nvSpPr>
            <p:spPr>
              <a:xfrm>
                <a:off x="6918147" y="3102948"/>
                <a:ext cx="431927" cy="291847"/>
              </a:xfrm>
              <a:custGeom>
                <a:avLst/>
                <a:gdLst>
                  <a:gd name="connsiteX0" fmla="*/ 44669 w 431927"/>
                  <a:gd name="connsiteY0" fmla="*/ 34320 h 291847"/>
                  <a:gd name="connsiteX1" fmla="*/ 24110 w 431927"/>
                  <a:gd name="connsiteY1" fmla="*/ 8029 h 291847"/>
                  <a:gd name="connsiteX2" fmla="*/ 13487 w 431927"/>
                  <a:gd name="connsiteY2" fmla="*/ 1150 h 291847"/>
                  <a:gd name="connsiteX3" fmla="*/ 2022 w 431927"/>
                  <a:gd name="connsiteY3" fmla="*/ 4742 h 291847"/>
                  <a:gd name="connsiteX4" fmla="*/ 112 w 431927"/>
                  <a:gd name="connsiteY4" fmla="*/ 12538 h 291847"/>
                  <a:gd name="connsiteX5" fmla="*/ 13563 w 431927"/>
                  <a:gd name="connsiteY5" fmla="*/ 77425 h 291847"/>
                  <a:gd name="connsiteX6" fmla="*/ 53459 w 431927"/>
                  <a:gd name="connsiteY6" fmla="*/ 124276 h 291847"/>
                  <a:gd name="connsiteX7" fmla="*/ 56592 w 431927"/>
                  <a:gd name="connsiteY7" fmla="*/ 123053 h 291847"/>
                  <a:gd name="connsiteX8" fmla="*/ 57739 w 431927"/>
                  <a:gd name="connsiteY8" fmla="*/ 125117 h 291847"/>
                  <a:gd name="connsiteX9" fmla="*/ 116741 w 431927"/>
                  <a:gd name="connsiteY9" fmla="*/ 244498 h 291847"/>
                  <a:gd name="connsiteX10" fmla="*/ 162293 w 431927"/>
                  <a:gd name="connsiteY10" fmla="*/ 282406 h 291847"/>
                  <a:gd name="connsiteX11" fmla="*/ 263178 w 431927"/>
                  <a:gd name="connsiteY11" fmla="*/ 276980 h 291847"/>
                  <a:gd name="connsiteX12" fmla="*/ 336091 w 431927"/>
                  <a:gd name="connsiteY12" fmla="*/ 205749 h 291847"/>
                  <a:gd name="connsiteX13" fmla="*/ 354433 w 431927"/>
                  <a:gd name="connsiteY13" fmla="*/ 169292 h 291847"/>
                  <a:gd name="connsiteX14" fmla="*/ 370177 w 431927"/>
                  <a:gd name="connsiteY14" fmla="*/ 127639 h 291847"/>
                  <a:gd name="connsiteX15" fmla="*/ 373617 w 431927"/>
                  <a:gd name="connsiteY15" fmla="*/ 124811 h 291847"/>
                  <a:gd name="connsiteX16" fmla="*/ 375375 w 431927"/>
                  <a:gd name="connsiteY16" fmla="*/ 125728 h 291847"/>
                  <a:gd name="connsiteX17" fmla="*/ 387909 w 431927"/>
                  <a:gd name="connsiteY17" fmla="*/ 124505 h 291847"/>
                  <a:gd name="connsiteX18" fmla="*/ 403347 w 431927"/>
                  <a:gd name="connsiteY18" fmla="*/ 103946 h 291847"/>
                  <a:gd name="connsiteX19" fmla="*/ 418175 w 431927"/>
                  <a:gd name="connsiteY19" fmla="*/ 75362 h 291847"/>
                  <a:gd name="connsiteX20" fmla="*/ 431702 w 431927"/>
                  <a:gd name="connsiteY20" fmla="*/ 22703 h 291847"/>
                  <a:gd name="connsiteX21" fmla="*/ 431091 w 431927"/>
                  <a:gd name="connsiteY21" fmla="*/ 10398 h 291847"/>
                  <a:gd name="connsiteX22" fmla="*/ 423677 w 431927"/>
                  <a:gd name="connsiteY22" fmla="*/ 921 h 291847"/>
                  <a:gd name="connsiteX23" fmla="*/ 409156 w 431927"/>
                  <a:gd name="connsiteY23" fmla="*/ 3749 h 291847"/>
                  <a:gd name="connsiteX24" fmla="*/ 395323 w 431927"/>
                  <a:gd name="connsiteY24" fmla="*/ 22244 h 291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31927" h="291847">
                    <a:moveTo>
                      <a:pt x="44669" y="34320"/>
                    </a:moveTo>
                    <a:cubicBezTo>
                      <a:pt x="41077" y="26524"/>
                      <a:pt x="30224" y="14067"/>
                      <a:pt x="24110" y="8029"/>
                    </a:cubicBezTo>
                    <a:cubicBezTo>
                      <a:pt x="21053" y="5048"/>
                      <a:pt x="17614" y="2220"/>
                      <a:pt x="13487" y="1150"/>
                    </a:cubicBezTo>
                    <a:cubicBezTo>
                      <a:pt x="9360" y="80"/>
                      <a:pt x="4392" y="1150"/>
                      <a:pt x="2022" y="4742"/>
                    </a:cubicBezTo>
                    <a:cubicBezTo>
                      <a:pt x="494" y="7035"/>
                      <a:pt x="265" y="9863"/>
                      <a:pt x="112" y="12538"/>
                    </a:cubicBezTo>
                    <a:cubicBezTo>
                      <a:pt x="-882" y="34779"/>
                      <a:pt x="4850" y="56943"/>
                      <a:pt x="13563" y="77425"/>
                    </a:cubicBezTo>
                    <a:cubicBezTo>
                      <a:pt x="18149" y="88125"/>
                      <a:pt x="35727" y="139409"/>
                      <a:pt x="53459" y="124276"/>
                    </a:cubicBezTo>
                    <a:cubicBezTo>
                      <a:pt x="54376" y="123512"/>
                      <a:pt x="55522" y="122518"/>
                      <a:pt x="56592" y="123053"/>
                    </a:cubicBezTo>
                    <a:cubicBezTo>
                      <a:pt x="57280" y="123435"/>
                      <a:pt x="57586" y="124276"/>
                      <a:pt x="57739" y="125117"/>
                    </a:cubicBezTo>
                    <a:cubicBezTo>
                      <a:pt x="69050" y="173878"/>
                      <a:pt x="86246" y="204832"/>
                      <a:pt x="116741" y="244498"/>
                    </a:cubicBezTo>
                    <a:cubicBezTo>
                      <a:pt x="124690" y="254892"/>
                      <a:pt x="150599" y="276445"/>
                      <a:pt x="162293" y="282406"/>
                    </a:cubicBezTo>
                    <a:cubicBezTo>
                      <a:pt x="194010" y="298533"/>
                      <a:pt x="230925" y="292189"/>
                      <a:pt x="263178" y="276980"/>
                    </a:cubicBezTo>
                    <a:cubicBezTo>
                      <a:pt x="294361" y="262306"/>
                      <a:pt x="317824" y="234944"/>
                      <a:pt x="336091" y="205749"/>
                    </a:cubicBezTo>
                    <a:cubicBezTo>
                      <a:pt x="343275" y="194208"/>
                      <a:pt x="349236" y="181827"/>
                      <a:pt x="354433" y="169292"/>
                    </a:cubicBezTo>
                    <a:cubicBezTo>
                      <a:pt x="360089" y="155459"/>
                      <a:pt x="363605" y="141167"/>
                      <a:pt x="370177" y="127639"/>
                    </a:cubicBezTo>
                    <a:cubicBezTo>
                      <a:pt x="370865" y="126187"/>
                      <a:pt x="372012" y="124582"/>
                      <a:pt x="373617" y="124811"/>
                    </a:cubicBezTo>
                    <a:cubicBezTo>
                      <a:pt x="374305" y="124888"/>
                      <a:pt x="374840" y="125346"/>
                      <a:pt x="375375" y="125728"/>
                    </a:cubicBezTo>
                    <a:cubicBezTo>
                      <a:pt x="379120" y="128097"/>
                      <a:pt x="384240" y="127028"/>
                      <a:pt x="387909" y="124505"/>
                    </a:cubicBezTo>
                    <a:cubicBezTo>
                      <a:pt x="394405" y="119843"/>
                      <a:pt x="398991" y="110519"/>
                      <a:pt x="403347" y="103946"/>
                    </a:cubicBezTo>
                    <a:cubicBezTo>
                      <a:pt x="409233" y="94928"/>
                      <a:pt x="414200" y="85374"/>
                      <a:pt x="418175" y="75362"/>
                    </a:cubicBezTo>
                    <a:cubicBezTo>
                      <a:pt x="424595" y="59083"/>
                      <a:pt x="430403" y="40128"/>
                      <a:pt x="431702" y="22703"/>
                    </a:cubicBezTo>
                    <a:cubicBezTo>
                      <a:pt x="432008" y="18576"/>
                      <a:pt x="432161" y="14372"/>
                      <a:pt x="431091" y="10398"/>
                    </a:cubicBezTo>
                    <a:cubicBezTo>
                      <a:pt x="430021" y="6424"/>
                      <a:pt x="427499" y="2602"/>
                      <a:pt x="423677" y="921"/>
                    </a:cubicBezTo>
                    <a:cubicBezTo>
                      <a:pt x="418939" y="-1143"/>
                      <a:pt x="413207" y="462"/>
                      <a:pt x="409156" y="3749"/>
                    </a:cubicBezTo>
                    <a:cubicBezTo>
                      <a:pt x="405105" y="7035"/>
                      <a:pt x="397921" y="17811"/>
                      <a:pt x="395323" y="22244"/>
                    </a:cubicBezTo>
                  </a:path>
                </a:pathLst>
              </a:custGeom>
              <a:noFill/>
              <a:ln w="19102" cap="rnd">
                <a:solidFill>
                  <a:schemeClr val="accent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fr-FR" sz="1800"/>
              </a:p>
            </p:txBody>
          </p:sp>
          <p:sp>
            <p:nvSpPr>
              <p:cNvPr id="25" name="Forme libre : forme 24">
                <a:extLst>
                  <a:ext uri="{FF2B5EF4-FFF2-40B4-BE49-F238E27FC236}">
                    <a16:creationId xmlns:a16="http://schemas.microsoft.com/office/drawing/2014/main" id="{14F99FFA-DD2B-2E73-CBA9-D29931383B5B}"/>
                  </a:ext>
                </a:extLst>
              </p:cNvPr>
              <p:cNvSpPr/>
              <p:nvPr/>
            </p:nvSpPr>
            <p:spPr>
              <a:xfrm>
                <a:off x="6965543" y="2979155"/>
                <a:ext cx="342753" cy="187690"/>
              </a:xfrm>
              <a:custGeom>
                <a:avLst/>
                <a:gdLst>
                  <a:gd name="connsiteX0" fmla="*/ 339290 w 342753"/>
                  <a:gd name="connsiteY0" fmla="*/ 187691 h 187690"/>
                  <a:gd name="connsiteX1" fmla="*/ 330042 w 342753"/>
                  <a:gd name="connsiteY1" fmla="*/ 69915 h 187690"/>
                  <a:gd name="connsiteX2" fmla="*/ 275473 w 342753"/>
                  <a:gd name="connsiteY2" fmla="*/ 2199 h 187690"/>
                  <a:gd name="connsiteX3" fmla="*/ 224113 w 342753"/>
                  <a:gd name="connsiteY3" fmla="*/ 11218 h 187690"/>
                  <a:gd name="connsiteX4" fmla="*/ 174358 w 342753"/>
                  <a:gd name="connsiteY4" fmla="*/ 28720 h 187690"/>
                  <a:gd name="connsiteX5" fmla="*/ 129036 w 342753"/>
                  <a:gd name="connsiteY5" fmla="*/ 23064 h 187690"/>
                  <a:gd name="connsiteX6" fmla="*/ 90669 w 342753"/>
                  <a:gd name="connsiteY6" fmla="*/ 2964 h 187690"/>
                  <a:gd name="connsiteX7" fmla="*/ 3617 w 342753"/>
                  <a:gd name="connsiteY7" fmla="*/ 88640 h 187690"/>
                  <a:gd name="connsiteX8" fmla="*/ 484 w 342753"/>
                  <a:gd name="connsiteY8" fmla="*/ 167896 h 187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2753" h="187690">
                    <a:moveTo>
                      <a:pt x="339290" y="187691"/>
                    </a:moveTo>
                    <a:cubicBezTo>
                      <a:pt x="346093" y="153604"/>
                      <a:pt x="342806" y="102168"/>
                      <a:pt x="330042" y="69915"/>
                    </a:cubicBezTo>
                    <a:cubicBezTo>
                      <a:pt x="320642" y="46146"/>
                      <a:pt x="301153" y="11218"/>
                      <a:pt x="275473" y="2199"/>
                    </a:cubicBezTo>
                    <a:cubicBezTo>
                      <a:pt x="259194" y="-3533"/>
                      <a:pt x="238481" y="2811"/>
                      <a:pt x="224113" y="11218"/>
                    </a:cubicBezTo>
                    <a:cubicBezTo>
                      <a:pt x="208980" y="20084"/>
                      <a:pt x="191936" y="26198"/>
                      <a:pt x="174358" y="28720"/>
                    </a:cubicBezTo>
                    <a:cubicBezTo>
                      <a:pt x="158155" y="31089"/>
                      <a:pt x="144245" y="28491"/>
                      <a:pt x="129036" y="23064"/>
                    </a:cubicBezTo>
                    <a:cubicBezTo>
                      <a:pt x="115356" y="18173"/>
                      <a:pt x="104961" y="7014"/>
                      <a:pt x="90669" y="2964"/>
                    </a:cubicBezTo>
                    <a:cubicBezTo>
                      <a:pt x="39233" y="-11405"/>
                      <a:pt x="11871" y="45305"/>
                      <a:pt x="3617" y="88640"/>
                    </a:cubicBezTo>
                    <a:cubicBezTo>
                      <a:pt x="-204" y="108511"/>
                      <a:pt x="-510" y="147719"/>
                      <a:pt x="484" y="167896"/>
                    </a:cubicBezTo>
                  </a:path>
                </a:pathLst>
              </a:custGeom>
              <a:noFill/>
              <a:ln w="19102" cap="rnd">
                <a:solidFill>
                  <a:schemeClr val="accent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fr-FR" sz="1800"/>
              </a:p>
            </p:txBody>
          </p:sp>
          <p:sp>
            <p:nvSpPr>
              <p:cNvPr id="26" name="Forme libre : forme 25">
                <a:extLst>
                  <a:ext uri="{FF2B5EF4-FFF2-40B4-BE49-F238E27FC236}">
                    <a16:creationId xmlns:a16="http://schemas.microsoft.com/office/drawing/2014/main" id="{B714381A-5987-4A92-19C4-9FE363677B24}"/>
                  </a:ext>
                </a:extLst>
              </p:cNvPr>
              <p:cNvSpPr/>
              <p:nvPr/>
            </p:nvSpPr>
            <p:spPr>
              <a:xfrm>
                <a:off x="7087016" y="3227224"/>
                <a:ext cx="84339" cy="29471"/>
              </a:xfrm>
              <a:custGeom>
                <a:avLst/>
                <a:gdLst>
                  <a:gd name="connsiteX0" fmla="*/ 83380 w 84339"/>
                  <a:gd name="connsiteY0" fmla="*/ 0 h 29471"/>
                  <a:gd name="connsiteX1" fmla="*/ 84221 w 84339"/>
                  <a:gd name="connsiteY1" fmla="*/ 11923 h 29471"/>
                  <a:gd name="connsiteX2" fmla="*/ 79482 w 84339"/>
                  <a:gd name="connsiteY2" fmla="*/ 22011 h 29471"/>
                  <a:gd name="connsiteX3" fmla="*/ 61139 w 84339"/>
                  <a:gd name="connsiteY3" fmla="*/ 22317 h 29471"/>
                  <a:gd name="connsiteX4" fmla="*/ 48682 w 84339"/>
                  <a:gd name="connsiteY4" fmla="*/ 27591 h 29471"/>
                  <a:gd name="connsiteX5" fmla="*/ 35918 w 84339"/>
                  <a:gd name="connsiteY5" fmla="*/ 27591 h 29471"/>
                  <a:gd name="connsiteX6" fmla="*/ 32173 w 84339"/>
                  <a:gd name="connsiteY6" fmla="*/ 23846 h 29471"/>
                  <a:gd name="connsiteX7" fmla="*/ 6034 w 84339"/>
                  <a:gd name="connsiteY7" fmla="*/ 21935 h 29471"/>
                  <a:gd name="connsiteX8" fmla="*/ 226 w 84339"/>
                  <a:gd name="connsiteY8" fmla="*/ 1529 h 294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4339" h="29471">
                    <a:moveTo>
                      <a:pt x="83380" y="0"/>
                    </a:moveTo>
                    <a:cubicBezTo>
                      <a:pt x="83991" y="3898"/>
                      <a:pt x="84603" y="7949"/>
                      <a:pt x="84221" y="11923"/>
                    </a:cubicBezTo>
                    <a:cubicBezTo>
                      <a:pt x="83838" y="15897"/>
                      <a:pt x="82310" y="19871"/>
                      <a:pt x="79482" y="22011"/>
                    </a:cubicBezTo>
                    <a:cubicBezTo>
                      <a:pt x="74209" y="25909"/>
                      <a:pt x="67330" y="21782"/>
                      <a:pt x="61139" y="22317"/>
                    </a:cubicBezTo>
                    <a:cubicBezTo>
                      <a:pt x="56706" y="22776"/>
                      <a:pt x="52732" y="25604"/>
                      <a:pt x="48682" y="27591"/>
                    </a:cubicBezTo>
                    <a:cubicBezTo>
                      <a:pt x="44631" y="29578"/>
                      <a:pt x="39587" y="30571"/>
                      <a:pt x="35918" y="27591"/>
                    </a:cubicBezTo>
                    <a:cubicBezTo>
                      <a:pt x="34542" y="26521"/>
                      <a:pt x="33549" y="24992"/>
                      <a:pt x="32173" y="23846"/>
                    </a:cubicBezTo>
                    <a:cubicBezTo>
                      <a:pt x="24836" y="17731"/>
                      <a:pt x="13907" y="27132"/>
                      <a:pt x="6034" y="21935"/>
                    </a:cubicBezTo>
                    <a:cubicBezTo>
                      <a:pt x="455" y="18266"/>
                      <a:pt x="-538" y="9095"/>
                      <a:pt x="226" y="1529"/>
                    </a:cubicBezTo>
                  </a:path>
                </a:pathLst>
              </a:custGeom>
              <a:noFill/>
              <a:ln w="19102" cap="rnd">
                <a:solidFill>
                  <a:schemeClr val="accent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fr-FR" sz="1800"/>
              </a:p>
            </p:txBody>
          </p:sp>
          <p:sp>
            <p:nvSpPr>
              <p:cNvPr id="27" name="Forme libre : forme 26">
                <a:extLst>
                  <a:ext uri="{FF2B5EF4-FFF2-40B4-BE49-F238E27FC236}">
                    <a16:creationId xmlns:a16="http://schemas.microsoft.com/office/drawing/2014/main" id="{EBFFD7B0-A0FF-6B16-BAEE-1A35243B181F}"/>
                  </a:ext>
                </a:extLst>
              </p:cNvPr>
              <p:cNvSpPr/>
              <p:nvPr/>
            </p:nvSpPr>
            <p:spPr>
              <a:xfrm>
                <a:off x="7069435" y="3291042"/>
                <a:ext cx="119533" cy="25546"/>
              </a:xfrm>
              <a:custGeom>
                <a:avLst/>
                <a:gdLst>
                  <a:gd name="connsiteX0" fmla="*/ 119534 w 119533"/>
                  <a:gd name="connsiteY0" fmla="*/ 1758 h 25546"/>
                  <a:gd name="connsiteX1" fmla="*/ 15744 w 119533"/>
                  <a:gd name="connsiteY1" fmla="*/ 13298 h 25546"/>
                  <a:gd name="connsiteX2" fmla="*/ 0 w 119533"/>
                  <a:gd name="connsiteY2" fmla="*/ 0 h 255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9533" h="25546">
                    <a:moveTo>
                      <a:pt x="119534" y="1758"/>
                    </a:moveTo>
                    <a:cubicBezTo>
                      <a:pt x="97293" y="28966"/>
                      <a:pt x="43640" y="32864"/>
                      <a:pt x="15744" y="13298"/>
                    </a:cubicBezTo>
                    <a:cubicBezTo>
                      <a:pt x="10089" y="9324"/>
                      <a:pt x="4891" y="4891"/>
                      <a:pt x="0" y="0"/>
                    </a:cubicBezTo>
                  </a:path>
                </a:pathLst>
              </a:custGeom>
              <a:noFill/>
              <a:ln w="19102" cap="rnd">
                <a:solidFill>
                  <a:schemeClr val="accent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fr-FR" sz="1800"/>
              </a:p>
            </p:txBody>
          </p:sp>
        </p:grpSp>
        <p:sp>
          <p:nvSpPr>
            <p:cNvPr id="21" name="Forme libre : forme 20">
              <a:extLst>
                <a:ext uri="{FF2B5EF4-FFF2-40B4-BE49-F238E27FC236}">
                  <a16:creationId xmlns:a16="http://schemas.microsoft.com/office/drawing/2014/main" id="{1828A599-37F3-12D0-9726-3A6341F2FEBF}"/>
                </a:ext>
              </a:extLst>
            </p:cNvPr>
            <p:cNvSpPr/>
            <p:nvPr/>
          </p:nvSpPr>
          <p:spPr>
            <a:xfrm>
              <a:off x="7235143" y="3316569"/>
              <a:ext cx="172409" cy="196191"/>
            </a:xfrm>
            <a:custGeom>
              <a:avLst/>
              <a:gdLst>
                <a:gd name="connsiteX0" fmla="*/ 13898 w 172409"/>
                <a:gd name="connsiteY0" fmla="*/ 0 h 196191"/>
                <a:gd name="connsiteX1" fmla="*/ 23910 w 172409"/>
                <a:gd name="connsiteY1" fmla="*/ 147125 h 196191"/>
                <a:gd name="connsiteX2" fmla="*/ 64035 w 172409"/>
                <a:gd name="connsiteY2" fmla="*/ 167149 h 196191"/>
                <a:gd name="connsiteX3" fmla="*/ 172410 w 172409"/>
                <a:gd name="connsiteY3" fmla="*/ 196192 h 196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2409" h="196191">
                  <a:moveTo>
                    <a:pt x="13898" y="0"/>
                  </a:moveTo>
                  <a:cubicBezTo>
                    <a:pt x="217" y="38596"/>
                    <a:pt x="-12776" y="118311"/>
                    <a:pt x="23910" y="147125"/>
                  </a:cubicBezTo>
                  <a:cubicBezTo>
                    <a:pt x="35756" y="156372"/>
                    <a:pt x="49895" y="162028"/>
                    <a:pt x="64035" y="167149"/>
                  </a:cubicBezTo>
                  <a:cubicBezTo>
                    <a:pt x="99268" y="179836"/>
                    <a:pt x="135571" y="189542"/>
                    <a:pt x="172410" y="196192"/>
                  </a:cubicBezTo>
                </a:path>
              </a:pathLst>
            </a:custGeom>
            <a:noFill/>
            <a:ln w="19102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fr-FR" sz="1800"/>
            </a:p>
          </p:txBody>
        </p:sp>
        <p:sp>
          <p:nvSpPr>
            <p:cNvPr id="22" name="Forme libre : forme 21">
              <a:extLst>
                <a:ext uri="{FF2B5EF4-FFF2-40B4-BE49-F238E27FC236}">
                  <a16:creationId xmlns:a16="http://schemas.microsoft.com/office/drawing/2014/main" id="{EB18DA18-0699-2655-8C41-39E3246DCC2E}"/>
                </a:ext>
              </a:extLst>
            </p:cNvPr>
            <p:cNvSpPr/>
            <p:nvPr/>
          </p:nvSpPr>
          <p:spPr>
            <a:xfrm>
              <a:off x="6855129" y="3316569"/>
              <a:ext cx="172410" cy="196191"/>
            </a:xfrm>
            <a:custGeom>
              <a:avLst/>
              <a:gdLst>
                <a:gd name="connsiteX0" fmla="*/ 158513 w 172410"/>
                <a:gd name="connsiteY0" fmla="*/ 0 h 196191"/>
                <a:gd name="connsiteX1" fmla="*/ 148500 w 172410"/>
                <a:gd name="connsiteY1" fmla="*/ 147125 h 196191"/>
                <a:gd name="connsiteX2" fmla="*/ 108375 w 172410"/>
                <a:gd name="connsiteY2" fmla="*/ 167149 h 196191"/>
                <a:gd name="connsiteX3" fmla="*/ 0 w 172410"/>
                <a:gd name="connsiteY3" fmla="*/ 196192 h 196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2410" h="196191">
                  <a:moveTo>
                    <a:pt x="158513" y="0"/>
                  </a:moveTo>
                  <a:cubicBezTo>
                    <a:pt x="172193" y="38596"/>
                    <a:pt x="185186" y="118311"/>
                    <a:pt x="148500" y="147125"/>
                  </a:cubicBezTo>
                  <a:cubicBezTo>
                    <a:pt x="136654" y="156372"/>
                    <a:pt x="122515" y="162028"/>
                    <a:pt x="108375" y="167149"/>
                  </a:cubicBezTo>
                  <a:cubicBezTo>
                    <a:pt x="73142" y="179836"/>
                    <a:pt x="36838" y="189542"/>
                    <a:pt x="0" y="196192"/>
                  </a:cubicBezTo>
                </a:path>
              </a:pathLst>
            </a:custGeom>
            <a:noFill/>
            <a:ln w="19102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fr-FR" sz="1800"/>
            </a:p>
          </p:txBody>
        </p:sp>
      </p:grpSp>
      <p:grpSp>
        <p:nvGrpSpPr>
          <p:cNvPr id="32" name="Groupe 31">
            <a:extLst>
              <a:ext uri="{FF2B5EF4-FFF2-40B4-BE49-F238E27FC236}">
                <a16:creationId xmlns:a16="http://schemas.microsoft.com/office/drawing/2014/main" id="{EB6CD021-F4F5-1868-BC0B-DC1F4EB7D6A1}"/>
              </a:ext>
            </a:extLst>
          </p:cNvPr>
          <p:cNvGrpSpPr/>
          <p:nvPr userDrawn="1"/>
        </p:nvGrpSpPr>
        <p:grpSpPr>
          <a:xfrm>
            <a:off x="4832035" y="4300103"/>
            <a:ext cx="862562" cy="809941"/>
            <a:chOff x="7797730" y="3554001"/>
            <a:chExt cx="679511" cy="653970"/>
          </a:xfrm>
        </p:grpSpPr>
        <p:sp>
          <p:nvSpPr>
            <p:cNvPr id="33" name="Forme libre : forme 32">
              <a:extLst>
                <a:ext uri="{FF2B5EF4-FFF2-40B4-BE49-F238E27FC236}">
                  <a16:creationId xmlns:a16="http://schemas.microsoft.com/office/drawing/2014/main" id="{AB9E0B32-8A58-4866-B0A4-01E403BB444F}"/>
                </a:ext>
              </a:extLst>
            </p:cNvPr>
            <p:cNvSpPr/>
            <p:nvPr/>
          </p:nvSpPr>
          <p:spPr>
            <a:xfrm>
              <a:off x="8048753" y="3827297"/>
              <a:ext cx="24599" cy="34833"/>
            </a:xfrm>
            <a:custGeom>
              <a:avLst/>
              <a:gdLst>
                <a:gd name="connsiteX0" fmla="*/ 4007 w 24599"/>
                <a:gd name="connsiteY0" fmla="*/ 29410 h 34833"/>
                <a:gd name="connsiteX1" fmla="*/ 10046 w 24599"/>
                <a:gd name="connsiteY1" fmla="*/ 34454 h 34833"/>
                <a:gd name="connsiteX2" fmla="*/ 22044 w 24599"/>
                <a:gd name="connsiteY2" fmla="*/ 28875 h 34833"/>
                <a:gd name="connsiteX3" fmla="*/ 24567 w 24599"/>
                <a:gd name="connsiteY3" fmla="*/ 14965 h 34833"/>
                <a:gd name="connsiteX4" fmla="*/ 2020 w 24599"/>
                <a:gd name="connsiteY4" fmla="*/ 7169 h 34833"/>
                <a:gd name="connsiteX5" fmla="*/ 4007 w 24599"/>
                <a:gd name="connsiteY5" fmla="*/ 29334 h 34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599" h="34833">
                  <a:moveTo>
                    <a:pt x="4007" y="29410"/>
                  </a:moveTo>
                  <a:cubicBezTo>
                    <a:pt x="5536" y="31627"/>
                    <a:pt x="7523" y="33614"/>
                    <a:pt x="10046" y="34454"/>
                  </a:cubicBezTo>
                  <a:cubicBezTo>
                    <a:pt x="14555" y="35907"/>
                    <a:pt x="19675" y="33002"/>
                    <a:pt x="22044" y="28875"/>
                  </a:cubicBezTo>
                  <a:cubicBezTo>
                    <a:pt x="24414" y="24748"/>
                    <a:pt x="24720" y="19780"/>
                    <a:pt x="24567" y="14965"/>
                  </a:cubicBezTo>
                  <a:cubicBezTo>
                    <a:pt x="24185" y="1896"/>
                    <a:pt x="9893" y="-6893"/>
                    <a:pt x="2020" y="7169"/>
                  </a:cubicBezTo>
                  <a:cubicBezTo>
                    <a:pt x="-1572" y="13666"/>
                    <a:pt x="-43" y="23525"/>
                    <a:pt x="4007" y="29334"/>
                  </a:cubicBezTo>
                  <a:close/>
                </a:path>
              </a:pathLst>
            </a:custGeom>
            <a:noFill/>
            <a:ln w="19102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fr-FR" sz="1800"/>
            </a:p>
          </p:txBody>
        </p:sp>
        <p:sp>
          <p:nvSpPr>
            <p:cNvPr id="34" name="Forme libre : forme 33">
              <a:extLst>
                <a:ext uri="{FF2B5EF4-FFF2-40B4-BE49-F238E27FC236}">
                  <a16:creationId xmlns:a16="http://schemas.microsoft.com/office/drawing/2014/main" id="{131B589A-AB92-D6E3-4A30-7C243B303E0A}"/>
                </a:ext>
              </a:extLst>
            </p:cNvPr>
            <p:cNvSpPr/>
            <p:nvPr/>
          </p:nvSpPr>
          <p:spPr>
            <a:xfrm>
              <a:off x="8193356" y="3827297"/>
              <a:ext cx="24599" cy="34833"/>
            </a:xfrm>
            <a:custGeom>
              <a:avLst/>
              <a:gdLst>
                <a:gd name="connsiteX0" fmla="*/ 4007 w 24599"/>
                <a:gd name="connsiteY0" fmla="*/ 29410 h 34833"/>
                <a:gd name="connsiteX1" fmla="*/ 10045 w 24599"/>
                <a:gd name="connsiteY1" fmla="*/ 34454 h 34833"/>
                <a:gd name="connsiteX2" fmla="*/ 22045 w 24599"/>
                <a:gd name="connsiteY2" fmla="*/ 28875 h 34833"/>
                <a:gd name="connsiteX3" fmla="*/ 24567 w 24599"/>
                <a:gd name="connsiteY3" fmla="*/ 14965 h 34833"/>
                <a:gd name="connsiteX4" fmla="*/ 2021 w 24599"/>
                <a:gd name="connsiteY4" fmla="*/ 7169 h 34833"/>
                <a:gd name="connsiteX5" fmla="*/ 4007 w 24599"/>
                <a:gd name="connsiteY5" fmla="*/ 29334 h 34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599" h="34833">
                  <a:moveTo>
                    <a:pt x="4007" y="29410"/>
                  </a:moveTo>
                  <a:cubicBezTo>
                    <a:pt x="5536" y="31627"/>
                    <a:pt x="7523" y="33614"/>
                    <a:pt x="10045" y="34454"/>
                  </a:cubicBezTo>
                  <a:cubicBezTo>
                    <a:pt x="14554" y="35907"/>
                    <a:pt x="19675" y="33002"/>
                    <a:pt x="22045" y="28875"/>
                  </a:cubicBezTo>
                  <a:cubicBezTo>
                    <a:pt x="24414" y="24748"/>
                    <a:pt x="24720" y="19780"/>
                    <a:pt x="24567" y="14965"/>
                  </a:cubicBezTo>
                  <a:cubicBezTo>
                    <a:pt x="24184" y="1896"/>
                    <a:pt x="9892" y="-6893"/>
                    <a:pt x="2021" y="7169"/>
                  </a:cubicBezTo>
                  <a:cubicBezTo>
                    <a:pt x="-1572" y="13666"/>
                    <a:pt x="-43" y="23525"/>
                    <a:pt x="4007" y="29334"/>
                  </a:cubicBezTo>
                  <a:close/>
                </a:path>
              </a:pathLst>
            </a:custGeom>
            <a:noFill/>
            <a:ln w="19102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fr-FR" sz="1800"/>
            </a:p>
          </p:txBody>
        </p:sp>
        <p:sp>
          <p:nvSpPr>
            <p:cNvPr id="35" name="Forme libre : forme 34">
              <a:extLst>
                <a:ext uri="{FF2B5EF4-FFF2-40B4-BE49-F238E27FC236}">
                  <a16:creationId xmlns:a16="http://schemas.microsoft.com/office/drawing/2014/main" id="{C6B1C0EA-652C-FD4D-8F8D-237539640522}"/>
                </a:ext>
              </a:extLst>
            </p:cNvPr>
            <p:cNvSpPr/>
            <p:nvPr/>
          </p:nvSpPr>
          <p:spPr>
            <a:xfrm>
              <a:off x="8011642" y="3761095"/>
              <a:ext cx="83689" cy="14215"/>
            </a:xfrm>
            <a:custGeom>
              <a:avLst/>
              <a:gdLst>
                <a:gd name="connsiteX0" fmla="*/ 0 w 83689"/>
                <a:gd name="connsiteY0" fmla="*/ 14216 h 14215"/>
                <a:gd name="connsiteX1" fmla="*/ 41807 w 83689"/>
                <a:gd name="connsiteY1" fmla="*/ 0 h 14215"/>
                <a:gd name="connsiteX2" fmla="*/ 83689 w 83689"/>
                <a:gd name="connsiteY2" fmla="*/ 13986 h 14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3689" h="14215">
                  <a:moveTo>
                    <a:pt x="0" y="14216"/>
                  </a:moveTo>
                  <a:cubicBezTo>
                    <a:pt x="11923" y="5121"/>
                    <a:pt x="26826" y="0"/>
                    <a:pt x="41807" y="0"/>
                  </a:cubicBezTo>
                  <a:cubicBezTo>
                    <a:pt x="56786" y="0"/>
                    <a:pt x="71766" y="4968"/>
                    <a:pt x="83689" y="13986"/>
                  </a:cubicBezTo>
                </a:path>
              </a:pathLst>
            </a:custGeom>
            <a:noFill/>
            <a:ln w="19102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fr-FR" sz="1800"/>
            </a:p>
          </p:txBody>
        </p:sp>
        <p:sp>
          <p:nvSpPr>
            <p:cNvPr id="36" name="Forme libre : forme 35">
              <a:extLst>
                <a:ext uri="{FF2B5EF4-FFF2-40B4-BE49-F238E27FC236}">
                  <a16:creationId xmlns:a16="http://schemas.microsoft.com/office/drawing/2014/main" id="{CB5E285B-DCF2-8536-D912-0D5E68E0637C}"/>
                </a:ext>
              </a:extLst>
            </p:cNvPr>
            <p:cNvSpPr/>
            <p:nvPr/>
          </p:nvSpPr>
          <p:spPr>
            <a:xfrm>
              <a:off x="8168320" y="3759489"/>
              <a:ext cx="83689" cy="17350"/>
            </a:xfrm>
            <a:custGeom>
              <a:avLst/>
              <a:gdLst>
                <a:gd name="connsiteX0" fmla="*/ 83689 w 83689"/>
                <a:gd name="connsiteY0" fmla="*/ 17350 h 17350"/>
                <a:gd name="connsiteX1" fmla="*/ 42342 w 83689"/>
                <a:gd name="connsiteY1" fmla="*/ 1 h 17350"/>
                <a:gd name="connsiteX2" fmla="*/ 35768 w 83689"/>
                <a:gd name="connsiteY2" fmla="*/ 383 h 17350"/>
                <a:gd name="connsiteX3" fmla="*/ 0 w 83689"/>
                <a:gd name="connsiteY3" fmla="*/ 15898 h 17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689" h="17350">
                  <a:moveTo>
                    <a:pt x="83689" y="17350"/>
                  </a:moveTo>
                  <a:cubicBezTo>
                    <a:pt x="73218" y="6115"/>
                    <a:pt x="57703" y="-76"/>
                    <a:pt x="42342" y="1"/>
                  </a:cubicBezTo>
                  <a:cubicBezTo>
                    <a:pt x="40125" y="1"/>
                    <a:pt x="37985" y="154"/>
                    <a:pt x="35768" y="383"/>
                  </a:cubicBezTo>
                  <a:cubicBezTo>
                    <a:pt x="21553" y="1988"/>
                    <a:pt x="10242" y="5962"/>
                    <a:pt x="0" y="15898"/>
                  </a:cubicBezTo>
                </a:path>
              </a:pathLst>
            </a:custGeom>
            <a:noFill/>
            <a:ln w="19102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fr-FR" sz="1800"/>
            </a:p>
          </p:txBody>
        </p:sp>
        <p:sp>
          <p:nvSpPr>
            <p:cNvPr id="37" name="Forme libre : forme 36">
              <a:extLst>
                <a:ext uri="{FF2B5EF4-FFF2-40B4-BE49-F238E27FC236}">
                  <a16:creationId xmlns:a16="http://schemas.microsoft.com/office/drawing/2014/main" id="{49C7C973-F7E0-67ED-EF76-CF941F98D218}"/>
                </a:ext>
              </a:extLst>
            </p:cNvPr>
            <p:cNvSpPr/>
            <p:nvPr/>
          </p:nvSpPr>
          <p:spPr>
            <a:xfrm>
              <a:off x="7926206" y="3797614"/>
              <a:ext cx="418316" cy="292392"/>
            </a:xfrm>
            <a:custGeom>
              <a:avLst/>
              <a:gdLst>
                <a:gd name="connsiteX0" fmla="*/ 379456 w 418316"/>
                <a:gd name="connsiteY0" fmla="*/ 28215 h 292392"/>
                <a:gd name="connsiteX1" fmla="*/ 394206 w 418316"/>
                <a:gd name="connsiteY1" fmla="*/ 7274 h 292392"/>
                <a:gd name="connsiteX2" fmla="*/ 404830 w 418316"/>
                <a:gd name="connsiteY2" fmla="*/ 395 h 292392"/>
                <a:gd name="connsiteX3" fmla="*/ 416294 w 418316"/>
                <a:gd name="connsiteY3" fmla="*/ 3988 h 292392"/>
                <a:gd name="connsiteX4" fmla="*/ 418205 w 418316"/>
                <a:gd name="connsiteY4" fmla="*/ 11783 h 292392"/>
                <a:gd name="connsiteX5" fmla="*/ 404754 w 418316"/>
                <a:gd name="connsiteY5" fmla="*/ 76671 h 292392"/>
                <a:gd name="connsiteX6" fmla="*/ 364858 w 418316"/>
                <a:gd name="connsiteY6" fmla="*/ 123522 h 292392"/>
                <a:gd name="connsiteX7" fmla="*/ 361724 w 418316"/>
                <a:gd name="connsiteY7" fmla="*/ 122299 h 292392"/>
                <a:gd name="connsiteX8" fmla="*/ 360578 w 418316"/>
                <a:gd name="connsiteY8" fmla="*/ 124362 h 292392"/>
                <a:gd name="connsiteX9" fmla="*/ 301499 w 418316"/>
                <a:gd name="connsiteY9" fmla="*/ 245043 h 292392"/>
                <a:gd name="connsiteX10" fmla="*/ 255947 w 418316"/>
                <a:gd name="connsiteY10" fmla="*/ 282951 h 292392"/>
                <a:gd name="connsiteX11" fmla="*/ 155062 w 418316"/>
                <a:gd name="connsiteY11" fmla="*/ 277525 h 292392"/>
                <a:gd name="connsiteX12" fmla="*/ 93690 w 418316"/>
                <a:gd name="connsiteY12" fmla="*/ 223490 h 292392"/>
                <a:gd name="connsiteX13" fmla="*/ 53718 w 418316"/>
                <a:gd name="connsiteY13" fmla="*/ 136056 h 292392"/>
                <a:gd name="connsiteX14" fmla="*/ 49973 w 418316"/>
                <a:gd name="connsiteY14" fmla="*/ 130935 h 292392"/>
                <a:gd name="connsiteX15" fmla="*/ 42407 w 418316"/>
                <a:gd name="connsiteY15" fmla="*/ 130171 h 292392"/>
                <a:gd name="connsiteX16" fmla="*/ 7861 w 418316"/>
                <a:gd name="connsiteY16" fmla="*/ 91957 h 292392"/>
                <a:gd name="connsiteX17" fmla="*/ 66 w 418316"/>
                <a:gd name="connsiteY17" fmla="*/ 38151 h 292392"/>
                <a:gd name="connsiteX18" fmla="*/ 1976 w 418316"/>
                <a:gd name="connsiteY18" fmla="*/ 25922 h 292392"/>
                <a:gd name="connsiteX19" fmla="*/ 10307 w 418316"/>
                <a:gd name="connsiteY19" fmla="*/ 17286 h 292392"/>
                <a:gd name="connsiteX20" fmla="*/ 24446 w 418316"/>
                <a:gd name="connsiteY20" fmla="*/ 21642 h 292392"/>
                <a:gd name="connsiteX21" fmla="*/ 32471 w 418316"/>
                <a:gd name="connsiteY21" fmla="*/ 34865 h 29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18316" h="292392">
                  <a:moveTo>
                    <a:pt x="379456" y="28215"/>
                  </a:moveTo>
                  <a:cubicBezTo>
                    <a:pt x="383048" y="20420"/>
                    <a:pt x="388092" y="13312"/>
                    <a:pt x="394206" y="7274"/>
                  </a:cubicBezTo>
                  <a:cubicBezTo>
                    <a:pt x="397263" y="4293"/>
                    <a:pt x="400703" y="1466"/>
                    <a:pt x="404830" y="395"/>
                  </a:cubicBezTo>
                  <a:cubicBezTo>
                    <a:pt x="408957" y="-674"/>
                    <a:pt x="413925" y="395"/>
                    <a:pt x="416294" y="3988"/>
                  </a:cubicBezTo>
                  <a:cubicBezTo>
                    <a:pt x="417823" y="6280"/>
                    <a:pt x="418052" y="9108"/>
                    <a:pt x="418205" y="11783"/>
                  </a:cubicBezTo>
                  <a:cubicBezTo>
                    <a:pt x="419199" y="34024"/>
                    <a:pt x="413467" y="56188"/>
                    <a:pt x="404754" y="76671"/>
                  </a:cubicBezTo>
                  <a:cubicBezTo>
                    <a:pt x="400168" y="87371"/>
                    <a:pt x="382589" y="138654"/>
                    <a:pt x="364858" y="123522"/>
                  </a:cubicBezTo>
                  <a:cubicBezTo>
                    <a:pt x="363941" y="122757"/>
                    <a:pt x="362795" y="121764"/>
                    <a:pt x="361724" y="122299"/>
                  </a:cubicBezTo>
                  <a:cubicBezTo>
                    <a:pt x="361036" y="122681"/>
                    <a:pt x="360731" y="123522"/>
                    <a:pt x="360578" y="124362"/>
                  </a:cubicBezTo>
                  <a:cubicBezTo>
                    <a:pt x="349267" y="173123"/>
                    <a:pt x="331994" y="205376"/>
                    <a:pt x="301499" y="245043"/>
                  </a:cubicBezTo>
                  <a:cubicBezTo>
                    <a:pt x="293550" y="255437"/>
                    <a:pt x="267641" y="276990"/>
                    <a:pt x="255947" y="282951"/>
                  </a:cubicBezTo>
                  <a:cubicBezTo>
                    <a:pt x="224230" y="299077"/>
                    <a:pt x="187315" y="292734"/>
                    <a:pt x="155062" y="277525"/>
                  </a:cubicBezTo>
                  <a:cubicBezTo>
                    <a:pt x="130376" y="265831"/>
                    <a:pt x="109281" y="245807"/>
                    <a:pt x="93690" y="223490"/>
                  </a:cubicBezTo>
                  <a:cubicBezTo>
                    <a:pt x="74660" y="196128"/>
                    <a:pt x="67093" y="165939"/>
                    <a:pt x="53718" y="136056"/>
                  </a:cubicBezTo>
                  <a:cubicBezTo>
                    <a:pt x="52877" y="134068"/>
                    <a:pt x="51808" y="132005"/>
                    <a:pt x="49973" y="130935"/>
                  </a:cubicBezTo>
                  <a:cubicBezTo>
                    <a:pt x="47757" y="129636"/>
                    <a:pt x="44929" y="130018"/>
                    <a:pt x="42407" y="130171"/>
                  </a:cubicBezTo>
                  <a:cubicBezTo>
                    <a:pt x="18867" y="131470"/>
                    <a:pt x="12906" y="110070"/>
                    <a:pt x="7861" y="91957"/>
                  </a:cubicBezTo>
                  <a:cubicBezTo>
                    <a:pt x="3199" y="75066"/>
                    <a:pt x="-546" y="55653"/>
                    <a:pt x="66" y="38151"/>
                  </a:cubicBezTo>
                  <a:cubicBezTo>
                    <a:pt x="219" y="34024"/>
                    <a:pt x="524" y="29820"/>
                    <a:pt x="1976" y="25922"/>
                  </a:cubicBezTo>
                  <a:cubicBezTo>
                    <a:pt x="3428" y="22025"/>
                    <a:pt x="6409" y="18585"/>
                    <a:pt x="10307" y="17286"/>
                  </a:cubicBezTo>
                  <a:cubicBezTo>
                    <a:pt x="15198" y="15681"/>
                    <a:pt x="20778" y="17974"/>
                    <a:pt x="24446" y="21642"/>
                  </a:cubicBezTo>
                  <a:cubicBezTo>
                    <a:pt x="28115" y="25311"/>
                    <a:pt x="30331" y="30126"/>
                    <a:pt x="32471" y="34865"/>
                  </a:cubicBezTo>
                </a:path>
              </a:pathLst>
            </a:custGeom>
            <a:noFill/>
            <a:ln w="19102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fr-FR" sz="1800"/>
            </a:p>
          </p:txBody>
        </p:sp>
        <p:sp>
          <p:nvSpPr>
            <p:cNvPr id="38" name="Forme libre : forme 37">
              <a:extLst>
                <a:ext uri="{FF2B5EF4-FFF2-40B4-BE49-F238E27FC236}">
                  <a16:creationId xmlns:a16="http://schemas.microsoft.com/office/drawing/2014/main" id="{23C0CB0E-8A93-12B2-758C-167051AC0242}"/>
                </a:ext>
              </a:extLst>
            </p:cNvPr>
            <p:cNvSpPr/>
            <p:nvPr/>
          </p:nvSpPr>
          <p:spPr>
            <a:xfrm>
              <a:off x="8073626" y="3986253"/>
              <a:ext cx="119533" cy="25546"/>
            </a:xfrm>
            <a:custGeom>
              <a:avLst/>
              <a:gdLst>
                <a:gd name="connsiteX0" fmla="*/ 0 w 119533"/>
                <a:gd name="connsiteY0" fmla="*/ 1758 h 25546"/>
                <a:gd name="connsiteX1" fmla="*/ 103790 w 119533"/>
                <a:gd name="connsiteY1" fmla="*/ 13298 h 25546"/>
                <a:gd name="connsiteX2" fmla="*/ 119534 w 119533"/>
                <a:gd name="connsiteY2" fmla="*/ 0 h 25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9533" h="25546">
                  <a:moveTo>
                    <a:pt x="0" y="1758"/>
                  </a:moveTo>
                  <a:cubicBezTo>
                    <a:pt x="22241" y="28966"/>
                    <a:pt x="75894" y="32864"/>
                    <a:pt x="103790" y="13298"/>
                  </a:cubicBezTo>
                  <a:cubicBezTo>
                    <a:pt x="109445" y="9324"/>
                    <a:pt x="114642" y="4891"/>
                    <a:pt x="119534" y="0"/>
                  </a:cubicBezTo>
                </a:path>
              </a:pathLst>
            </a:custGeom>
            <a:noFill/>
            <a:ln w="19102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fr-FR" sz="1800"/>
            </a:p>
          </p:txBody>
        </p:sp>
        <p:sp>
          <p:nvSpPr>
            <p:cNvPr id="39" name="Forme libre : forme 38">
              <a:extLst>
                <a:ext uri="{FF2B5EF4-FFF2-40B4-BE49-F238E27FC236}">
                  <a16:creationId xmlns:a16="http://schemas.microsoft.com/office/drawing/2014/main" id="{79674337-21F3-4673-20A4-06E80703246A}"/>
                </a:ext>
              </a:extLst>
            </p:cNvPr>
            <p:cNvSpPr/>
            <p:nvPr/>
          </p:nvSpPr>
          <p:spPr>
            <a:xfrm>
              <a:off x="7855041" y="4011780"/>
              <a:ext cx="172409" cy="196191"/>
            </a:xfrm>
            <a:custGeom>
              <a:avLst/>
              <a:gdLst>
                <a:gd name="connsiteX0" fmla="*/ 158512 w 172409"/>
                <a:gd name="connsiteY0" fmla="*/ 0 h 196191"/>
                <a:gd name="connsiteX1" fmla="*/ 148500 w 172409"/>
                <a:gd name="connsiteY1" fmla="*/ 147125 h 196191"/>
                <a:gd name="connsiteX2" fmla="*/ 108375 w 172409"/>
                <a:gd name="connsiteY2" fmla="*/ 167149 h 196191"/>
                <a:gd name="connsiteX3" fmla="*/ 0 w 172409"/>
                <a:gd name="connsiteY3" fmla="*/ 196192 h 196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2409" h="196191">
                  <a:moveTo>
                    <a:pt x="158512" y="0"/>
                  </a:moveTo>
                  <a:cubicBezTo>
                    <a:pt x="172193" y="38596"/>
                    <a:pt x="185186" y="118311"/>
                    <a:pt x="148500" y="147125"/>
                  </a:cubicBezTo>
                  <a:cubicBezTo>
                    <a:pt x="136654" y="156372"/>
                    <a:pt x="122515" y="162028"/>
                    <a:pt x="108375" y="167149"/>
                  </a:cubicBezTo>
                  <a:cubicBezTo>
                    <a:pt x="73142" y="179836"/>
                    <a:pt x="36838" y="189542"/>
                    <a:pt x="0" y="196192"/>
                  </a:cubicBezTo>
                </a:path>
              </a:pathLst>
            </a:custGeom>
            <a:noFill/>
            <a:ln w="19102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fr-FR" sz="1800"/>
            </a:p>
          </p:txBody>
        </p:sp>
        <p:sp>
          <p:nvSpPr>
            <p:cNvPr id="40" name="Forme libre : forme 39">
              <a:extLst>
                <a:ext uri="{FF2B5EF4-FFF2-40B4-BE49-F238E27FC236}">
                  <a16:creationId xmlns:a16="http://schemas.microsoft.com/office/drawing/2014/main" id="{C3582E14-D2CF-B131-F965-35CD6CEE469A}"/>
                </a:ext>
              </a:extLst>
            </p:cNvPr>
            <p:cNvSpPr/>
            <p:nvPr/>
          </p:nvSpPr>
          <p:spPr>
            <a:xfrm>
              <a:off x="8235054" y="4011780"/>
              <a:ext cx="172410" cy="196191"/>
            </a:xfrm>
            <a:custGeom>
              <a:avLst/>
              <a:gdLst>
                <a:gd name="connsiteX0" fmla="*/ 13898 w 172410"/>
                <a:gd name="connsiteY0" fmla="*/ 0 h 196191"/>
                <a:gd name="connsiteX1" fmla="*/ 23910 w 172410"/>
                <a:gd name="connsiteY1" fmla="*/ 147125 h 196191"/>
                <a:gd name="connsiteX2" fmla="*/ 64035 w 172410"/>
                <a:gd name="connsiteY2" fmla="*/ 167149 h 196191"/>
                <a:gd name="connsiteX3" fmla="*/ 172410 w 172410"/>
                <a:gd name="connsiteY3" fmla="*/ 196192 h 196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2410" h="196191">
                  <a:moveTo>
                    <a:pt x="13898" y="0"/>
                  </a:moveTo>
                  <a:cubicBezTo>
                    <a:pt x="217" y="38596"/>
                    <a:pt x="-12776" y="118311"/>
                    <a:pt x="23910" y="147125"/>
                  </a:cubicBezTo>
                  <a:cubicBezTo>
                    <a:pt x="35756" y="156372"/>
                    <a:pt x="49895" y="162028"/>
                    <a:pt x="64035" y="167149"/>
                  </a:cubicBezTo>
                  <a:cubicBezTo>
                    <a:pt x="99268" y="179836"/>
                    <a:pt x="135572" y="189542"/>
                    <a:pt x="172410" y="196192"/>
                  </a:cubicBezTo>
                </a:path>
              </a:pathLst>
            </a:custGeom>
            <a:noFill/>
            <a:ln w="19102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fr-FR" sz="1800"/>
            </a:p>
          </p:txBody>
        </p:sp>
        <p:sp>
          <p:nvSpPr>
            <p:cNvPr id="41" name="Forme libre : forme 40">
              <a:extLst>
                <a:ext uri="{FF2B5EF4-FFF2-40B4-BE49-F238E27FC236}">
                  <a16:creationId xmlns:a16="http://schemas.microsoft.com/office/drawing/2014/main" id="{58884BA9-9317-999C-F95D-77CC24ABA329}"/>
                </a:ext>
              </a:extLst>
            </p:cNvPr>
            <p:cNvSpPr/>
            <p:nvPr/>
          </p:nvSpPr>
          <p:spPr>
            <a:xfrm>
              <a:off x="8103891" y="3926715"/>
              <a:ext cx="56633" cy="20374"/>
            </a:xfrm>
            <a:custGeom>
              <a:avLst/>
              <a:gdLst>
                <a:gd name="connsiteX0" fmla="*/ 0 w 56633"/>
                <a:gd name="connsiteY0" fmla="*/ 0 h 20374"/>
                <a:gd name="connsiteX1" fmla="*/ 15744 w 56633"/>
                <a:gd name="connsiteY1" fmla="*/ 16203 h 20374"/>
                <a:gd name="connsiteX2" fmla="*/ 32788 w 56633"/>
                <a:gd name="connsiteY2" fmla="*/ 20253 h 20374"/>
                <a:gd name="connsiteX3" fmla="*/ 56634 w 56633"/>
                <a:gd name="connsiteY3" fmla="*/ 3134 h 20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33" h="20374">
                  <a:moveTo>
                    <a:pt x="0" y="0"/>
                  </a:moveTo>
                  <a:cubicBezTo>
                    <a:pt x="3592" y="6726"/>
                    <a:pt x="9095" y="12458"/>
                    <a:pt x="15744" y="16203"/>
                  </a:cubicBezTo>
                  <a:cubicBezTo>
                    <a:pt x="20941" y="19107"/>
                    <a:pt x="26903" y="20865"/>
                    <a:pt x="32788" y="20253"/>
                  </a:cubicBezTo>
                  <a:cubicBezTo>
                    <a:pt x="42876" y="19184"/>
                    <a:pt x="50978" y="11464"/>
                    <a:pt x="56634" y="3134"/>
                  </a:cubicBezTo>
                </a:path>
              </a:pathLst>
            </a:custGeom>
            <a:noFill/>
            <a:ln w="19102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fr-FR" sz="1800"/>
            </a:p>
          </p:txBody>
        </p:sp>
        <p:sp>
          <p:nvSpPr>
            <p:cNvPr id="42" name="Forme libre : forme 41">
              <a:extLst>
                <a:ext uri="{FF2B5EF4-FFF2-40B4-BE49-F238E27FC236}">
                  <a16:creationId xmlns:a16="http://schemas.microsoft.com/office/drawing/2014/main" id="{DDA61C17-D576-E64D-C75C-281F3FA76C0D}"/>
                </a:ext>
              </a:extLst>
            </p:cNvPr>
            <p:cNvSpPr/>
            <p:nvPr/>
          </p:nvSpPr>
          <p:spPr>
            <a:xfrm>
              <a:off x="7963703" y="3653146"/>
              <a:ext cx="341271" cy="175053"/>
            </a:xfrm>
            <a:custGeom>
              <a:avLst/>
              <a:gdLst>
                <a:gd name="connsiteX0" fmla="*/ 2694 w 341271"/>
                <a:gd name="connsiteY0" fmla="*/ 173142 h 175053"/>
                <a:gd name="connsiteX1" fmla="*/ 22642 w 341271"/>
                <a:gd name="connsiteY1" fmla="*/ 42450 h 175053"/>
                <a:gd name="connsiteX2" fmla="*/ 88752 w 341271"/>
                <a:gd name="connsiteY2" fmla="*/ 1255 h 175053"/>
                <a:gd name="connsiteX3" fmla="*/ 144698 w 341271"/>
                <a:gd name="connsiteY3" fmla="*/ 8286 h 175053"/>
                <a:gd name="connsiteX4" fmla="*/ 173588 w 341271"/>
                <a:gd name="connsiteY4" fmla="*/ 20362 h 175053"/>
                <a:gd name="connsiteX5" fmla="*/ 204006 w 341271"/>
                <a:gd name="connsiteY5" fmla="*/ 6758 h 175053"/>
                <a:gd name="connsiteX6" fmla="*/ 327896 w 341271"/>
                <a:gd name="connsiteY6" fmla="*/ 60640 h 175053"/>
                <a:gd name="connsiteX7" fmla="*/ 331336 w 341271"/>
                <a:gd name="connsiteY7" fmla="*/ 175053 h 175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1271" h="175053">
                  <a:moveTo>
                    <a:pt x="2694" y="173142"/>
                  </a:moveTo>
                  <a:cubicBezTo>
                    <a:pt x="-1968" y="128279"/>
                    <a:pt x="-3420" y="79212"/>
                    <a:pt x="22642" y="42450"/>
                  </a:cubicBezTo>
                  <a:cubicBezTo>
                    <a:pt x="38080" y="20668"/>
                    <a:pt x="62461" y="5459"/>
                    <a:pt x="88752" y="1255"/>
                  </a:cubicBezTo>
                  <a:cubicBezTo>
                    <a:pt x="107553" y="-1802"/>
                    <a:pt x="127196" y="796"/>
                    <a:pt x="144698" y="8286"/>
                  </a:cubicBezTo>
                  <a:cubicBezTo>
                    <a:pt x="154404" y="12490"/>
                    <a:pt x="162123" y="21661"/>
                    <a:pt x="173588" y="20362"/>
                  </a:cubicBezTo>
                  <a:cubicBezTo>
                    <a:pt x="183600" y="19292"/>
                    <a:pt x="194070" y="9739"/>
                    <a:pt x="204006" y="6758"/>
                  </a:cubicBezTo>
                  <a:cubicBezTo>
                    <a:pt x="253761" y="-8069"/>
                    <a:pt x="306420" y="12490"/>
                    <a:pt x="327896" y="60640"/>
                  </a:cubicBezTo>
                  <a:cubicBezTo>
                    <a:pt x="342647" y="93733"/>
                    <a:pt x="347156" y="141730"/>
                    <a:pt x="331336" y="175053"/>
                  </a:cubicBezTo>
                </a:path>
              </a:pathLst>
            </a:custGeom>
            <a:noFill/>
            <a:ln w="19102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fr-FR" sz="1800"/>
            </a:p>
          </p:txBody>
        </p:sp>
        <p:sp>
          <p:nvSpPr>
            <p:cNvPr id="43" name="Forme libre : forme 42">
              <a:extLst>
                <a:ext uri="{FF2B5EF4-FFF2-40B4-BE49-F238E27FC236}">
                  <a16:creationId xmlns:a16="http://schemas.microsoft.com/office/drawing/2014/main" id="{FB972F58-25A7-E297-7482-CBA1D39AC352}"/>
                </a:ext>
              </a:extLst>
            </p:cNvPr>
            <p:cNvSpPr/>
            <p:nvPr/>
          </p:nvSpPr>
          <p:spPr>
            <a:xfrm>
              <a:off x="7797730" y="3554001"/>
              <a:ext cx="679511" cy="604903"/>
            </a:xfrm>
            <a:custGeom>
              <a:avLst/>
              <a:gdLst>
                <a:gd name="connsiteX0" fmla="*/ 223619 w 679511"/>
                <a:gd name="connsiteY0" fmla="*/ 578765 h 604903"/>
                <a:gd name="connsiteX1" fmla="*/ 216511 w 679511"/>
                <a:gd name="connsiteY1" fmla="*/ 580752 h 604903"/>
                <a:gd name="connsiteX2" fmla="*/ 175698 w 679511"/>
                <a:gd name="connsiteY2" fmla="*/ 582586 h 604903"/>
                <a:gd name="connsiteX3" fmla="*/ 151623 w 679511"/>
                <a:gd name="connsiteY3" fmla="*/ 546742 h 604903"/>
                <a:gd name="connsiteX4" fmla="*/ 104085 w 679511"/>
                <a:gd name="connsiteY4" fmla="*/ 532832 h 604903"/>
                <a:gd name="connsiteX5" fmla="*/ 85742 w 679511"/>
                <a:gd name="connsiteY5" fmla="*/ 483383 h 604903"/>
                <a:gd name="connsiteX6" fmla="*/ 40114 w 679511"/>
                <a:gd name="connsiteY6" fmla="*/ 466339 h 604903"/>
                <a:gd name="connsiteX7" fmla="*/ 34305 w 679511"/>
                <a:gd name="connsiteY7" fmla="*/ 417960 h 604903"/>
                <a:gd name="connsiteX8" fmla="*/ 36064 w 679511"/>
                <a:gd name="connsiteY8" fmla="*/ 394879 h 604903"/>
                <a:gd name="connsiteX9" fmla="*/ 27580 w 679511"/>
                <a:gd name="connsiteY9" fmla="*/ 392204 h 604903"/>
                <a:gd name="connsiteX10" fmla="*/ 2129 w 679511"/>
                <a:gd name="connsiteY10" fmla="*/ 335647 h 604903"/>
                <a:gd name="connsiteX11" fmla="*/ 40344 w 679511"/>
                <a:gd name="connsiteY11" fmla="*/ 277791 h 604903"/>
                <a:gd name="connsiteX12" fmla="*/ 107065 w 679511"/>
                <a:gd name="connsiteY12" fmla="*/ 153747 h 604903"/>
                <a:gd name="connsiteX13" fmla="*/ 187621 w 679511"/>
                <a:gd name="connsiteY13" fmla="*/ 39334 h 604903"/>
                <a:gd name="connsiteX14" fmla="*/ 319612 w 679511"/>
                <a:gd name="connsiteY14" fmla="*/ 18164 h 604903"/>
                <a:gd name="connsiteX15" fmla="*/ 463680 w 679511"/>
                <a:gd name="connsiteY15" fmla="*/ 14266 h 604903"/>
                <a:gd name="connsiteX16" fmla="*/ 565330 w 679511"/>
                <a:gd name="connsiteY16" fmla="*/ 113240 h 604903"/>
                <a:gd name="connsiteX17" fmla="*/ 604308 w 679511"/>
                <a:gd name="connsiteY17" fmla="*/ 215731 h 604903"/>
                <a:gd name="connsiteX18" fmla="*/ 617912 w 679511"/>
                <a:gd name="connsiteY18" fmla="*/ 256238 h 604903"/>
                <a:gd name="connsiteX19" fmla="*/ 651770 w 679511"/>
                <a:gd name="connsiteY19" fmla="*/ 299114 h 604903"/>
                <a:gd name="connsiteX20" fmla="*/ 678978 w 679511"/>
                <a:gd name="connsiteY20" fmla="*/ 352690 h 604903"/>
                <a:gd name="connsiteX21" fmla="*/ 637860 w 679511"/>
                <a:gd name="connsiteY21" fmla="*/ 408254 h 604903"/>
                <a:gd name="connsiteX22" fmla="*/ 626701 w 679511"/>
                <a:gd name="connsiteY22" fmla="*/ 470772 h 604903"/>
                <a:gd name="connsiteX23" fmla="*/ 580691 w 679511"/>
                <a:gd name="connsiteY23" fmla="*/ 491713 h 604903"/>
                <a:gd name="connsiteX24" fmla="*/ 559827 w 679511"/>
                <a:gd name="connsiteY24" fmla="*/ 548194 h 604903"/>
                <a:gd name="connsiteX25" fmla="*/ 503652 w 679511"/>
                <a:gd name="connsiteY25" fmla="*/ 569823 h 604903"/>
                <a:gd name="connsiteX26" fmla="*/ 477819 w 679511"/>
                <a:gd name="connsiteY26" fmla="*/ 604904 h 604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79511" h="604903">
                  <a:moveTo>
                    <a:pt x="223619" y="578765"/>
                  </a:moveTo>
                  <a:cubicBezTo>
                    <a:pt x="221937" y="576549"/>
                    <a:pt x="218498" y="578765"/>
                    <a:pt x="216511" y="580752"/>
                  </a:cubicBezTo>
                  <a:cubicBezTo>
                    <a:pt x="205964" y="590994"/>
                    <a:pt x="188079" y="590535"/>
                    <a:pt x="175698" y="582586"/>
                  </a:cubicBezTo>
                  <a:cubicBezTo>
                    <a:pt x="163316" y="574638"/>
                    <a:pt x="155827" y="560805"/>
                    <a:pt x="151623" y="546742"/>
                  </a:cubicBezTo>
                  <a:cubicBezTo>
                    <a:pt x="135573" y="554461"/>
                    <a:pt x="115396" y="546513"/>
                    <a:pt x="104085" y="532832"/>
                  </a:cubicBezTo>
                  <a:cubicBezTo>
                    <a:pt x="92773" y="519075"/>
                    <a:pt x="88493" y="500961"/>
                    <a:pt x="85742" y="483383"/>
                  </a:cubicBezTo>
                  <a:cubicBezTo>
                    <a:pt x="69004" y="486593"/>
                    <a:pt x="50661" y="479791"/>
                    <a:pt x="40114" y="466339"/>
                  </a:cubicBezTo>
                  <a:cubicBezTo>
                    <a:pt x="29567" y="452888"/>
                    <a:pt x="27198" y="433551"/>
                    <a:pt x="34305" y="417960"/>
                  </a:cubicBezTo>
                  <a:cubicBezTo>
                    <a:pt x="37821" y="410317"/>
                    <a:pt x="42789" y="399923"/>
                    <a:pt x="36064" y="394879"/>
                  </a:cubicBezTo>
                  <a:cubicBezTo>
                    <a:pt x="33694" y="393121"/>
                    <a:pt x="30484" y="392815"/>
                    <a:pt x="27580" y="392204"/>
                  </a:cubicBezTo>
                  <a:cubicBezTo>
                    <a:pt x="4804" y="387389"/>
                    <a:pt x="-4596" y="357887"/>
                    <a:pt x="2129" y="335647"/>
                  </a:cubicBezTo>
                  <a:cubicBezTo>
                    <a:pt x="8855" y="313406"/>
                    <a:pt x="26052" y="296133"/>
                    <a:pt x="40344" y="277791"/>
                  </a:cubicBezTo>
                  <a:cubicBezTo>
                    <a:pt x="69157" y="240570"/>
                    <a:pt x="87041" y="196318"/>
                    <a:pt x="107065" y="153747"/>
                  </a:cubicBezTo>
                  <a:cubicBezTo>
                    <a:pt x="127166" y="111177"/>
                    <a:pt x="150782" y="68606"/>
                    <a:pt x="187621" y="39334"/>
                  </a:cubicBezTo>
                  <a:cubicBezTo>
                    <a:pt x="224459" y="10062"/>
                    <a:pt x="277577" y="-3084"/>
                    <a:pt x="319612" y="18164"/>
                  </a:cubicBezTo>
                  <a:cubicBezTo>
                    <a:pt x="361495" y="-5759"/>
                    <a:pt x="419428" y="-4994"/>
                    <a:pt x="463680" y="14266"/>
                  </a:cubicBezTo>
                  <a:cubicBezTo>
                    <a:pt x="507932" y="33449"/>
                    <a:pt x="543165" y="70440"/>
                    <a:pt x="565330" y="113240"/>
                  </a:cubicBezTo>
                  <a:cubicBezTo>
                    <a:pt x="582220" y="145799"/>
                    <a:pt x="591774" y="181414"/>
                    <a:pt x="604308" y="215731"/>
                  </a:cubicBezTo>
                  <a:cubicBezTo>
                    <a:pt x="609046" y="228800"/>
                    <a:pt x="612333" y="243703"/>
                    <a:pt x="617912" y="256238"/>
                  </a:cubicBezTo>
                  <a:cubicBezTo>
                    <a:pt x="625020" y="272211"/>
                    <a:pt x="640840" y="285739"/>
                    <a:pt x="651770" y="299114"/>
                  </a:cubicBezTo>
                  <a:cubicBezTo>
                    <a:pt x="664610" y="314782"/>
                    <a:pt x="676380" y="332513"/>
                    <a:pt x="678978" y="352690"/>
                  </a:cubicBezTo>
                  <a:cubicBezTo>
                    <a:pt x="682647" y="380663"/>
                    <a:pt x="667208" y="406954"/>
                    <a:pt x="637860" y="408254"/>
                  </a:cubicBezTo>
                  <a:cubicBezTo>
                    <a:pt x="645885" y="407948"/>
                    <a:pt x="631516" y="464963"/>
                    <a:pt x="626701" y="470772"/>
                  </a:cubicBezTo>
                  <a:cubicBezTo>
                    <a:pt x="615543" y="484147"/>
                    <a:pt x="598117" y="492019"/>
                    <a:pt x="580691" y="491713"/>
                  </a:cubicBezTo>
                  <a:cubicBezTo>
                    <a:pt x="582143" y="512349"/>
                    <a:pt x="574348" y="533443"/>
                    <a:pt x="559827" y="548194"/>
                  </a:cubicBezTo>
                  <a:cubicBezTo>
                    <a:pt x="545305" y="562945"/>
                    <a:pt x="524287" y="571046"/>
                    <a:pt x="503652" y="569823"/>
                  </a:cubicBezTo>
                  <a:cubicBezTo>
                    <a:pt x="500060" y="584344"/>
                    <a:pt x="491118" y="597949"/>
                    <a:pt x="477819" y="604904"/>
                  </a:cubicBezTo>
                </a:path>
              </a:pathLst>
            </a:custGeom>
            <a:noFill/>
            <a:ln w="19102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fr-FR" sz="1800"/>
            </a:p>
          </p:txBody>
        </p:sp>
      </p:grpSp>
      <p:grpSp>
        <p:nvGrpSpPr>
          <p:cNvPr id="44" name="Groupe 43">
            <a:extLst>
              <a:ext uri="{FF2B5EF4-FFF2-40B4-BE49-F238E27FC236}">
                <a16:creationId xmlns:a16="http://schemas.microsoft.com/office/drawing/2014/main" id="{3EDA9036-9489-3A1E-6CDD-DF439B71408F}"/>
              </a:ext>
            </a:extLst>
          </p:cNvPr>
          <p:cNvGrpSpPr/>
          <p:nvPr userDrawn="1"/>
        </p:nvGrpSpPr>
        <p:grpSpPr>
          <a:xfrm>
            <a:off x="7691056" y="4354207"/>
            <a:ext cx="701237" cy="786740"/>
            <a:chOff x="9842177" y="3572734"/>
            <a:chExt cx="552423" cy="635237"/>
          </a:xfrm>
        </p:grpSpPr>
        <p:sp>
          <p:nvSpPr>
            <p:cNvPr id="45" name="Forme libre : forme 44">
              <a:extLst>
                <a:ext uri="{FF2B5EF4-FFF2-40B4-BE49-F238E27FC236}">
                  <a16:creationId xmlns:a16="http://schemas.microsoft.com/office/drawing/2014/main" id="{4DCB3C3B-9125-3B43-CB2A-D346532DC6CA}"/>
                </a:ext>
              </a:extLst>
            </p:cNvPr>
            <p:cNvSpPr/>
            <p:nvPr/>
          </p:nvSpPr>
          <p:spPr>
            <a:xfrm>
              <a:off x="9998778" y="3761095"/>
              <a:ext cx="83689" cy="14215"/>
            </a:xfrm>
            <a:custGeom>
              <a:avLst/>
              <a:gdLst>
                <a:gd name="connsiteX0" fmla="*/ 0 w 83689"/>
                <a:gd name="connsiteY0" fmla="*/ 14216 h 14215"/>
                <a:gd name="connsiteX1" fmla="*/ 41806 w 83689"/>
                <a:gd name="connsiteY1" fmla="*/ 0 h 14215"/>
                <a:gd name="connsiteX2" fmla="*/ 83690 w 83689"/>
                <a:gd name="connsiteY2" fmla="*/ 13986 h 14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3689" h="14215">
                  <a:moveTo>
                    <a:pt x="0" y="14216"/>
                  </a:moveTo>
                  <a:cubicBezTo>
                    <a:pt x="11923" y="5121"/>
                    <a:pt x="26826" y="0"/>
                    <a:pt x="41806" y="0"/>
                  </a:cubicBezTo>
                  <a:cubicBezTo>
                    <a:pt x="56787" y="0"/>
                    <a:pt x="71766" y="4968"/>
                    <a:pt x="83690" y="13986"/>
                  </a:cubicBezTo>
                </a:path>
              </a:pathLst>
            </a:custGeom>
            <a:noFill/>
            <a:ln w="19102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fr-FR" sz="1800"/>
            </a:p>
          </p:txBody>
        </p:sp>
        <p:sp>
          <p:nvSpPr>
            <p:cNvPr id="46" name="Forme libre : forme 45">
              <a:extLst>
                <a:ext uri="{FF2B5EF4-FFF2-40B4-BE49-F238E27FC236}">
                  <a16:creationId xmlns:a16="http://schemas.microsoft.com/office/drawing/2014/main" id="{F1FAF3B9-7EE6-A9AF-E16C-B286688E236A}"/>
                </a:ext>
              </a:extLst>
            </p:cNvPr>
            <p:cNvSpPr/>
            <p:nvPr/>
          </p:nvSpPr>
          <p:spPr>
            <a:xfrm>
              <a:off x="9913342" y="3797614"/>
              <a:ext cx="418317" cy="292392"/>
            </a:xfrm>
            <a:custGeom>
              <a:avLst/>
              <a:gdLst>
                <a:gd name="connsiteX0" fmla="*/ 379456 w 418317"/>
                <a:gd name="connsiteY0" fmla="*/ 28215 h 292392"/>
                <a:gd name="connsiteX1" fmla="*/ 394207 w 418317"/>
                <a:gd name="connsiteY1" fmla="*/ 7274 h 292392"/>
                <a:gd name="connsiteX2" fmla="*/ 404830 w 418317"/>
                <a:gd name="connsiteY2" fmla="*/ 395 h 292392"/>
                <a:gd name="connsiteX3" fmla="*/ 416295 w 418317"/>
                <a:gd name="connsiteY3" fmla="*/ 3988 h 292392"/>
                <a:gd name="connsiteX4" fmla="*/ 418205 w 418317"/>
                <a:gd name="connsiteY4" fmla="*/ 11783 h 292392"/>
                <a:gd name="connsiteX5" fmla="*/ 404754 w 418317"/>
                <a:gd name="connsiteY5" fmla="*/ 76671 h 292392"/>
                <a:gd name="connsiteX6" fmla="*/ 364859 w 418317"/>
                <a:gd name="connsiteY6" fmla="*/ 123522 h 292392"/>
                <a:gd name="connsiteX7" fmla="*/ 361725 w 418317"/>
                <a:gd name="connsiteY7" fmla="*/ 122299 h 292392"/>
                <a:gd name="connsiteX8" fmla="*/ 360578 w 418317"/>
                <a:gd name="connsiteY8" fmla="*/ 124362 h 292392"/>
                <a:gd name="connsiteX9" fmla="*/ 301499 w 418317"/>
                <a:gd name="connsiteY9" fmla="*/ 245043 h 292392"/>
                <a:gd name="connsiteX10" fmla="*/ 255948 w 418317"/>
                <a:gd name="connsiteY10" fmla="*/ 282951 h 292392"/>
                <a:gd name="connsiteX11" fmla="*/ 155062 w 418317"/>
                <a:gd name="connsiteY11" fmla="*/ 277525 h 292392"/>
                <a:gd name="connsiteX12" fmla="*/ 93690 w 418317"/>
                <a:gd name="connsiteY12" fmla="*/ 223490 h 292392"/>
                <a:gd name="connsiteX13" fmla="*/ 53718 w 418317"/>
                <a:gd name="connsiteY13" fmla="*/ 136056 h 292392"/>
                <a:gd name="connsiteX14" fmla="*/ 49973 w 418317"/>
                <a:gd name="connsiteY14" fmla="*/ 130935 h 292392"/>
                <a:gd name="connsiteX15" fmla="*/ 42407 w 418317"/>
                <a:gd name="connsiteY15" fmla="*/ 130171 h 292392"/>
                <a:gd name="connsiteX16" fmla="*/ 7861 w 418317"/>
                <a:gd name="connsiteY16" fmla="*/ 91957 h 292392"/>
                <a:gd name="connsiteX17" fmla="*/ 66 w 418317"/>
                <a:gd name="connsiteY17" fmla="*/ 38151 h 292392"/>
                <a:gd name="connsiteX18" fmla="*/ 1976 w 418317"/>
                <a:gd name="connsiteY18" fmla="*/ 25922 h 292392"/>
                <a:gd name="connsiteX19" fmla="*/ 10308 w 418317"/>
                <a:gd name="connsiteY19" fmla="*/ 17286 h 292392"/>
                <a:gd name="connsiteX20" fmla="*/ 24447 w 418317"/>
                <a:gd name="connsiteY20" fmla="*/ 21642 h 292392"/>
                <a:gd name="connsiteX21" fmla="*/ 32472 w 418317"/>
                <a:gd name="connsiteY21" fmla="*/ 34865 h 29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18317" h="292392">
                  <a:moveTo>
                    <a:pt x="379456" y="28215"/>
                  </a:moveTo>
                  <a:cubicBezTo>
                    <a:pt x="383049" y="20420"/>
                    <a:pt x="388092" y="13312"/>
                    <a:pt x="394207" y="7274"/>
                  </a:cubicBezTo>
                  <a:cubicBezTo>
                    <a:pt x="397264" y="4293"/>
                    <a:pt x="400703" y="1466"/>
                    <a:pt x="404830" y="395"/>
                  </a:cubicBezTo>
                  <a:cubicBezTo>
                    <a:pt x="408957" y="-674"/>
                    <a:pt x="413925" y="395"/>
                    <a:pt x="416295" y="3988"/>
                  </a:cubicBezTo>
                  <a:cubicBezTo>
                    <a:pt x="417823" y="6280"/>
                    <a:pt x="418052" y="9108"/>
                    <a:pt x="418205" y="11783"/>
                  </a:cubicBezTo>
                  <a:cubicBezTo>
                    <a:pt x="419199" y="34024"/>
                    <a:pt x="413467" y="56188"/>
                    <a:pt x="404754" y="76671"/>
                  </a:cubicBezTo>
                  <a:cubicBezTo>
                    <a:pt x="400168" y="87371"/>
                    <a:pt x="382590" y="138654"/>
                    <a:pt x="364859" y="123522"/>
                  </a:cubicBezTo>
                  <a:cubicBezTo>
                    <a:pt x="363941" y="122757"/>
                    <a:pt x="362795" y="121764"/>
                    <a:pt x="361725" y="122299"/>
                  </a:cubicBezTo>
                  <a:cubicBezTo>
                    <a:pt x="361037" y="122681"/>
                    <a:pt x="360731" y="123522"/>
                    <a:pt x="360578" y="124362"/>
                  </a:cubicBezTo>
                  <a:cubicBezTo>
                    <a:pt x="349267" y="173123"/>
                    <a:pt x="331994" y="205376"/>
                    <a:pt x="301499" y="245043"/>
                  </a:cubicBezTo>
                  <a:cubicBezTo>
                    <a:pt x="293550" y="255437"/>
                    <a:pt x="267641" y="276990"/>
                    <a:pt x="255948" y="282951"/>
                  </a:cubicBezTo>
                  <a:cubicBezTo>
                    <a:pt x="224230" y="299077"/>
                    <a:pt x="187315" y="292734"/>
                    <a:pt x="155062" y="277525"/>
                  </a:cubicBezTo>
                  <a:cubicBezTo>
                    <a:pt x="130376" y="265831"/>
                    <a:pt x="109282" y="245807"/>
                    <a:pt x="93690" y="223490"/>
                  </a:cubicBezTo>
                  <a:cubicBezTo>
                    <a:pt x="74660" y="196128"/>
                    <a:pt x="67093" y="165939"/>
                    <a:pt x="53718" y="136056"/>
                  </a:cubicBezTo>
                  <a:cubicBezTo>
                    <a:pt x="52878" y="134068"/>
                    <a:pt x="51808" y="132005"/>
                    <a:pt x="49973" y="130935"/>
                  </a:cubicBezTo>
                  <a:cubicBezTo>
                    <a:pt x="47758" y="129636"/>
                    <a:pt x="44930" y="130018"/>
                    <a:pt x="42407" y="130171"/>
                  </a:cubicBezTo>
                  <a:cubicBezTo>
                    <a:pt x="18868" y="131470"/>
                    <a:pt x="12906" y="110070"/>
                    <a:pt x="7861" y="91957"/>
                  </a:cubicBezTo>
                  <a:cubicBezTo>
                    <a:pt x="3199" y="75066"/>
                    <a:pt x="-546" y="55653"/>
                    <a:pt x="66" y="38151"/>
                  </a:cubicBezTo>
                  <a:cubicBezTo>
                    <a:pt x="219" y="34024"/>
                    <a:pt x="525" y="29820"/>
                    <a:pt x="1976" y="25922"/>
                  </a:cubicBezTo>
                  <a:cubicBezTo>
                    <a:pt x="3429" y="22025"/>
                    <a:pt x="6410" y="18585"/>
                    <a:pt x="10308" y="17286"/>
                  </a:cubicBezTo>
                  <a:cubicBezTo>
                    <a:pt x="15199" y="15681"/>
                    <a:pt x="20778" y="17974"/>
                    <a:pt x="24447" y="21642"/>
                  </a:cubicBezTo>
                  <a:cubicBezTo>
                    <a:pt x="28115" y="25311"/>
                    <a:pt x="30332" y="30126"/>
                    <a:pt x="32472" y="34865"/>
                  </a:cubicBezTo>
                </a:path>
              </a:pathLst>
            </a:custGeom>
            <a:noFill/>
            <a:ln w="19102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fr-FR" sz="1800"/>
            </a:p>
          </p:txBody>
        </p:sp>
        <p:sp>
          <p:nvSpPr>
            <p:cNvPr id="47" name="Forme libre : forme 46">
              <a:extLst>
                <a:ext uri="{FF2B5EF4-FFF2-40B4-BE49-F238E27FC236}">
                  <a16:creationId xmlns:a16="http://schemas.microsoft.com/office/drawing/2014/main" id="{A42E87CF-7BDC-B4A0-0369-E7E1BFAD3FA1}"/>
                </a:ext>
              </a:extLst>
            </p:cNvPr>
            <p:cNvSpPr/>
            <p:nvPr/>
          </p:nvSpPr>
          <p:spPr>
            <a:xfrm>
              <a:off x="10060761" y="3986253"/>
              <a:ext cx="119533" cy="25546"/>
            </a:xfrm>
            <a:custGeom>
              <a:avLst/>
              <a:gdLst>
                <a:gd name="connsiteX0" fmla="*/ 0 w 119533"/>
                <a:gd name="connsiteY0" fmla="*/ 1758 h 25546"/>
                <a:gd name="connsiteX1" fmla="*/ 103790 w 119533"/>
                <a:gd name="connsiteY1" fmla="*/ 13298 h 25546"/>
                <a:gd name="connsiteX2" fmla="*/ 119534 w 119533"/>
                <a:gd name="connsiteY2" fmla="*/ 0 h 25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9533" h="25546">
                  <a:moveTo>
                    <a:pt x="0" y="1758"/>
                  </a:moveTo>
                  <a:cubicBezTo>
                    <a:pt x="22241" y="28966"/>
                    <a:pt x="75894" y="32864"/>
                    <a:pt x="103790" y="13298"/>
                  </a:cubicBezTo>
                  <a:cubicBezTo>
                    <a:pt x="109446" y="9324"/>
                    <a:pt x="114642" y="4891"/>
                    <a:pt x="119534" y="0"/>
                  </a:cubicBezTo>
                </a:path>
              </a:pathLst>
            </a:custGeom>
            <a:noFill/>
            <a:ln w="19102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fr-FR" sz="1800"/>
            </a:p>
          </p:txBody>
        </p:sp>
        <p:sp>
          <p:nvSpPr>
            <p:cNvPr id="48" name="Forme libre : forme 47">
              <a:extLst>
                <a:ext uri="{FF2B5EF4-FFF2-40B4-BE49-F238E27FC236}">
                  <a16:creationId xmlns:a16="http://schemas.microsoft.com/office/drawing/2014/main" id="{BBB64B1A-5E03-37F3-D852-B7EF93311A5B}"/>
                </a:ext>
              </a:extLst>
            </p:cNvPr>
            <p:cNvSpPr/>
            <p:nvPr/>
          </p:nvSpPr>
          <p:spPr>
            <a:xfrm>
              <a:off x="9842177" y="4011780"/>
              <a:ext cx="172410" cy="196191"/>
            </a:xfrm>
            <a:custGeom>
              <a:avLst/>
              <a:gdLst>
                <a:gd name="connsiteX0" fmla="*/ 158512 w 172410"/>
                <a:gd name="connsiteY0" fmla="*/ 0 h 196191"/>
                <a:gd name="connsiteX1" fmla="*/ 148501 w 172410"/>
                <a:gd name="connsiteY1" fmla="*/ 147125 h 196191"/>
                <a:gd name="connsiteX2" fmla="*/ 108376 w 172410"/>
                <a:gd name="connsiteY2" fmla="*/ 167149 h 196191"/>
                <a:gd name="connsiteX3" fmla="*/ 0 w 172410"/>
                <a:gd name="connsiteY3" fmla="*/ 196192 h 196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2410" h="196191">
                  <a:moveTo>
                    <a:pt x="158512" y="0"/>
                  </a:moveTo>
                  <a:cubicBezTo>
                    <a:pt x="172193" y="38596"/>
                    <a:pt x="185186" y="118311"/>
                    <a:pt x="148501" y="147125"/>
                  </a:cubicBezTo>
                  <a:cubicBezTo>
                    <a:pt x="136654" y="156372"/>
                    <a:pt x="122515" y="162028"/>
                    <a:pt x="108376" y="167149"/>
                  </a:cubicBezTo>
                  <a:cubicBezTo>
                    <a:pt x="73141" y="179836"/>
                    <a:pt x="36838" y="189542"/>
                    <a:pt x="0" y="196192"/>
                  </a:cubicBezTo>
                </a:path>
              </a:pathLst>
            </a:custGeom>
            <a:noFill/>
            <a:ln w="19102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fr-FR" sz="1800"/>
            </a:p>
          </p:txBody>
        </p:sp>
        <p:sp>
          <p:nvSpPr>
            <p:cNvPr id="49" name="Forme libre : forme 48">
              <a:extLst>
                <a:ext uri="{FF2B5EF4-FFF2-40B4-BE49-F238E27FC236}">
                  <a16:creationId xmlns:a16="http://schemas.microsoft.com/office/drawing/2014/main" id="{A9841FFF-608B-BCA8-821B-27077D304FAC}"/>
                </a:ext>
              </a:extLst>
            </p:cNvPr>
            <p:cNvSpPr/>
            <p:nvPr/>
          </p:nvSpPr>
          <p:spPr>
            <a:xfrm>
              <a:off x="10222190" y="4011780"/>
              <a:ext cx="172410" cy="196191"/>
            </a:xfrm>
            <a:custGeom>
              <a:avLst/>
              <a:gdLst>
                <a:gd name="connsiteX0" fmla="*/ 13898 w 172410"/>
                <a:gd name="connsiteY0" fmla="*/ 0 h 196191"/>
                <a:gd name="connsiteX1" fmla="*/ 23909 w 172410"/>
                <a:gd name="connsiteY1" fmla="*/ 147125 h 196191"/>
                <a:gd name="connsiteX2" fmla="*/ 64034 w 172410"/>
                <a:gd name="connsiteY2" fmla="*/ 167149 h 196191"/>
                <a:gd name="connsiteX3" fmla="*/ 172410 w 172410"/>
                <a:gd name="connsiteY3" fmla="*/ 196192 h 196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2410" h="196191">
                  <a:moveTo>
                    <a:pt x="13898" y="0"/>
                  </a:moveTo>
                  <a:cubicBezTo>
                    <a:pt x="217" y="38596"/>
                    <a:pt x="-12776" y="118311"/>
                    <a:pt x="23909" y="147125"/>
                  </a:cubicBezTo>
                  <a:cubicBezTo>
                    <a:pt x="35756" y="156372"/>
                    <a:pt x="49895" y="162028"/>
                    <a:pt x="64034" y="167149"/>
                  </a:cubicBezTo>
                  <a:cubicBezTo>
                    <a:pt x="99268" y="179836"/>
                    <a:pt x="135571" y="189542"/>
                    <a:pt x="172410" y="196192"/>
                  </a:cubicBezTo>
                </a:path>
              </a:pathLst>
            </a:custGeom>
            <a:noFill/>
            <a:ln w="19102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fr-FR" sz="1800"/>
            </a:p>
          </p:txBody>
        </p:sp>
        <p:sp>
          <p:nvSpPr>
            <p:cNvPr id="50" name="Forme libre : forme 49">
              <a:extLst>
                <a:ext uri="{FF2B5EF4-FFF2-40B4-BE49-F238E27FC236}">
                  <a16:creationId xmlns:a16="http://schemas.microsoft.com/office/drawing/2014/main" id="{8F340B17-B650-EA73-33F0-1BC58314AF52}"/>
                </a:ext>
              </a:extLst>
            </p:cNvPr>
            <p:cNvSpPr/>
            <p:nvPr/>
          </p:nvSpPr>
          <p:spPr>
            <a:xfrm>
              <a:off x="10091027" y="3926715"/>
              <a:ext cx="56632" cy="20374"/>
            </a:xfrm>
            <a:custGeom>
              <a:avLst/>
              <a:gdLst>
                <a:gd name="connsiteX0" fmla="*/ 0 w 56632"/>
                <a:gd name="connsiteY0" fmla="*/ 0 h 20374"/>
                <a:gd name="connsiteX1" fmla="*/ 15744 w 56632"/>
                <a:gd name="connsiteY1" fmla="*/ 16203 h 20374"/>
                <a:gd name="connsiteX2" fmla="*/ 32787 w 56632"/>
                <a:gd name="connsiteY2" fmla="*/ 20253 h 20374"/>
                <a:gd name="connsiteX3" fmla="*/ 56633 w 56632"/>
                <a:gd name="connsiteY3" fmla="*/ 3134 h 20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32" h="20374">
                  <a:moveTo>
                    <a:pt x="0" y="0"/>
                  </a:moveTo>
                  <a:cubicBezTo>
                    <a:pt x="3592" y="6726"/>
                    <a:pt x="9095" y="12458"/>
                    <a:pt x="15744" y="16203"/>
                  </a:cubicBezTo>
                  <a:cubicBezTo>
                    <a:pt x="20941" y="19107"/>
                    <a:pt x="26902" y="20865"/>
                    <a:pt x="32787" y="20253"/>
                  </a:cubicBezTo>
                  <a:cubicBezTo>
                    <a:pt x="42876" y="19184"/>
                    <a:pt x="50977" y="11464"/>
                    <a:pt x="56633" y="3134"/>
                  </a:cubicBezTo>
                </a:path>
              </a:pathLst>
            </a:custGeom>
            <a:noFill/>
            <a:ln w="19102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fr-FR" sz="1800"/>
            </a:p>
          </p:txBody>
        </p:sp>
        <p:sp>
          <p:nvSpPr>
            <p:cNvPr id="51" name="Forme libre : forme 50">
              <a:extLst>
                <a:ext uri="{FF2B5EF4-FFF2-40B4-BE49-F238E27FC236}">
                  <a16:creationId xmlns:a16="http://schemas.microsoft.com/office/drawing/2014/main" id="{105B944B-D961-B7CA-CEB3-07E007DE7A57}"/>
                </a:ext>
              </a:extLst>
            </p:cNvPr>
            <p:cNvSpPr/>
            <p:nvPr/>
          </p:nvSpPr>
          <p:spPr>
            <a:xfrm>
              <a:off x="10177052" y="3831393"/>
              <a:ext cx="24599" cy="23739"/>
            </a:xfrm>
            <a:custGeom>
              <a:avLst/>
              <a:gdLst>
                <a:gd name="connsiteX0" fmla="*/ 20592 w 24599"/>
                <a:gd name="connsiteY0" fmla="*/ 20040 h 23739"/>
                <a:gd name="connsiteX1" fmla="*/ 14554 w 24599"/>
                <a:gd name="connsiteY1" fmla="*/ 23480 h 23739"/>
                <a:gd name="connsiteX2" fmla="*/ 2555 w 24599"/>
                <a:gd name="connsiteY2" fmla="*/ 19658 h 23739"/>
                <a:gd name="connsiteX3" fmla="*/ 33 w 24599"/>
                <a:gd name="connsiteY3" fmla="*/ 10181 h 23739"/>
                <a:gd name="connsiteX4" fmla="*/ 22580 w 24599"/>
                <a:gd name="connsiteY4" fmla="*/ 4908 h 23739"/>
                <a:gd name="connsiteX5" fmla="*/ 20592 w 24599"/>
                <a:gd name="connsiteY5" fmla="*/ 19964 h 23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599" h="23739">
                  <a:moveTo>
                    <a:pt x="20592" y="20040"/>
                  </a:moveTo>
                  <a:cubicBezTo>
                    <a:pt x="19064" y="21569"/>
                    <a:pt x="17077" y="22869"/>
                    <a:pt x="14554" y="23480"/>
                  </a:cubicBezTo>
                  <a:cubicBezTo>
                    <a:pt x="10045" y="24473"/>
                    <a:pt x="4924" y="22486"/>
                    <a:pt x="2555" y="19658"/>
                  </a:cubicBezTo>
                  <a:cubicBezTo>
                    <a:pt x="186" y="16831"/>
                    <a:pt x="-119" y="13468"/>
                    <a:pt x="33" y="10181"/>
                  </a:cubicBezTo>
                  <a:cubicBezTo>
                    <a:pt x="415" y="1316"/>
                    <a:pt x="14707" y="-4722"/>
                    <a:pt x="22580" y="4908"/>
                  </a:cubicBezTo>
                  <a:cubicBezTo>
                    <a:pt x="26171" y="9341"/>
                    <a:pt x="24643" y="15990"/>
                    <a:pt x="20592" y="19964"/>
                  </a:cubicBezTo>
                  <a:close/>
                </a:path>
              </a:pathLst>
            </a:custGeom>
            <a:noFill/>
            <a:ln w="19102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fr-FR" sz="1800"/>
            </a:p>
          </p:txBody>
        </p:sp>
        <p:sp>
          <p:nvSpPr>
            <p:cNvPr id="52" name="Forme libre : forme 51">
              <a:extLst>
                <a:ext uri="{FF2B5EF4-FFF2-40B4-BE49-F238E27FC236}">
                  <a16:creationId xmlns:a16="http://schemas.microsoft.com/office/drawing/2014/main" id="{099763A3-4CAC-11E5-E232-0E6483A9DDCE}"/>
                </a:ext>
              </a:extLst>
            </p:cNvPr>
            <p:cNvSpPr/>
            <p:nvPr/>
          </p:nvSpPr>
          <p:spPr>
            <a:xfrm>
              <a:off x="10032450" y="3831393"/>
              <a:ext cx="24599" cy="23739"/>
            </a:xfrm>
            <a:custGeom>
              <a:avLst/>
              <a:gdLst>
                <a:gd name="connsiteX0" fmla="*/ 20592 w 24599"/>
                <a:gd name="connsiteY0" fmla="*/ 20040 h 23739"/>
                <a:gd name="connsiteX1" fmla="*/ 14554 w 24599"/>
                <a:gd name="connsiteY1" fmla="*/ 23480 h 23739"/>
                <a:gd name="connsiteX2" fmla="*/ 2555 w 24599"/>
                <a:gd name="connsiteY2" fmla="*/ 19658 h 23739"/>
                <a:gd name="connsiteX3" fmla="*/ 33 w 24599"/>
                <a:gd name="connsiteY3" fmla="*/ 10181 h 23739"/>
                <a:gd name="connsiteX4" fmla="*/ 22579 w 24599"/>
                <a:gd name="connsiteY4" fmla="*/ 4908 h 23739"/>
                <a:gd name="connsiteX5" fmla="*/ 20592 w 24599"/>
                <a:gd name="connsiteY5" fmla="*/ 19964 h 23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599" h="23739">
                  <a:moveTo>
                    <a:pt x="20592" y="20040"/>
                  </a:moveTo>
                  <a:cubicBezTo>
                    <a:pt x="19063" y="21569"/>
                    <a:pt x="17076" y="22869"/>
                    <a:pt x="14554" y="23480"/>
                  </a:cubicBezTo>
                  <a:cubicBezTo>
                    <a:pt x="10045" y="24473"/>
                    <a:pt x="4924" y="22486"/>
                    <a:pt x="2555" y="19658"/>
                  </a:cubicBezTo>
                  <a:cubicBezTo>
                    <a:pt x="186" y="16831"/>
                    <a:pt x="-120" y="13468"/>
                    <a:pt x="33" y="10181"/>
                  </a:cubicBezTo>
                  <a:cubicBezTo>
                    <a:pt x="415" y="1316"/>
                    <a:pt x="14707" y="-4722"/>
                    <a:pt x="22579" y="4908"/>
                  </a:cubicBezTo>
                  <a:cubicBezTo>
                    <a:pt x="26171" y="9341"/>
                    <a:pt x="24643" y="15990"/>
                    <a:pt x="20592" y="19964"/>
                  </a:cubicBezTo>
                  <a:close/>
                </a:path>
              </a:pathLst>
            </a:custGeom>
            <a:noFill/>
            <a:ln w="19102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fr-FR" sz="1800"/>
            </a:p>
          </p:txBody>
        </p:sp>
        <p:sp>
          <p:nvSpPr>
            <p:cNvPr id="53" name="Forme libre : forme 52">
              <a:extLst>
                <a:ext uri="{FF2B5EF4-FFF2-40B4-BE49-F238E27FC236}">
                  <a16:creationId xmlns:a16="http://schemas.microsoft.com/office/drawing/2014/main" id="{E79B3FB9-4661-9E7A-036E-93AE48C943C2}"/>
                </a:ext>
              </a:extLst>
            </p:cNvPr>
            <p:cNvSpPr/>
            <p:nvPr/>
          </p:nvSpPr>
          <p:spPr>
            <a:xfrm>
              <a:off x="10014217" y="3826435"/>
              <a:ext cx="47461" cy="7954"/>
            </a:xfrm>
            <a:custGeom>
              <a:avLst/>
              <a:gdLst>
                <a:gd name="connsiteX0" fmla="*/ 0 w 47461"/>
                <a:gd name="connsiteY0" fmla="*/ 1611 h 7954"/>
                <a:gd name="connsiteX1" fmla="*/ 47462 w 47461"/>
                <a:gd name="connsiteY1" fmla="*/ 7955 h 7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7461" h="7954">
                  <a:moveTo>
                    <a:pt x="0" y="1611"/>
                  </a:moveTo>
                  <a:cubicBezTo>
                    <a:pt x="15897" y="-1905"/>
                    <a:pt x="33017" y="388"/>
                    <a:pt x="47462" y="7955"/>
                  </a:cubicBezTo>
                </a:path>
              </a:pathLst>
            </a:custGeom>
            <a:noFill/>
            <a:ln w="19102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fr-FR" sz="1800"/>
            </a:p>
          </p:txBody>
        </p:sp>
        <p:sp>
          <p:nvSpPr>
            <p:cNvPr id="54" name="Forme libre : forme 53">
              <a:extLst>
                <a:ext uri="{FF2B5EF4-FFF2-40B4-BE49-F238E27FC236}">
                  <a16:creationId xmlns:a16="http://schemas.microsoft.com/office/drawing/2014/main" id="{60BCDA92-31AF-7756-5616-18D4C46B04C6}"/>
                </a:ext>
              </a:extLst>
            </p:cNvPr>
            <p:cNvSpPr/>
            <p:nvPr/>
          </p:nvSpPr>
          <p:spPr>
            <a:xfrm>
              <a:off x="10164398" y="3825182"/>
              <a:ext cx="59919" cy="10582"/>
            </a:xfrm>
            <a:custGeom>
              <a:avLst/>
              <a:gdLst>
                <a:gd name="connsiteX0" fmla="*/ 0 w 59919"/>
                <a:gd name="connsiteY0" fmla="*/ 10583 h 10582"/>
                <a:gd name="connsiteX1" fmla="*/ 59920 w 59919"/>
                <a:gd name="connsiteY1" fmla="*/ 1870 h 10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919" h="10582">
                  <a:moveTo>
                    <a:pt x="0" y="10583"/>
                  </a:moveTo>
                  <a:cubicBezTo>
                    <a:pt x="18113" y="724"/>
                    <a:pt x="39742" y="-2410"/>
                    <a:pt x="59920" y="1870"/>
                  </a:cubicBezTo>
                </a:path>
              </a:pathLst>
            </a:custGeom>
            <a:noFill/>
            <a:ln w="19102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fr-FR" sz="1800"/>
            </a:p>
          </p:txBody>
        </p:sp>
        <p:sp>
          <p:nvSpPr>
            <p:cNvPr id="55" name="Forme libre : forme 54">
              <a:extLst>
                <a:ext uri="{FF2B5EF4-FFF2-40B4-BE49-F238E27FC236}">
                  <a16:creationId xmlns:a16="http://schemas.microsoft.com/office/drawing/2014/main" id="{A716BEAD-F0F7-14B1-4A40-DC34B6206219}"/>
                </a:ext>
              </a:extLst>
            </p:cNvPr>
            <p:cNvSpPr/>
            <p:nvPr/>
          </p:nvSpPr>
          <p:spPr>
            <a:xfrm>
              <a:off x="10155456" y="3759489"/>
              <a:ext cx="83689" cy="17350"/>
            </a:xfrm>
            <a:custGeom>
              <a:avLst/>
              <a:gdLst>
                <a:gd name="connsiteX0" fmla="*/ 83690 w 83689"/>
                <a:gd name="connsiteY0" fmla="*/ 17350 h 17350"/>
                <a:gd name="connsiteX1" fmla="*/ 42342 w 83689"/>
                <a:gd name="connsiteY1" fmla="*/ 1 h 17350"/>
                <a:gd name="connsiteX2" fmla="*/ 35769 w 83689"/>
                <a:gd name="connsiteY2" fmla="*/ 383 h 17350"/>
                <a:gd name="connsiteX3" fmla="*/ 0 w 83689"/>
                <a:gd name="connsiteY3" fmla="*/ 15898 h 17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689" h="17350">
                  <a:moveTo>
                    <a:pt x="83690" y="17350"/>
                  </a:moveTo>
                  <a:cubicBezTo>
                    <a:pt x="73218" y="6115"/>
                    <a:pt x="57704" y="-76"/>
                    <a:pt x="42342" y="1"/>
                  </a:cubicBezTo>
                  <a:cubicBezTo>
                    <a:pt x="40125" y="1"/>
                    <a:pt x="37985" y="154"/>
                    <a:pt x="35769" y="383"/>
                  </a:cubicBezTo>
                  <a:cubicBezTo>
                    <a:pt x="21553" y="1988"/>
                    <a:pt x="10241" y="5962"/>
                    <a:pt x="0" y="15898"/>
                  </a:cubicBezTo>
                </a:path>
              </a:pathLst>
            </a:custGeom>
            <a:noFill/>
            <a:ln w="19102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fr-FR" sz="1800"/>
            </a:p>
          </p:txBody>
        </p:sp>
        <p:sp>
          <p:nvSpPr>
            <p:cNvPr id="56" name="Forme libre : forme 55">
              <a:extLst>
                <a:ext uri="{FF2B5EF4-FFF2-40B4-BE49-F238E27FC236}">
                  <a16:creationId xmlns:a16="http://schemas.microsoft.com/office/drawing/2014/main" id="{5BA1E029-9338-AD9D-E1D2-5A84F8590136}"/>
                </a:ext>
              </a:extLst>
            </p:cNvPr>
            <p:cNvSpPr/>
            <p:nvPr/>
          </p:nvSpPr>
          <p:spPr>
            <a:xfrm>
              <a:off x="9952692" y="3690246"/>
              <a:ext cx="333303" cy="177313"/>
            </a:xfrm>
            <a:custGeom>
              <a:avLst/>
              <a:gdLst>
                <a:gd name="connsiteX0" fmla="*/ 0 w 333303"/>
                <a:gd name="connsiteY0" fmla="*/ 150564 h 177313"/>
                <a:gd name="connsiteX1" fmla="*/ 12687 w 333303"/>
                <a:gd name="connsiteY1" fmla="*/ 177314 h 177313"/>
                <a:gd name="connsiteX2" fmla="*/ 18725 w 333303"/>
                <a:gd name="connsiteY2" fmla="*/ 34775 h 177313"/>
                <a:gd name="connsiteX3" fmla="*/ 29578 w 333303"/>
                <a:gd name="connsiteY3" fmla="*/ 0 h 177313"/>
                <a:gd name="connsiteX4" fmla="*/ 39284 w 333303"/>
                <a:gd name="connsiteY4" fmla="*/ 46392 h 177313"/>
                <a:gd name="connsiteX5" fmla="*/ 273079 w 333303"/>
                <a:gd name="connsiteY5" fmla="*/ 40583 h 177313"/>
                <a:gd name="connsiteX6" fmla="*/ 289282 w 333303"/>
                <a:gd name="connsiteY6" fmla="*/ 382 h 177313"/>
                <a:gd name="connsiteX7" fmla="*/ 309458 w 333303"/>
                <a:gd name="connsiteY7" fmla="*/ 114260 h 177313"/>
                <a:gd name="connsiteX8" fmla="*/ 315802 w 333303"/>
                <a:gd name="connsiteY8" fmla="*/ 155608 h 177313"/>
                <a:gd name="connsiteX9" fmla="*/ 317636 w 333303"/>
                <a:gd name="connsiteY9" fmla="*/ 158436 h 177313"/>
                <a:gd name="connsiteX10" fmla="*/ 322681 w 333303"/>
                <a:gd name="connsiteY10" fmla="*/ 155914 h 177313"/>
                <a:gd name="connsiteX11" fmla="*/ 333304 w 333303"/>
                <a:gd name="connsiteY11" fmla="*/ 130081 h 177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33303" h="177313">
                  <a:moveTo>
                    <a:pt x="0" y="150564"/>
                  </a:moveTo>
                  <a:cubicBezTo>
                    <a:pt x="1682" y="160423"/>
                    <a:pt x="6115" y="169747"/>
                    <a:pt x="12687" y="177314"/>
                  </a:cubicBezTo>
                  <a:cubicBezTo>
                    <a:pt x="12229" y="129699"/>
                    <a:pt x="13375" y="82008"/>
                    <a:pt x="18725" y="34775"/>
                  </a:cubicBezTo>
                  <a:cubicBezTo>
                    <a:pt x="20101" y="22546"/>
                    <a:pt x="22011" y="9707"/>
                    <a:pt x="29578" y="0"/>
                  </a:cubicBezTo>
                  <a:cubicBezTo>
                    <a:pt x="33629" y="14751"/>
                    <a:pt x="39973" y="31183"/>
                    <a:pt x="39284" y="46392"/>
                  </a:cubicBezTo>
                  <a:cubicBezTo>
                    <a:pt x="117089" y="53271"/>
                    <a:pt x="195657" y="51360"/>
                    <a:pt x="273079" y="40583"/>
                  </a:cubicBezTo>
                  <a:cubicBezTo>
                    <a:pt x="275907" y="25833"/>
                    <a:pt x="282938" y="13987"/>
                    <a:pt x="289282" y="382"/>
                  </a:cubicBezTo>
                  <a:cubicBezTo>
                    <a:pt x="299293" y="37679"/>
                    <a:pt x="306019" y="75817"/>
                    <a:pt x="309458" y="114260"/>
                  </a:cubicBezTo>
                  <a:cubicBezTo>
                    <a:pt x="310681" y="128170"/>
                    <a:pt x="311522" y="142309"/>
                    <a:pt x="315802" y="155608"/>
                  </a:cubicBezTo>
                  <a:cubicBezTo>
                    <a:pt x="316184" y="156678"/>
                    <a:pt x="316643" y="157901"/>
                    <a:pt x="317636" y="158436"/>
                  </a:cubicBezTo>
                  <a:cubicBezTo>
                    <a:pt x="319471" y="159353"/>
                    <a:pt x="321458" y="157595"/>
                    <a:pt x="322681" y="155914"/>
                  </a:cubicBezTo>
                  <a:cubicBezTo>
                    <a:pt x="328107" y="148271"/>
                    <a:pt x="331776" y="139329"/>
                    <a:pt x="333304" y="130081"/>
                  </a:cubicBezTo>
                </a:path>
              </a:pathLst>
            </a:custGeom>
            <a:noFill/>
            <a:ln w="19102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fr-FR" sz="1800"/>
            </a:p>
          </p:txBody>
        </p:sp>
        <p:sp>
          <p:nvSpPr>
            <p:cNvPr id="57" name="Forme libre : forme 56">
              <a:extLst>
                <a:ext uri="{FF2B5EF4-FFF2-40B4-BE49-F238E27FC236}">
                  <a16:creationId xmlns:a16="http://schemas.microsoft.com/office/drawing/2014/main" id="{FB5F5ADE-F830-E31D-36C6-A1ED6B737FB5}"/>
                </a:ext>
              </a:extLst>
            </p:cNvPr>
            <p:cNvSpPr/>
            <p:nvPr/>
          </p:nvSpPr>
          <p:spPr>
            <a:xfrm>
              <a:off x="9923037" y="3572734"/>
              <a:ext cx="373933" cy="243235"/>
            </a:xfrm>
            <a:custGeom>
              <a:avLst/>
              <a:gdLst>
                <a:gd name="connsiteX0" fmla="*/ 370754 w 373933"/>
                <a:gd name="connsiteY0" fmla="*/ 243236 h 243235"/>
                <a:gd name="connsiteX1" fmla="*/ 372053 w 373933"/>
                <a:gd name="connsiteY1" fmla="*/ 151751 h 243235"/>
                <a:gd name="connsiteX2" fmla="*/ 268569 w 373933"/>
                <a:gd name="connsiteY2" fmla="*/ 13034 h 243235"/>
                <a:gd name="connsiteX3" fmla="*/ 102109 w 373933"/>
                <a:gd name="connsiteY3" fmla="*/ 18995 h 243235"/>
                <a:gd name="connsiteX4" fmla="*/ 6115 w 373933"/>
                <a:gd name="connsiteY4" fmla="*/ 137306 h 243235"/>
                <a:gd name="connsiteX5" fmla="*/ 230 w 373933"/>
                <a:gd name="connsiteY5" fmla="*/ 225657 h 243235"/>
                <a:gd name="connsiteX6" fmla="*/ 0 w 373933"/>
                <a:gd name="connsiteY6" fmla="*/ 236052 h 243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3933" h="243235">
                  <a:moveTo>
                    <a:pt x="370754" y="243236"/>
                  </a:moveTo>
                  <a:cubicBezTo>
                    <a:pt x="373582" y="212817"/>
                    <a:pt x="375569" y="182093"/>
                    <a:pt x="372053" y="151751"/>
                  </a:cubicBezTo>
                  <a:cubicBezTo>
                    <a:pt x="364945" y="90227"/>
                    <a:pt x="326884" y="36803"/>
                    <a:pt x="268569" y="13034"/>
                  </a:cubicBezTo>
                  <a:cubicBezTo>
                    <a:pt x="215605" y="-8519"/>
                    <a:pt x="154233" y="-1105"/>
                    <a:pt x="102109" y="18995"/>
                  </a:cubicBezTo>
                  <a:cubicBezTo>
                    <a:pt x="52889" y="38026"/>
                    <a:pt x="17502" y="86099"/>
                    <a:pt x="6115" y="137306"/>
                  </a:cubicBezTo>
                  <a:cubicBezTo>
                    <a:pt x="-305" y="166196"/>
                    <a:pt x="0" y="196080"/>
                    <a:pt x="230" y="225657"/>
                  </a:cubicBezTo>
                  <a:cubicBezTo>
                    <a:pt x="306" y="233300"/>
                    <a:pt x="0" y="228485"/>
                    <a:pt x="0" y="236052"/>
                  </a:cubicBezTo>
                </a:path>
              </a:pathLst>
            </a:custGeom>
            <a:noFill/>
            <a:ln w="19102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fr-FR" sz="1800"/>
            </a:p>
          </p:txBody>
        </p:sp>
        <p:sp>
          <p:nvSpPr>
            <p:cNvPr id="58" name="Forme libre : forme 57">
              <a:extLst>
                <a:ext uri="{FF2B5EF4-FFF2-40B4-BE49-F238E27FC236}">
                  <a16:creationId xmlns:a16="http://schemas.microsoft.com/office/drawing/2014/main" id="{1776918F-2E8A-679A-3250-369FDB1836CA}"/>
                </a:ext>
              </a:extLst>
            </p:cNvPr>
            <p:cNvSpPr/>
            <p:nvPr/>
          </p:nvSpPr>
          <p:spPr>
            <a:xfrm>
              <a:off x="9874815" y="3950650"/>
              <a:ext cx="115402" cy="166829"/>
            </a:xfrm>
            <a:custGeom>
              <a:avLst/>
              <a:gdLst>
                <a:gd name="connsiteX0" fmla="*/ 99582 w 115402"/>
                <a:gd name="connsiteY0" fmla="*/ 751 h 166829"/>
                <a:gd name="connsiteX1" fmla="*/ 82691 w 115402"/>
                <a:gd name="connsiteY1" fmla="*/ 1668 h 166829"/>
                <a:gd name="connsiteX2" fmla="*/ 35077 w 115402"/>
                <a:gd name="connsiteY2" fmla="*/ 44392 h 166829"/>
                <a:gd name="connsiteX3" fmla="*/ 3282 w 115402"/>
                <a:gd name="connsiteY3" fmla="*/ 166830 h 166829"/>
                <a:gd name="connsiteX4" fmla="*/ 115403 w 115402"/>
                <a:gd name="connsiteY4" fmla="*/ 40112 h 166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402" h="166829">
                  <a:moveTo>
                    <a:pt x="99582" y="751"/>
                  </a:moveTo>
                  <a:cubicBezTo>
                    <a:pt x="96372" y="-1007"/>
                    <a:pt x="86208" y="751"/>
                    <a:pt x="82691" y="1668"/>
                  </a:cubicBezTo>
                  <a:cubicBezTo>
                    <a:pt x="61673" y="7477"/>
                    <a:pt x="47000" y="26125"/>
                    <a:pt x="35077" y="44392"/>
                  </a:cubicBezTo>
                  <a:cubicBezTo>
                    <a:pt x="11384" y="80848"/>
                    <a:pt x="-7953" y="124794"/>
                    <a:pt x="3282" y="166830"/>
                  </a:cubicBezTo>
                  <a:cubicBezTo>
                    <a:pt x="60986" y="144054"/>
                    <a:pt x="103174" y="100872"/>
                    <a:pt x="115403" y="40112"/>
                  </a:cubicBezTo>
                </a:path>
              </a:pathLst>
            </a:custGeom>
            <a:noFill/>
            <a:ln w="19102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fr-FR" sz="1800"/>
            </a:p>
          </p:txBody>
        </p:sp>
      </p:grpSp>
      <p:grpSp>
        <p:nvGrpSpPr>
          <p:cNvPr id="59" name="Groupe 58">
            <a:extLst>
              <a:ext uri="{FF2B5EF4-FFF2-40B4-BE49-F238E27FC236}">
                <a16:creationId xmlns:a16="http://schemas.microsoft.com/office/drawing/2014/main" id="{64872FAB-DAFE-7FE9-709C-6D0E2AB10BC7}"/>
              </a:ext>
            </a:extLst>
          </p:cNvPr>
          <p:cNvGrpSpPr/>
          <p:nvPr userDrawn="1"/>
        </p:nvGrpSpPr>
        <p:grpSpPr>
          <a:xfrm>
            <a:off x="6264224" y="4303998"/>
            <a:ext cx="701237" cy="803512"/>
            <a:chOff x="8842265" y="3559192"/>
            <a:chExt cx="552423" cy="648779"/>
          </a:xfrm>
        </p:grpSpPr>
        <p:sp>
          <p:nvSpPr>
            <p:cNvPr id="60" name="Forme libre : forme 59">
              <a:extLst>
                <a:ext uri="{FF2B5EF4-FFF2-40B4-BE49-F238E27FC236}">
                  <a16:creationId xmlns:a16="http://schemas.microsoft.com/office/drawing/2014/main" id="{AF25AB03-58CD-05F2-2151-345F3AE8541A}"/>
                </a:ext>
              </a:extLst>
            </p:cNvPr>
            <p:cNvSpPr/>
            <p:nvPr/>
          </p:nvSpPr>
          <p:spPr>
            <a:xfrm>
              <a:off x="9151877" y="3776381"/>
              <a:ext cx="83688" cy="14215"/>
            </a:xfrm>
            <a:custGeom>
              <a:avLst/>
              <a:gdLst>
                <a:gd name="connsiteX0" fmla="*/ 83689 w 83688"/>
                <a:gd name="connsiteY0" fmla="*/ 14216 h 14215"/>
                <a:gd name="connsiteX1" fmla="*/ 41883 w 83688"/>
                <a:gd name="connsiteY1" fmla="*/ 0 h 14215"/>
                <a:gd name="connsiteX2" fmla="*/ 0 w 83688"/>
                <a:gd name="connsiteY2" fmla="*/ 13986 h 14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3688" h="14215">
                  <a:moveTo>
                    <a:pt x="83689" y="14216"/>
                  </a:moveTo>
                  <a:cubicBezTo>
                    <a:pt x="71765" y="5121"/>
                    <a:pt x="56862" y="0"/>
                    <a:pt x="41883" y="0"/>
                  </a:cubicBezTo>
                  <a:cubicBezTo>
                    <a:pt x="26902" y="0"/>
                    <a:pt x="11922" y="4968"/>
                    <a:pt x="0" y="13986"/>
                  </a:cubicBezTo>
                </a:path>
              </a:pathLst>
            </a:custGeom>
            <a:noFill/>
            <a:ln w="19102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fr-FR" sz="1800"/>
            </a:p>
          </p:txBody>
        </p:sp>
        <p:sp>
          <p:nvSpPr>
            <p:cNvPr id="61" name="Forme libre : forme 60">
              <a:extLst>
                <a:ext uri="{FF2B5EF4-FFF2-40B4-BE49-F238E27FC236}">
                  <a16:creationId xmlns:a16="http://schemas.microsoft.com/office/drawing/2014/main" id="{1B5998D0-6071-87AB-E1CD-F1AC47DF3711}"/>
                </a:ext>
              </a:extLst>
            </p:cNvPr>
            <p:cNvSpPr/>
            <p:nvPr/>
          </p:nvSpPr>
          <p:spPr>
            <a:xfrm>
              <a:off x="9002229" y="3774775"/>
              <a:ext cx="83689" cy="17350"/>
            </a:xfrm>
            <a:custGeom>
              <a:avLst/>
              <a:gdLst>
                <a:gd name="connsiteX0" fmla="*/ 83690 w 83689"/>
                <a:gd name="connsiteY0" fmla="*/ 17350 h 17350"/>
                <a:gd name="connsiteX1" fmla="*/ 42342 w 83689"/>
                <a:gd name="connsiteY1" fmla="*/ 1 h 17350"/>
                <a:gd name="connsiteX2" fmla="*/ 0 w 83689"/>
                <a:gd name="connsiteY2" fmla="*/ 15898 h 17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3689" h="17350">
                  <a:moveTo>
                    <a:pt x="83690" y="17350"/>
                  </a:moveTo>
                  <a:cubicBezTo>
                    <a:pt x="73219" y="6115"/>
                    <a:pt x="57704" y="-76"/>
                    <a:pt x="42342" y="1"/>
                  </a:cubicBezTo>
                  <a:cubicBezTo>
                    <a:pt x="26979" y="1"/>
                    <a:pt x="11847" y="6115"/>
                    <a:pt x="0" y="15898"/>
                  </a:cubicBezTo>
                </a:path>
              </a:pathLst>
            </a:custGeom>
            <a:noFill/>
            <a:ln w="19102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fr-FR" sz="1800"/>
            </a:p>
          </p:txBody>
        </p:sp>
        <p:sp>
          <p:nvSpPr>
            <p:cNvPr id="62" name="Forme libre : forme 61">
              <a:extLst>
                <a:ext uri="{FF2B5EF4-FFF2-40B4-BE49-F238E27FC236}">
                  <a16:creationId xmlns:a16="http://schemas.microsoft.com/office/drawing/2014/main" id="{1F5E9709-0D61-D9BA-31CC-B6E7B0B366C6}"/>
                </a:ext>
              </a:extLst>
            </p:cNvPr>
            <p:cNvSpPr/>
            <p:nvPr/>
          </p:nvSpPr>
          <p:spPr>
            <a:xfrm>
              <a:off x="8905284" y="3798159"/>
              <a:ext cx="431927" cy="291847"/>
            </a:xfrm>
            <a:custGeom>
              <a:avLst/>
              <a:gdLst>
                <a:gd name="connsiteX0" fmla="*/ 44669 w 431927"/>
                <a:gd name="connsiteY0" fmla="*/ 34320 h 291847"/>
                <a:gd name="connsiteX1" fmla="*/ 24109 w 431927"/>
                <a:gd name="connsiteY1" fmla="*/ 8029 h 291847"/>
                <a:gd name="connsiteX2" fmla="*/ 13487 w 431927"/>
                <a:gd name="connsiteY2" fmla="*/ 1150 h 291847"/>
                <a:gd name="connsiteX3" fmla="*/ 2022 w 431927"/>
                <a:gd name="connsiteY3" fmla="*/ 4742 h 291847"/>
                <a:gd name="connsiteX4" fmla="*/ 112 w 431927"/>
                <a:gd name="connsiteY4" fmla="*/ 12538 h 291847"/>
                <a:gd name="connsiteX5" fmla="*/ 13563 w 431927"/>
                <a:gd name="connsiteY5" fmla="*/ 77425 h 291847"/>
                <a:gd name="connsiteX6" fmla="*/ 53458 w 431927"/>
                <a:gd name="connsiteY6" fmla="*/ 124276 h 291847"/>
                <a:gd name="connsiteX7" fmla="*/ 56591 w 431927"/>
                <a:gd name="connsiteY7" fmla="*/ 123053 h 291847"/>
                <a:gd name="connsiteX8" fmla="*/ 57738 w 431927"/>
                <a:gd name="connsiteY8" fmla="*/ 125117 h 291847"/>
                <a:gd name="connsiteX9" fmla="*/ 116741 w 431927"/>
                <a:gd name="connsiteY9" fmla="*/ 244498 h 291847"/>
                <a:gd name="connsiteX10" fmla="*/ 162292 w 431927"/>
                <a:gd name="connsiteY10" fmla="*/ 282406 h 291847"/>
                <a:gd name="connsiteX11" fmla="*/ 263177 w 431927"/>
                <a:gd name="connsiteY11" fmla="*/ 276980 h 291847"/>
                <a:gd name="connsiteX12" fmla="*/ 336090 w 431927"/>
                <a:gd name="connsiteY12" fmla="*/ 205749 h 291847"/>
                <a:gd name="connsiteX13" fmla="*/ 354433 w 431927"/>
                <a:gd name="connsiteY13" fmla="*/ 169292 h 291847"/>
                <a:gd name="connsiteX14" fmla="*/ 370177 w 431927"/>
                <a:gd name="connsiteY14" fmla="*/ 127639 h 291847"/>
                <a:gd name="connsiteX15" fmla="*/ 373617 w 431927"/>
                <a:gd name="connsiteY15" fmla="*/ 124811 h 291847"/>
                <a:gd name="connsiteX16" fmla="*/ 375374 w 431927"/>
                <a:gd name="connsiteY16" fmla="*/ 125728 h 291847"/>
                <a:gd name="connsiteX17" fmla="*/ 387909 w 431927"/>
                <a:gd name="connsiteY17" fmla="*/ 124505 h 291847"/>
                <a:gd name="connsiteX18" fmla="*/ 403347 w 431927"/>
                <a:gd name="connsiteY18" fmla="*/ 103946 h 291847"/>
                <a:gd name="connsiteX19" fmla="*/ 418174 w 431927"/>
                <a:gd name="connsiteY19" fmla="*/ 75362 h 291847"/>
                <a:gd name="connsiteX20" fmla="*/ 431702 w 431927"/>
                <a:gd name="connsiteY20" fmla="*/ 22703 h 291847"/>
                <a:gd name="connsiteX21" fmla="*/ 431090 w 431927"/>
                <a:gd name="connsiteY21" fmla="*/ 10398 h 291847"/>
                <a:gd name="connsiteX22" fmla="*/ 423677 w 431927"/>
                <a:gd name="connsiteY22" fmla="*/ 921 h 291847"/>
                <a:gd name="connsiteX23" fmla="*/ 409155 w 431927"/>
                <a:gd name="connsiteY23" fmla="*/ 3749 h 291847"/>
                <a:gd name="connsiteX24" fmla="*/ 395322 w 431927"/>
                <a:gd name="connsiteY24" fmla="*/ 22244 h 291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31927" h="291847">
                  <a:moveTo>
                    <a:pt x="44669" y="34320"/>
                  </a:moveTo>
                  <a:cubicBezTo>
                    <a:pt x="41077" y="26524"/>
                    <a:pt x="30224" y="14067"/>
                    <a:pt x="24109" y="8029"/>
                  </a:cubicBezTo>
                  <a:cubicBezTo>
                    <a:pt x="21053" y="5048"/>
                    <a:pt x="17613" y="2220"/>
                    <a:pt x="13487" y="1150"/>
                  </a:cubicBezTo>
                  <a:cubicBezTo>
                    <a:pt x="9359" y="80"/>
                    <a:pt x="4391" y="1150"/>
                    <a:pt x="2022" y="4742"/>
                  </a:cubicBezTo>
                  <a:cubicBezTo>
                    <a:pt x="493" y="7035"/>
                    <a:pt x="264" y="9863"/>
                    <a:pt x="112" y="12538"/>
                  </a:cubicBezTo>
                  <a:cubicBezTo>
                    <a:pt x="-882" y="34779"/>
                    <a:pt x="4850" y="56943"/>
                    <a:pt x="13563" y="77425"/>
                  </a:cubicBezTo>
                  <a:cubicBezTo>
                    <a:pt x="18149" y="88125"/>
                    <a:pt x="35727" y="139409"/>
                    <a:pt x="53458" y="124276"/>
                  </a:cubicBezTo>
                  <a:cubicBezTo>
                    <a:pt x="54376" y="123512"/>
                    <a:pt x="55522" y="122518"/>
                    <a:pt x="56591" y="123053"/>
                  </a:cubicBezTo>
                  <a:cubicBezTo>
                    <a:pt x="57280" y="123435"/>
                    <a:pt x="57585" y="124276"/>
                    <a:pt x="57738" y="125117"/>
                  </a:cubicBezTo>
                  <a:cubicBezTo>
                    <a:pt x="69049" y="173878"/>
                    <a:pt x="86246" y="204832"/>
                    <a:pt x="116741" y="244498"/>
                  </a:cubicBezTo>
                  <a:cubicBezTo>
                    <a:pt x="124689" y="254892"/>
                    <a:pt x="150599" y="276445"/>
                    <a:pt x="162292" y="282406"/>
                  </a:cubicBezTo>
                  <a:cubicBezTo>
                    <a:pt x="194010" y="298533"/>
                    <a:pt x="230925" y="292189"/>
                    <a:pt x="263177" y="276980"/>
                  </a:cubicBezTo>
                  <a:cubicBezTo>
                    <a:pt x="294361" y="262306"/>
                    <a:pt x="317824" y="234944"/>
                    <a:pt x="336090" y="205749"/>
                  </a:cubicBezTo>
                  <a:cubicBezTo>
                    <a:pt x="343274" y="194208"/>
                    <a:pt x="349236" y="181827"/>
                    <a:pt x="354433" y="169292"/>
                  </a:cubicBezTo>
                  <a:cubicBezTo>
                    <a:pt x="360089" y="155459"/>
                    <a:pt x="363604" y="141167"/>
                    <a:pt x="370177" y="127639"/>
                  </a:cubicBezTo>
                  <a:cubicBezTo>
                    <a:pt x="370865" y="126187"/>
                    <a:pt x="372011" y="124582"/>
                    <a:pt x="373617" y="124811"/>
                  </a:cubicBezTo>
                  <a:cubicBezTo>
                    <a:pt x="374304" y="124888"/>
                    <a:pt x="374839" y="125346"/>
                    <a:pt x="375374" y="125728"/>
                  </a:cubicBezTo>
                  <a:cubicBezTo>
                    <a:pt x="379119" y="128097"/>
                    <a:pt x="384240" y="127028"/>
                    <a:pt x="387909" y="124505"/>
                  </a:cubicBezTo>
                  <a:cubicBezTo>
                    <a:pt x="394405" y="119843"/>
                    <a:pt x="398990" y="110519"/>
                    <a:pt x="403347" y="103946"/>
                  </a:cubicBezTo>
                  <a:cubicBezTo>
                    <a:pt x="409232" y="94928"/>
                    <a:pt x="414200" y="85374"/>
                    <a:pt x="418174" y="75362"/>
                  </a:cubicBezTo>
                  <a:cubicBezTo>
                    <a:pt x="424594" y="59083"/>
                    <a:pt x="430402" y="40128"/>
                    <a:pt x="431702" y="22703"/>
                  </a:cubicBezTo>
                  <a:cubicBezTo>
                    <a:pt x="432008" y="18576"/>
                    <a:pt x="432160" y="14372"/>
                    <a:pt x="431090" y="10398"/>
                  </a:cubicBezTo>
                  <a:cubicBezTo>
                    <a:pt x="430021" y="6424"/>
                    <a:pt x="427498" y="2602"/>
                    <a:pt x="423677" y="921"/>
                  </a:cubicBezTo>
                  <a:cubicBezTo>
                    <a:pt x="418938" y="-1143"/>
                    <a:pt x="413206" y="462"/>
                    <a:pt x="409155" y="3749"/>
                  </a:cubicBezTo>
                  <a:cubicBezTo>
                    <a:pt x="405105" y="7035"/>
                    <a:pt x="397920" y="17811"/>
                    <a:pt x="395322" y="22244"/>
                  </a:cubicBezTo>
                </a:path>
              </a:pathLst>
            </a:custGeom>
            <a:noFill/>
            <a:ln w="19102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fr-FR" sz="1800"/>
            </a:p>
          </p:txBody>
        </p:sp>
        <p:sp>
          <p:nvSpPr>
            <p:cNvPr id="63" name="Forme libre : forme 62">
              <a:extLst>
                <a:ext uri="{FF2B5EF4-FFF2-40B4-BE49-F238E27FC236}">
                  <a16:creationId xmlns:a16="http://schemas.microsoft.com/office/drawing/2014/main" id="{3F0324E3-4ABA-E15C-5655-D208FCFD81AC}"/>
                </a:ext>
              </a:extLst>
            </p:cNvPr>
            <p:cNvSpPr/>
            <p:nvPr/>
          </p:nvSpPr>
          <p:spPr>
            <a:xfrm>
              <a:off x="8952679" y="3674366"/>
              <a:ext cx="342753" cy="187690"/>
            </a:xfrm>
            <a:custGeom>
              <a:avLst/>
              <a:gdLst>
                <a:gd name="connsiteX0" fmla="*/ 339290 w 342753"/>
                <a:gd name="connsiteY0" fmla="*/ 187691 h 187690"/>
                <a:gd name="connsiteX1" fmla="*/ 330043 w 342753"/>
                <a:gd name="connsiteY1" fmla="*/ 69915 h 187690"/>
                <a:gd name="connsiteX2" fmla="*/ 275473 w 342753"/>
                <a:gd name="connsiteY2" fmla="*/ 2199 h 187690"/>
                <a:gd name="connsiteX3" fmla="*/ 224113 w 342753"/>
                <a:gd name="connsiteY3" fmla="*/ 11218 h 187690"/>
                <a:gd name="connsiteX4" fmla="*/ 174358 w 342753"/>
                <a:gd name="connsiteY4" fmla="*/ 28720 h 187690"/>
                <a:gd name="connsiteX5" fmla="*/ 129036 w 342753"/>
                <a:gd name="connsiteY5" fmla="*/ 23064 h 187690"/>
                <a:gd name="connsiteX6" fmla="*/ 90669 w 342753"/>
                <a:gd name="connsiteY6" fmla="*/ 2964 h 187690"/>
                <a:gd name="connsiteX7" fmla="*/ 3617 w 342753"/>
                <a:gd name="connsiteY7" fmla="*/ 88640 h 187690"/>
                <a:gd name="connsiteX8" fmla="*/ 484 w 342753"/>
                <a:gd name="connsiteY8" fmla="*/ 167896 h 187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42753" h="187690">
                  <a:moveTo>
                    <a:pt x="339290" y="187691"/>
                  </a:moveTo>
                  <a:cubicBezTo>
                    <a:pt x="346092" y="153604"/>
                    <a:pt x="342806" y="102168"/>
                    <a:pt x="330043" y="69915"/>
                  </a:cubicBezTo>
                  <a:cubicBezTo>
                    <a:pt x="320641" y="46146"/>
                    <a:pt x="301152" y="11218"/>
                    <a:pt x="275473" y="2199"/>
                  </a:cubicBezTo>
                  <a:cubicBezTo>
                    <a:pt x="259193" y="-3533"/>
                    <a:pt x="238481" y="2811"/>
                    <a:pt x="224113" y="11218"/>
                  </a:cubicBezTo>
                  <a:cubicBezTo>
                    <a:pt x="208979" y="20084"/>
                    <a:pt x="191936" y="26198"/>
                    <a:pt x="174358" y="28720"/>
                  </a:cubicBezTo>
                  <a:cubicBezTo>
                    <a:pt x="158155" y="31089"/>
                    <a:pt x="144245" y="28491"/>
                    <a:pt x="129036" y="23064"/>
                  </a:cubicBezTo>
                  <a:cubicBezTo>
                    <a:pt x="115355" y="18173"/>
                    <a:pt x="104961" y="7014"/>
                    <a:pt x="90669" y="2964"/>
                  </a:cubicBezTo>
                  <a:cubicBezTo>
                    <a:pt x="39233" y="-11405"/>
                    <a:pt x="11872" y="45305"/>
                    <a:pt x="3617" y="88640"/>
                  </a:cubicBezTo>
                  <a:cubicBezTo>
                    <a:pt x="-205" y="108511"/>
                    <a:pt x="-510" y="147719"/>
                    <a:pt x="484" y="167896"/>
                  </a:cubicBezTo>
                </a:path>
              </a:pathLst>
            </a:custGeom>
            <a:noFill/>
            <a:ln w="19102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fr-FR" sz="1800"/>
            </a:p>
          </p:txBody>
        </p:sp>
        <p:sp>
          <p:nvSpPr>
            <p:cNvPr id="64" name="Forme libre : forme 63">
              <a:extLst>
                <a:ext uri="{FF2B5EF4-FFF2-40B4-BE49-F238E27FC236}">
                  <a16:creationId xmlns:a16="http://schemas.microsoft.com/office/drawing/2014/main" id="{85D44EDC-D3D2-B374-B63F-F9DA26830EEB}"/>
                </a:ext>
              </a:extLst>
            </p:cNvPr>
            <p:cNvSpPr/>
            <p:nvPr/>
          </p:nvSpPr>
          <p:spPr>
            <a:xfrm>
              <a:off x="9074152" y="3922435"/>
              <a:ext cx="84338" cy="29471"/>
            </a:xfrm>
            <a:custGeom>
              <a:avLst/>
              <a:gdLst>
                <a:gd name="connsiteX0" fmla="*/ 83380 w 84338"/>
                <a:gd name="connsiteY0" fmla="*/ 0 h 29471"/>
                <a:gd name="connsiteX1" fmla="*/ 84220 w 84338"/>
                <a:gd name="connsiteY1" fmla="*/ 11923 h 29471"/>
                <a:gd name="connsiteX2" fmla="*/ 79482 w 84338"/>
                <a:gd name="connsiteY2" fmla="*/ 22011 h 29471"/>
                <a:gd name="connsiteX3" fmla="*/ 61139 w 84338"/>
                <a:gd name="connsiteY3" fmla="*/ 22317 h 29471"/>
                <a:gd name="connsiteX4" fmla="*/ 48681 w 84338"/>
                <a:gd name="connsiteY4" fmla="*/ 27591 h 29471"/>
                <a:gd name="connsiteX5" fmla="*/ 35917 w 84338"/>
                <a:gd name="connsiteY5" fmla="*/ 27591 h 29471"/>
                <a:gd name="connsiteX6" fmla="*/ 32172 w 84338"/>
                <a:gd name="connsiteY6" fmla="*/ 23846 h 29471"/>
                <a:gd name="connsiteX7" fmla="*/ 6034 w 84338"/>
                <a:gd name="connsiteY7" fmla="*/ 21935 h 29471"/>
                <a:gd name="connsiteX8" fmla="*/ 226 w 84338"/>
                <a:gd name="connsiteY8" fmla="*/ 1529 h 29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338" h="29471">
                  <a:moveTo>
                    <a:pt x="83380" y="0"/>
                  </a:moveTo>
                  <a:cubicBezTo>
                    <a:pt x="83991" y="3898"/>
                    <a:pt x="84602" y="7949"/>
                    <a:pt x="84220" y="11923"/>
                  </a:cubicBezTo>
                  <a:cubicBezTo>
                    <a:pt x="83838" y="15897"/>
                    <a:pt x="82310" y="19871"/>
                    <a:pt x="79482" y="22011"/>
                  </a:cubicBezTo>
                  <a:cubicBezTo>
                    <a:pt x="74208" y="25909"/>
                    <a:pt x="67329" y="21782"/>
                    <a:pt x="61139" y="22317"/>
                  </a:cubicBezTo>
                  <a:cubicBezTo>
                    <a:pt x="56706" y="22776"/>
                    <a:pt x="52732" y="25604"/>
                    <a:pt x="48681" y="27591"/>
                  </a:cubicBezTo>
                  <a:cubicBezTo>
                    <a:pt x="44630" y="29578"/>
                    <a:pt x="39587" y="30571"/>
                    <a:pt x="35917" y="27591"/>
                  </a:cubicBezTo>
                  <a:cubicBezTo>
                    <a:pt x="34542" y="26521"/>
                    <a:pt x="33548" y="24992"/>
                    <a:pt x="32172" y="23846"/>
                  </a:cubicBezTo>
                  <a:cubicBezTo>
                    <a:pt x="24836" y="17731"/>
                    <a:pt x="13906" y="27132"/>
                    <a:pt x="6034" y="21935"/>
                  </a:cubicBezTo>
                  <a:cubicBezTo>
                    <a:pt x="454" y="18266"/>
                    <a:pt x="-538" y="9095"/>
                    <a:pt x="226" y="1529"/>
                  </a:cubicBezTo>
                </a:path>
              </a:pathLst>
            </a:custGeom>
            <a:noFill/>
            <a:ln w="19102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fr-FR" sz="1800"/>
            </a:p>
          </p:txBody>
        </p:sp>
        <p:sp>
          <p:nvSpPr>
            <p:cNvPr id="65" name="Forme libre : forme 64">
              <a:extLst>
                <a:ext uri="{FF2B5EF4-FFF2-40B4-BE49-F238E27FC236}">
                  <a16:creationId xmlns:a16="http://schemas.microsoft.com/office/drawing/2014/main" id="{B23A9C85-BD17-FD2E-5CFE-FF31630F66EA}"/>
                </a:ext>
              </a:extLst>
            </p:cNvPr>
            <p:cNvSpPr/>
            <p:nvPr/>
          </p:nvSpPr>
          <p:spPr>
            <a:xfrm>
              <a:off x="9056570" y="3986253"/>
              <a:ext cx="119533" cy="25546"/>
            </a:xfrm>
            <a:custGeom>
              <a:avLst/>
              <a:gdLst>
                <a:gd name="connsiteX0" fmla="*/ 119534 w 119533"/>
                <a:gd name="connsiteY0" fmla="*/ 1758 h 25546"/>
                <a:gd name="connsiteX1" fmla="*/ 15745 w 119533"/>
                <a:gd name="connsiteY1" fmla="*/ 13298 h 25546"/>
                <a:gd name="connsiteX2" fmla="*/ 0 w 119533"/>
                <a:gd name="connsiteY2" fmla="*/ 0 h 25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9533" h="25546">
                  <a:moveTo>
                    <a:pt x="119534" y="1758"/>
                  </a:moveTo>
                  <a:cubicBezTo>
                    <a:pt x="97294" y="28966"/>
                    <a:pt x="43641" y="32864"/>
                    <a:pt x="15745" y="13298"/>
                  </a:cubicBezTo>
                  <a:cubicBezTo>
                    <a:pt x="10089" y="9324"/>
                    <a:pt x="4892" y="4891"/>
                    <a:pt x="0" y="0"/>
                  </a:cubicBezTo>
                </a:path>
              </a:pathLst>
            </a:custGeom>
            <a:noFill/>
            <a:ln w="19102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fr-FR" sz="1800"/>
            </a:p>
          </p:txBody>
        </p:sp>
        <p:sp>
          <p:nvSpPr>
            <p:cNvPr id="66" name="Forme libre : forme 65">
              <a:extLst>
                <a:ext uri="{FF2B5EF4-FFF2-40B4-BE49-F238E27FC236}">
                  <a16:creationId xmlns:a16="http://schemas.microsoft.com/office/drawing/2014/main" id="{E45B8F05-6703-B449-9C70-2089882CD87F}"/>
                </a:ext>
              </a:extLst>
            </p:cNvPr>
            <p:cNvSpPr/>
            <p:nvPr/>
          </p:nvSpPr>
          <p:spPr>
            <a:xfrm>
              <a:off x="9222279" y="4011780"/>
              <a:ext cx="172409" cy="196191"/>
            </a:xfrm>
            <a:custGeom>
              <a:avLst/>
              <a:gdLst>
                <a:gd name="connsiteX0" fmla="*/ 13897 w 172409"/>
                <a:gd name="connsiteY0" fmla="*/ 0 h 196191"/>
                <a:gd name="connsiteX1" fmla="*/ 23910 w 172409"/>
                <a:gd name="connsiteY1" fmla="*/ 147125 h 196191"/>
                <a:gd name="connsiteX2" fmla="*/ 64035 w 172409"/>
                <a:gd name="connsiteY2" fmla="*/ 167149 h 196191"/>
                <a:gd name="connsiteX3" fmla="*/ 172410 w 172409"/>
                <a:gd name="connsiteY3" fmla="*/ 196192 h 196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2409" h="196191">
                  <a:moveTo>
                    <a:pt x="13897" y="0"/>
                  </a:moveTo>
                  <a:cubicBezTo>
                    <a:pt x="217" y="38596"/>
                    <a:pt x="-12776" y="118311"/>
                    <a:pt x="23910" y="147125"/>
                  </a:cubicBezTo>
                  <a:cubicBezTo>
                    <a:pt x="35756" y="156372"/>
                    <a:pt x="49896" y="162028"/>
                    <a:pt x="64035" y="167149"/>
                  </a:cubicBezTo>
                  <a:cubicBezTo>
                    <a:pt x="99268" y="179836"/>
                    <a:pt x="135572" y="189542"/>
                    <a:pt x="172410" y="196192"/>
                  </a:cubicBezTo>
                </a:path>
              </a:pathLst>
            </a:custGeom>
            <a:noFill/>
            <a:ln w="19102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fr-FR" sz="1800"/>
            </a:p>
          </p:txBody>
        </p:sp>
        <p:sp>
          <p:nvSpPr>
            <p:cNvPr id="67" name="Forme libre : forme 66">
              <a:extLst>
                <a:ext uri="{FF2B5EF4-FFF2-40B4-BE49-F238E27FC236}">
                  <a16:creationId xmlns:a16="http://schemas.microsoft.com/office/drawing/2014/main" id="{2DF734E7-E1C7-E0B4-35E2-234A80C6A8BA}"/>
                </a:ext>
              </a:extLst>
            </p:cNvPr>
            <p:cNvSpPr/>
            <p:nvPr/>
          </p:nvSpPr>
          <p:spPr>
            <a:xfrm>
              <a:off x="8842265" y="4011780"/>
              <a:ext cx="172409" cy="196191"/>
            </a:xfrm>
            <a:custGeom>
              <a:avLst/>
              <a:gdLst>
                <a:gd name="connsiteX0" fmla="*/ 158512 w 172409"/>
                <a:gd name="connsiteY0" fmla="*/ 0 h 196191"/>
                <a:gd name="connsiteX1" fmla="*/ 148500 w 172409"/>
                <a:gd name="connsiteY1" fmla="*/ 147125 h 196191"/>
                <a:gd name="connsiteX2" fmla="*/ 108375 w 172409"/>
                <a:gd name="connsiteY2" fmla="*/ 167149 h 196191"/>
                <a:gd name="connsiteX3" fmla="*/ 0 w 172409"/>
                <a:gd name="connsiteY3" fmla="*/ 196192 h 196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2409" h="196191">
                  <a:moveTo>
                    <a:pt x="158512" y="0"/>
                  </a:moveTo>
                  <a:cubicBezTo>
                    <a:pt x="172192" y="38596"/>
                    <a:pt x="185186" y="118311"/>
                    <a:pt x="148500" y="147125"/>
                  </a:cubicBezTo>
                  <a:cubicBezTo>
                    <a:pt x="136654" y="156372"/>
                    <a:pt x="122514" y="162028"/>
                    <a:pt x="108375" y="167149"/>
                  </a:cubicBezTo>
                  <a:cubicBezTo>
                    <a:pt x="73141" y="179836"/>
                    <a:pt x="36838" y="189542"/>
                    <a:pt x="0" y="196192"/>
                  </a:cubicBezTo>
                </a:path>
              </a:pathLst>
            </a:custGeom>
            <a:noFill/>
            <a:ln w="19102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fr-FR" sz="1800"/>
            </a:p>
          </p:txBody>
        </p:sp>
        <p:sp>
          <p:nvSpPr>
            <p:cNvPr id="68" name="Forme libre : forme 67">
              <a:extLst>
                <a:ext uri="{FF2B5EF4-FFF2-40B4-BE49-F238E27FC236}">
                  <a16:creationId xmlns:a16="http://schemas.microsoft.com/office/drawing/2014/main" id="{DCE17089-E395-1A53-A673-C8D0E4FF18BF}"/>
                </a:ext>
              </a:extLst>
            </p:cNvPr>
            <p:cNvSpPr/>
            <p:nvPr/>
          </p:nvSpPr>
          <p:spPr>
            <a:xfrm>
              <a:off x="8932193" y="3559192"/>
              <a:ext cx="390213" cy="250970"/>
            </a:xfrm>
            <a:custGeom>
              <a:avLst/>
              <a:gdLst>
                <a:gd name="connsiteX0" fmla="*/ 1786 w 390213"/>
                <a:gd name="connsiteY0" fmla="*/ 250970 h 250970"/>
                <a:gd name="connsiteX1" fmla="*/ 1786 w 390213"/>
                <a:gd name="connsiteY1" fmla="*/ 157575 h 250970"/>
                <a:gd name="connsiteX2" fmla="*/ 19288 w 390213"/>
                <a:gd name="connsiteY2" fmla="*/ 78930 h 250970"/>
                <a:gd name="connsiteX3" fmla="*/ 76839 w 390213"/>
                <a:gd name="connsiteY3" fmla="*/ 33455 h 250970"/>
                <a:gd name="connsiteX4" fmla="*/ 87156 w 390213"/>
                <a:gd name="connsiteY4" fmla="*/ 31544 h 250970"/>
                <a:gd name="connsiteX5" fmla="*/ 97780 w 390213"/>
                <a:gd name="connsiteY5" fmla="*/ 24971 h 250970"/>
                <a:gd name="connsiteX6" fmla="*/ 221135 w 390213"/>
                <a:gd name="connsiteY6" fmla="*/ 8387 h 250970"/>
                <a:gd name="connsiteX7" fmla="*/ 323014 w 390213"/>
                <a:gd name="connsiteY7" fmla="*/ 42015 h 250970"/>
                <a:gd name="connsiteX8" fmla="*/ 353280 w 390213"/>
                <a:gd name="connsiteY8" fmla="*/ 102011 h 250970"/>
                <a:gd name="connsiteX9" fmla="*/ 380412 w 390213"/>
                <a:gd name="connsiteY9" fmla="*/ 124099 h 250970"/>
                <a:gd name="connsiteX10" fmla="*/ 373228 w 390213"/>
                <a:gd name="connsiteY10" fmla="*/ 159409 h 250970"/>
                <a:gd name="connsiteX11" fmla="*/ 390195 w 390213"/>
                <a:gd name="connsiteY11" fmla="*/ 181955 h 250970"/>
                <a:gd name="connsiteX12" fmla="*/ 387137 w 390213"/>
                <a:gd name="connsiteY12" fmla="*/ 213597 h 250970"/>
                <a:gd name="connsiteX13" fmla="*/ 387673 w 390213"/>
                <a:gd name="connsiteY13" fmla="*/ 230717 h 250970"/>
                <a:gd name="connsiteX14" fmla="*/ 377966 w 390213"/>
                <a:gd name="connsiteY14" fmla="*/ 242945 h 250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90213" h="250970">
                  <a:moveTo>
                    <a:pt x="1786" y="250970"/>
                  </a:moveTo>
                  <a:cubicBezTo>
                    <a:pt x="-2417" y="219252"/>
                    <a:pt x="2168" y="189063"/>
                    <a:pt x="1786" y="157575"/>
                  </a:cubicBezTo>
                  <a:cubicBezTo>
                    <a:pt x="1480" y="130213"/>
                    <a:pt x="6219" y="103693"/>
                    <a:pt x="19288" y="78930"/>
                  </a:cubicBezTo>
                  <a:cubicBezTo>
                    <a:pt x="31135" y="56460"/>
                    <a:pt x="51693" y="37124"/>
                    <a:pt x="76839" y="33455"/>
                  </a:cubicBezTo>
                  <a:cubicBezTo>
                    <a:pt x="80278" y="32920"/>
                    <a:pt x="83870" y="32767"/>
                    <a:pt x="87156" y="31544"/>
                  </a:cubicBezTo>
                  <a:cubicBezTo>
                    <a:pt x="91054" y="30169"/>
                    <a:pt x="94418" y="27494"/>
                    <a:pt x="97780" y="24971"/>
                  </a:cubicBezTo>
                  <a:cubicBezTo>
                    <a:pt x="132632" y="-708"/>
                    <a:pt x="180781" y="-7205"/>
                    <a:pt x="221135" y="8387"/>
                  </a:cubicBezTo>
                  <a:cubicBezTo>
                    <a:pt x="254305" y="21150"/>
                    <a:pt x="290608" y="28564"/>
                    <a:pt x="323014" y="42015"/>
                  </a:cubicBezTo>
                  <a:cubicBezTo>
                    <a:pt x="342886" y="50269"/>
                    <a:pt x="372998" y="81299"/>
                    <a:pt x="353280" y="102011"/>
                  </a:cubicBezTo>
                  <a:cubicBezTo>
                    <a:pt x="365279" y="103234"/>
                    <a:pt x="376285" y="112176"/>
                    <a:pt x="380412" y="124099"/>
                  </a:cubicBezTo>
                  <a:cubicBezTo>
                    <a:pt x="384539" y="136022"/>
                    <a:pt x="381635" y="150314"/>
                    <a:pt x="373228" y="159409"/>
                  </a:cubicBezTo>
                  <a:cubicBezTo>
                    <a:pt x="383316" y="159409"/>
                    <a:pt x="389889" y="171332"/>
                    <a:pt x="390195" y="181955"/>
                  </a:cubicBezTo>
                  <a:cubicBezTo>
                    <a:pt x="390501" y="192579"/>
                    <a:pt x="386984" y="202973"/>
                    <a:pt x="387137" y="213597"/>
                  </a:cubicBezTo>
                  <a:cubicBezTo>
                    <a:pt x="387214" y="219329"/>
                    <a:pt x="388437" y="225061"/>
                    <a:pt x="387673" y="230717"/>
                  </a:cubicBezTo>
                  <a:cubicBezTo>
                    <a:pt x="386909" y="236372"/>
                    <a:pt x="383316" y="242257"/>
                    <a:pt x="377966" y="242945"/>
                  </a:cubicBezTo>
                </a:path>
              </a:pathLst>
            </a:custGeom>
            <a:noFill/>
            <a:ln w="19102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fr-FR" sz="1800"/>
            </a:p>
          </p:txBody>
        </p:sp>
        <p:grpSp>
          <p:nvGrpSpPr>
            <p:cNvPr id="69" name="Graphique 9">
              <a:extLst>
                <a:ext uri="{FF2B5EF4-FFF2-40B4-BE49-F238E27FC236}">
                  <a16:creationId xmlns:a16="http://schemas.microsoft.com/office/drawing/2014/main" id="{81FC84B1-50F3-A414-6D33-B64128EF11DC}"/>
                </a:ext>
              </a:extLst>
            </p:cNvPr>
            <p:cNvGrpSpPr/>
            <p:nvPr/>
          </p:nvGrpSpPr>
          <p:grpSpPr>
            <a:xfrm>
              <a:off x="9016293" y="3825182"/>
              <a:ext cx="210024" cy="29949"/>
              <a:chOff x="9016293" y="3129971"/>
              <a:chExt cx="210024" cy="29949"/>
            </a:xfrm>
            <a:noFill/>
          </p:grpSpPr>
          <p:sp>
            <p:nvSpPr>
              <p:cNvPr id="70" name="Forme libre : forme 69">
                <a:extLst>
                  <a:ext uri="{FF2B5EF4-FFF2-40B4-BE49-F238E27FC236}">
                    <a16:creationId xmlns:a16="http://schemas.microsoft.com/office/drawing/2014/main" id="{0E9B13B7-719D-F7DD-8F6D-4F4E1F35767F}"/>
                  </a:ext>
                </a:extLst>
              </p:cNvPr>
              <p:cNvSpPr/>
              <p:nvPr/>
            </p:nvSpPr>
            <p:spPr>
              <a:xfrm>
                <a:off x="9179052" y="3136182"/>
                <a:ext cx="24599" cy="23739"/>
              </a:xfrm>
              <a:custGeom>
                <a:avLst/>
                <a:gdLst>
                  <a:gd name="connsiteX0" fmla="*/ 20593 w 24599"/>
                  <a:gd name="connsiteY0" fmla="*/ 20040 h 23739"/>
                  <a:gd name="connsiteX1" fmla="*/ 14554 w 24599"/>
                  <a:gd name="connsiteY1" fmla="*/ 23480 h 23739"/>
                  <a:gd name="connsiteX2" fmla="*/ 2555 w 24599"/>
                  <a:gd name="connsiteY2" fmla="*/ 19658 h 23739"/>
                  <a:gd name="connsiteX3" fmla="*/ 33 w 24599"/>
                  <a:gd name="connsiteY3" fmla="*/ 10181 h 23739"/>
                  <a:gd name="connsiteX4" fmla="*/ 22580 w 24599"/>
                  <a:gd name="connsiteY4" fmla="*/ 4908 h 23739"/>
                  <a:gd name="connsiteX5" fmla="*/ 20593 w 24599"/>
                  <a:gd name="connsiteY5" fmla="*/ 19964 h 23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4599" h="23739">
                    <a:moveTo>
                      <a:pt x="20593" y="20040"/>
                    </a:moveTo>
                    <a:cubicBezTo>
                      <a:pt x="19063" y="21569"/>
                      <a:pt x="17076" y="22869"/>
                      <a:pt x="14554" y="23480"/>
                    </a:cubicBezTo>
                    <a:cubicBezTo>
                      <a:pt x="10045" y="24473"/>
                      <a:pt x="4924" y="22486"/>
                      <a:pt x="2555" y="19658"/>
                    </a:cubicBezTo>
                    <a:cubicBezTo>
                      <a:pt x="186" y="16831"/>
                      <a:pt x="-120" y="13468"/>
                      <a:pt x="33" y="10181"/>
                    </a:cubicBezTo>
                    <a:cubicBezTo>
                      <a:pt x="415" y="1316"/>
                      <a:pt x="14707" y="-4722"/>
                      <a:pt x="22580" y="4908"/>
                    </a:cubicBezTo>
                    <a:cubicBezTo>
                      <a:pt x="26172" y="9341"/>
                      <a:pt x="24643" y="15990"/>
                      <a:pt x="20593" y="19964"/>
                    </a:cubicBezTo>
                    <a:close/>
                  </a:path>
                </a:pathLst>
              </a:custGeom>
              <a:noFill/>
              <a:ln w="19102" cap="rnd">
                <a:solidFill>
                  <a:schemeClr val="accent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fr-FR" sz="1800"/>
              </a:p>
            </p:txBody>
          </p:sp>
          <p:sp>
            <p:nvSpPr>
              <p:cNvPr id="71" name="Forme libre : forme 70">
                <a:extLst>
                  <a:ext uri="{FF2B5EF4-FFF2-40B4-BE49-F238E27FC236}">
                    <a16:creationId xmlns:a16="http://schemas.microsoft.com/office/drawing/2014/main" id="{594965D2-44F7-1EF2-4ED8-AD4E46981CD0}"/>
                  </a:ext>
                </a:extLst>
              </p:cNvPr>
              <p:cNvSpPr/>
              <p:nvPr/>
            </p:nvSpPr>
            <p:spPr>
              <a:xfrm>
                <a:off x="9034526" y="3136182"/>
                <a:ext cx="24599" cy="23739"/>
              </a:xfrm>
              <a:custGeom>
                <a:avLst/>
                <a:gdLst>
                  <a:gd name="connsiteX0" fmla="*/ 20592 w 24599"/>
                  <a:gd name="connsiteY0" fmla="*/ 20040 h 23739"/>
                  <a:gd name="connsiteX1" fmla="*/ 14554 w 24599"/>
                  <a:gd name="connsiteY1" fmla="*/ 23480 h 23739"/>
                  <a:gd name="connsiteX2" fmla="*/ 2555 w 24599"/>
                  <a:gd name="connsiteY2" fmla="*/ 19658 h 23739"/>
                  <a:gd name="connsiteX3" fmla="*/ 33 w 24599"/>
                  <a:gd name="connsiteY3" fmla="*/ 10181 h 23739"/>
                  <a:gd name="connsiteX4" fmla="*/ 22580 w 24599"/>
                  <a:gd name="connsiteY4" fmla="*/ 4908 h 23739"/>
                  <a:gd name="connsiteX5" fmla="*/ 20592 w 24599"/>
                  <a:gd name="connsiteY5" fmla="*/ 19964 h 23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4599" h="23739">
                    <a:moveTo>
                      <a:pt x="20592" y="20040"/>
                    </a:moveTo>
                    <a:cubicBezTo>
                      <a:pt x="19063" y="21569"/>
                      <a:pt x="17077" y="22869"/>
                      <a:pt x="14554" y="23480"/>
                    </a:cubicBezTo>
                    <a:cubicBezTo>
                      <a:pt x="10045" y="24473"/>
                      <a:pt x="4924" y="22486"/>
                      <a:pt x="2555" y="19658"/>
                    </a:cubicBezTo>
                    <a:cubicBezTo>
                      <a:pt x="186" y="16831"/>
                      <a:pt x="-119" y="13468"/>
                      <a:pt x="33" y="10181"/>
                    </a:cubicBezTo>
                    <a:cubicBezTo>
                      <a:pt x="415" y="1316"/>
                      <a:pt x="14707" y="-4722"/>
                      <a:pt x="22580" y="4908"/>
                    </a:cubicBezTo>
                    <a:cubicBezTo>
                      <a:pt x="26171" y="9341"/>
                      <a:pt x="24643" y="15990"/>
                      <a:pt x="20592" y="19964"/>
                    </a:cubicBezTo>
                    <a:close/>
                  </a:path>
                </a:pathLst>
              </a:custGeom>
              <a:noFill/>
              <a:ln w="19102" cap="rnd">
                <a:solidFill>
                  <a:schemeClr val="accent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fr-FR" sz="1800"/>
              </a:p>
            </p:txBody>
          </p:sp>
          <p:sp>
            <p:nvSpPr>
              <p:cNvPr id="72" name="Forme libre : forme 71">
                <a:extLst>
                  <a:ext uri="{FF2B5EF4-FFF2-40B4-BE49-F238E27FC236}">
                    <a16:creationId xmlns:a16="http://schemas.microsoft.com/office/drawing/2014/main" id="{5E1DF0BC-67D4-F9BD-DDA5-444289964BFF}"/>
                  </a:ext>
                </a:extLst>
              </p:cNvPr>
              <p:cNvSpPr/>
              <p:nvPr/>
            </p:nvSpPr>
            <p:spPr>
              <a:xfrm>
                <a:off x="9016293" y="3131224"/>
                <a:ext cx="47461" cy="7954"/>
              </a:xfrm>
              <a:custGeom>
                <a:avLst/>
                <a:gdLst>
                  <a:gd name="connsiteX0" fmla="*/ 0 w 47461"/>
                  <a:gd name="connsiteY0" fmla="*/ 1611 h 7954"/>
                  <a:gd name="connsiteX1" fmla="*/ 47462 w 47461"/>
                  <a:gd name="connsiteY1" fmla="*/ 7955 h 7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7461" h="7954">
                    <a:moveTo>
                      <a:pt x="0" y="1611"/>
                    </a:moveTo>
                    <a:cubicBezTo>
                      <a:pt x="15897" y="-1905"/>
                      <a:pt x="33017" y="388"/>
                      <a:pt x="47462" y="7955"/>
                    </a:cubicBezTo>
                  </a:path>
                </a:pathLst>
              </a:custGeom>
              <a:noFill/>
              <a:ln w="19102" cap="rnd">
                <a:solidFill>
                  <a:schemeClr val="accent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fr-FR" sz="1800"/>
              </a:p>
            </p:txBody>
          </p:sp>
          <p:sp>
            <p:nvSpPr>
              <p:cNvPr id="73" name="Forme libre : forme 72">
                <a:extLst>
                  <a:ext uri="{FF2B5EF4-FFF2-40B4-BE49-F238E27FC236}">
                    <a16:creationId xmlns:a16="http://schemas.microsoft.com/office/drawing/2014/main" id="{EFFA7E0F-47BD-0517-2D83-266F1C852782}"/>
                  </a:ext>
                </a:extLst>
              </p:cNvPr>
              <p:cNvSpPr/>
              <p:nvPr/>
            </p:nvSpPr>
            <p:spPr>
              <a:xfrm>
                <a:off x="9166397" y="3129971"/>
                <a:ext cx="59920" cy="10582"/>
              </a:xfrm>
              <a:custGeom>
                <a:avLst/>
                <a:gdLst>
                  <a:gd name="connsiteX0" fmla="*/ 0 w 59920"/>
                  <a:gd name="connsiteY0" fmla="*/ 10583 h 10582"/>
                  <a:gd name="connsiteX1" fmla="*/ 59920 w 59920"/>
                  <a:gd name="connsiteY1" fmla="*/ 1870 h 10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9920" h="10582">
                    <a:moveTo>
                      <a:pt x="0" y="10583"/>
                    </a:moveTo>
                    <a:cubicBezTo>
                      <a:pt x="18113" y="724"/>
                      <a:pt x="39743" y="-2410"/>
                      <a:pt x="59920" y="1870"/>
                    </a:cubicBezTo>
                  </a:path>
                </a:pathLst>
              </a:custGeom>
              <a:noFill/>
              <a:ln w="19102" cap="rnd">
                <a:solidFill>
                  <a:schemeClr val="accent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fr-FR" sz="1800"/>
              </a:p>
            </p:txBody>
          </p:sp>
        </p:grpSp>
      </p:grpSp>
      <p:sp>
        <p:nvSpPr>
          <p:cNvPr id="74" name="Espace réservé du texte 12">
            <a:extLst>
              <a:ext uri="{FF2B5EF4-FFF2-40B4-BE49-F238E27FC236}">
                <a16:creationId xmlns:a16="http://schemas.microsoft.com/office/drawing/2014/main" id="{E5F1D75B-18AF-2908-489D-520A7F9D99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098177" y="2170783"/>
            <a:ext cx="1419916" cy="612860"/>
          </a:xfrm>
        </p:spPr>
        <p:txBody>
          <a:bodyPr/>
          <a:lstStyle>
            <a:lvl1pPr>
              <a:spcAft>
                <a:spcPts val="600"/>
              </a:spcAft>
              <a:defRPr lang="fr-FR" sz="1200" kern="1200" smtClean="0">
                <a:solidFill>
                  <a:srgbClr val="0A0082"/>
                </a:solidFill>
                <a:latin typeface="+mn-lt"/>
                <a:ea typeface="+mn-ea"/>
                <a:cs typeface="+mn-cs"/>
              </a:defRPr>
            </a:lvl1pPr>
            <a:lvl2pPr marL="285750" indent="-285750">
              <a:spcBef>
                <a:spcPts val="500"/>
              </a:spcBef>
              <a:spcAft>
                <a:spcPts val="0"/>
              </a:spcAft>
              <a:buFontTx/>
              <a:buBlip>
                <a:blip r:embed="rId2"/>
              </a:buBlip>
              <a:defRPr sz="1400">
                <a:solidFill>
                  <a:srgbClr val="1D1E1C"/>
                </a:solidFill>
              </a:defRPr>
            </a:lvl2pPr>
            <a:lvl3pPr marL="446088" indent="-180975">
              <a:buFontTx/>
              <a:buBlip>
                <a:blip r:embed="rId3"/>
              </a:buBlip>
              <a:defRPr sz="1200"/>
            </a:lvl3pPr>
            <a:lvl4pPr marL="268288" indent="-268288">
              <a:spcBef>
                <a:spcPts val="1000"/>
              </a:spcBef>
              <a:buFontTx/>
              <a:buBlip>
                <a:blip r:embed="rId4"/>
              </a:buBlip>
              <a:tabLst/>
              <a:defRPr sz="1000" b="1">
                <a:solidFill>
                  <a:schemeClr val="accent1"/>
                </a:solidFill>
              </a:defRPr>
            </a:lvl4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5" name="Espace réservé du texte 12">
            <a:extLst>
              <a:ext uri="{FF2B5EF4-FFF2-40B4-BE49-F238E27FC236}">
                <a16:creationId xmlns:a16="http://schemas.microsoft.com/office/drawing/2014/main" id="{4354169B-8E32-16B4-4B17-4AD22443D01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25574" y="2008002"/>
            <a:ext cx="1419916" cy="612860"/>
          </a:xfrm>
        </p:spPr>
        <p:txBody>
          <a:bodyPr/>
          <a:lstStyle>
            <a:lvl1pPr>
              <a:spcAft>
                <a:spcPts val="600"/>
              </a:spcAft>
              <a:defRPr lang="fr-FR" sz="1200" kern="1200" smtClean="0">
                <a:solidFill>
                  <a:srgbClr val="0A0082"/>
                </a:solidFill>
                <a:latin typeface="+mn-lt"/>
                <a:ea typeface="+mn-ea"/>
                <a:cs typeface="+mn-cs"/>
              </a:defRPr>
            </a:lvl1pPr>
            <a:lvl2pPr marL="285750" indent="-285750">
              <a:spcBef>
                <a:spcPts val="500"/>
              </a:spcBef>
              <a:spcAft>
                <a:spcPts val="0"/>
              </a:spcAft>
              <a:buFontTx/>
              <a:buBlip>
                <a:blip r:embed="rId2"/>
              </a:buBlip>
              <a:defRPr sz="1400">
                <a:solidFill>
                  <a:srgbClr val="1D1E1C"/>
                </a:solidFill>
              </a:defRPr>
            </a:lvl2pPr>
            <a:lvl3pPr marL="446088" indent="-180975">
              <a:buFontTx/>
              <a:buBlip>
                <a:blip r:embed="rId3"/>
              </a:buBlip>
              <a:defRPr sz="1200"/>
            </a:lvl3pPr>
            <a:lvl4pPr marL="268288" indent="-268288">
              <a:spcBef>
                <a:spcPts val="1000"/>
              </a:spcBef>
              <a:buFontTx/>
              <a:buBlip>
                <a:blip r:embed="rId4"/>
              </a:buBlip>
              <a:tabLst/>
              <a:defRPr sz="1000" b="1">
                <a:solidFill>
                  <a:schemeClr val="accent1"/>
                </a:solidFill>
              </a:defRPr>
            </a:lvl4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6" name="Espace réservé du texte 12">
            <a:extLst>
              <a:ext uri="{FF2B5EF4-FFF2-40B4-BE49-F238E27FC236}">
                <a16:creationId xmlns:a16="http://schemas.microsoft.com/office/drawing/2014/main" id="{15611CB3-B476-7509-2FA5-E9352CF4A50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078831" y="2583315"/>
            <a:ext cx="1419916" cy="612860"/>
          </a:xfrm>
        </p:spPr>
        <p:txBody>
          <a:bodyPr/>
          <a:lstStyle>
            <a:lvl1pPr>
              <a:spcAft>
                <a:spcPts val="600"/>
              </a:spcAft>
              <a:defRPr lang="fr-FR" sz="1200" kern="1200" smtClean="0">
                <a:solidFill>
                  <a:srgbClr val="0A0082"/>
                </a:solidFill>
                <a:latin typeface="+mn-lt"/>
                <a:ea typeface="+mn-ea"/>
                <a:cs typeface="+mn-cs"/>
              </a:defRPr>
            </a:lvl1pPr>
            <a:lvl2pPr marL="285750" indent="-285750">
              <a:spcBef>
                <a:spcPts val="500"/>
              </a:spcBef>
              <a:spcAft>
                <a:spcPts val="0"/>
              </a:spcAft>
              <a:buFontTx/>
              <a:buBlip>
                <a:blip r:embed="rId2"/>
              </a:buBlip>
              <a:defRPr sz="1400">
                <a:solidFill>
                  <a:srgbClr val="1D1E1C"/>
                </a:solidFill>
              </a:defRPr>
            </a:lvl2pPr>
            <a:lvl3pPr marL="446088" indent="-180975">
              <a:buFontTx/>
              <a:buBlip>
                <a:blip r:embed="rId3"/>
              </a:buBlip>
              <a:defRPr sz="1200"/>
            </a:lvl3pPr>
            <a:lvl4pPr marL="268288" indent="-268288">
              <a:spcBef>
                <a:spcPts val="1000"/>
              </a:spcBef>
              <a:buFontTx/>
              <a:buBlip>
                <a:blip r:embed="rId4"/>
              </a:buBlip>
              <a:tabLst/>
              <a:defRPr sz="1000" b="1">
                <a:solidFill>
                  <a:schemeClr val="accent1"/>
                </a:solidFill>
              </a:defRPr>
            </a:lvl4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4185406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  <p:bldP spid="13" grpId="0" animBg="1"/>
      <p:bldP spid="17" grpId="0" animBg="1"/>
    </p:bldLst>
  </p:timing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87D5C8-1478-352B-4C27-9C42DB1B5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846" y="832016"/>
            <a:ext cx="11080953" cy="480131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F5B66E0-426A-AD0B-7059-33D3C4840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LIGNE 11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6CF3D5-FC32-62A1-5C2F-17B313F6C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239B1-6AFD-4201-AD39-5EBE6686CE2D}" type="slidenum">
              <a:rPr lang="fr-FR" smtClean="0"/>
              <a:t>‹N°›</a:t>
            </a:fld>
            <a:endParaRPr lang="fr-FR"/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98371161-8677-289A-952A-EFF53B97A41D}"/>
              </a:ext>
            </a:extLst>
          </p:cNvPr>
          <p:cNvSpPr/>
          <p:nvPr userDrawn="1"/>
        </p:nvSpPr>
        <p:spPr>
          <a:xfrm>
            <a:off x="353256" y="1366909"/>
            <a:ext cx="3392404" cy="45719"/>
          </a:xfrm>
          <a:custGeom>
            <a:avLst/>
            <a:gdLst>
              <a:gd name="connsiteX0" fmla="*/ 0 w 951166"/>
              <a:gd name="connsiteY0" fmla="*/ 50656 h 50655"/>
              <a:gd name="connsiteX1" fmla="*/ 951166 w 951166"/>
              <a:gd name="connsiteY1" fmla="*/ 5885 h 50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1166" h="50655">
                <a:moveTo>
                  <a:pt x="0" y="50656"/>
                </a:moveTo>
                <a:cubicBezTo>
                  <a:pt x="303020" y="17097"/>
                  <a:pt x="583465" y="-13112"/>
                  <a:pt x="951166" y="5885"/>
                </a:cubicBezTo>
              </a:path>
            </a:pathLst>
          </a:custGeom>
          <a:noFill/>
          <a:ln w="44450" cap="rnd">
            <a:solidFill>
              <a:srgbClr val="00AA91"/>
            </a:solidFill>
            <a:prstDash val="solid"/>
            <a:round/>
          </a:ln>
        </p:spPr>
        <p:txBody>
          <a:bodyPr rtlCol="0" anchor="ctr"/>
          <a:lstStyle/>
          <a:p>
            <a:endParaRPr lang="fr-FR" sz="1800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A8D3CBAC-9A86-397C-7661-91F70D16FC0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2845" y="156355"/>
            <a:ext cx="11080955" cy="230832"/>
          </a:xfrm>
        </p:spPr>
        <p:txBody>
          <a:bodyPr wrap="square">
            <a:spAutoFit/>
          </a:bodyPr>
          <a:lstStyle>
            <a:lvl1pPr>
              <a:defRPr sz="1000" b="1" cap="all" baseline="0">
                <a:solidFill>
                  <a:srgbClr val="0A0082"/>
                </a:solidFill>
                <a:latin typeface="+mj-lt"/>
              </a:defRPr>
            </a:lvl1pPr>
          </a:lstStyle>
          <a:p>
            <a:pPr lvl="0"/>
            <a:r>
              <a:rPr lang="fr-FR"/>
              <a:t>00. nom de la partie</a:t>
            </a:r>
          </a:p>
        </p:txBody>
      </p:sp>
      <p:cxnSp>
        <p:nvCxnSpPr>
          <p:cNvPr id="12" name="Google Shape;506;g15d7a6ab812_1_11">
            <a:extLst>
              <a:ext uri="{FF2B5EF4-FFF2-40B4-BE49-F238E27FC236}">
                <a16:creationId xmlns:a16="http://schemas.microsoft.com/office/drawing/2014/main" id="{257AFC86-FADA-7CF8-18D9-74909B69DB66}"/>
              </a:ext>
            </a:extLst>
          </p:cNvPr>
          <p:cNvCxnSpPr/>
          <p:nvPr userDrawn="1"/>
        </p:nvCxnSpPr>
        <p:spPr>
          <a:xfrm rot="10800000" flipH="1">
            <a:off x="158400" y="6268100"/>
            <a:ext cx="11875200" cy="21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4" name="Espace réservé du texte 12">
            <a:extLst>
              <a:ext uri="{FF2B5EF4-FFF2-40B4-BE49-F238E27FC236}">
                <a16:creationId xmlns:a16="http://schemas.microsoft.com/office/drawing/2014/main" id="{886D40ED-3210-13B5-B886-BE405774828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72844" y="2672252"/>
            <a:ext cx="4040256" cy="1422954"/>
          </a:xfrm>
        </p:spPr>
        <p:txBody>
          <a:bodyPr/>
          <a:lstStyle>
            <a:lvl1pPr>
              <a:spcAft>
                <a:spcPts val="600"/>
              </a:spcAft>
              <a:defRPr lang="fr-FR" sz="1800" kern="1200" smtClean="0">
                <a:solidFill>
                  <a:srgbClr val="0A0082"/>
                </a:solidFill>
                <a:latin typeface="+mn-lt"/>
                <a:ea typeface="+mn-ea"/>
                <a:cs typeface="+mn-cs"/>
              </a:defRPr>
            </a:lvl1pPr>
            <a:lvl2pPr marL="285750" indent="-285750">
              <a:spcBef>
                <a:spcPts val="500"/>
              </a:spcBef>
              <a:spcAft>
                <a:spcPts val="0"/>
              </a:spcAft>
              <a:buFontTx/>
              <a:buBlip>
                <a:blip r:embed="rId2"/>
              </a:buBlip>
              <a:defRPr sz="1400">
                <a:solidFill>
                  <a:srgbClr val="1D1E1C"/>
                </a:solidFill>
              </a:defRPr>
            </a:lvl2pPr>
            <a:lvl3pPr marL="446088" indent="-180975">
              <a:buFontTx/>
              <a:buBlip>
                <a:blip r:embed="rId3"/>
              </a:buBlip>
              <a:defRPr sz="1200"/>
            </a:lvl3pPr>
            <a:lvl4pPr marL="268288" indent="-268288">
              <a:spcBef>
                <a:spcPts val="1000"/>
              </a:spcBef>
              <a:buFontTx/>
              <a:buBlip>
                <a:blip r:embed="rId4"/>
              </a:buBlip>
              <a:tabLst/>
              <a:defRPr sz="1000" b="1">
                <a:solidFill>
                  <a:schemeClr val="accent1"/>
                </a:solidFill>
              </a:defRPr>
            </a:lvl4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D291955F-D98B-934B-26D5-F60F00BC3294}"/>
              </a:ext>
            </a:extLst>
          </p:cNvPr>
          <p:cNvGrpSpPr/>
          <p:nvPr userDrawn="1"/>
        </p:nvGrpSpPr>
        <p:grpSpPr>
          <a:xfrm>
            <a:off x="11534657" y="6393822"/>
            <a:ext cx="542764" cy="356672"/>
            <a:chOff x="11534656" y="6393822"/>
            <a:chExt cx="542765" cy="356672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1F138F9-BBCB-17EA-8390-4385A8711EFF}"/>
                </a:ext>
              </a:extLst>
            </p:cNvPr>
            <p:cNvSpPr/>
            <p:nvPr userDrawn="1"/>
          </p:nvSpPr>
          <p:spPr>
            <a:xfrm>
              <a:off x="11534656" y="6393822"/>
              <a:ext cx="542765" cy="35667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800"/>
            </a:p>
          </p:txBody>
        </p:sp>
        <p:pic>
          <p:nvPicPr>
            <p:cNvPr id="16" name="Graphique 15">
              <a:extLst>
                <a:ext uri="{FF2B5EF4-FFF2-40B4-BE49-F238E27FC236}">
                  <a16:creationId xmlns:a16="http://schemas.microsoft.com/office/drawing/2014/main" id="{11C3B6FC-ACA2-3FAA-08EA-688FC4C00F9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1609535" y="6471049"/>
              <a:ext cx="389585" cy="201286"/>
            </a:xfrm>
            <a:prstGeom prst="rect">
              <a:avLst/>
            </a:prstGeom>
          </p:spPr>
        </p:pic>
      </p:grpSp>
      <p:grpSp>
        <p:nvGrpSpPr>
          <p:cNvPr id="4" name="Group 55">
            <a:extLst>
              <a:ext uri="{FF2B5EF4-FFF2-40B4-BE49-F238E27FC236}">
                <a16:creationId xmlns:a16="http://schemas.microsoft.com/office/drawing/2014/main" id="{444C7D33-5682-41AD-FA42-FCE62CD8153A}"/>
              </a:ext>
            </a:extLst>
          </p:cNvPr>
          <p:cNvGrpSpPr/>
          <p:nvPr userDrawn="1"/>
        </p:nvGrpSpPr>
        <p:grpSpPr>
          <a:xfrm>
            <a:off x="5486498" y="1334145"/>
            <a:ext cx="4776212" cy="4687243"/>
            <a:chOff x="6260808" y="2071688"/>
            <a:chExt cx="2217600" cy="2176291"/>
          </a:xfrm>
          <a:solidFill>
            <a:schemeClr val="bg2"/>
          </a:solidFill>
          <a:effectLst/>
        </p:grpSpPr>
        <p:sp>
          <p:nvSpPr>
            <p:cNvPr id="9" name="A4_Nord-Pas-de-Calais-Picardie">
              <a:extLst>
                <a:ext uri="{FF2B5EF4-FFF2-40B4-BE49-F238E27FC236}">
                  <a16:creationId xmlns:a16="http://schemas.microsoft.com/office/drawing/2014/main" id="{F719D01F-58B4-AB37-7546-B69995D16B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315705" y="2071688"/>
              <a:ext cx="484124" cy="590420"/>
            </a:xfrm>
            <a:custGeom>
              <a:avLst/>
              <a:gdLst/>
              <a:ahLst/>
              <a:cxnLst>
                <a:cxn ang="0">
                  <a:pos x="220" y="32"/>
                </a:cxn>
                <a:cxn ang="0">
                  <a:pos x="67" y="112"/>
                </a:cxn>
                <a:cxn ang="0">
                  <a:pos x="51" y="238"/>
                </a:cxn>
                <a:cxn ang="0">
                  <a:pos x="39" y="406"/>
                </a:cxn>
                <a:cxn ang="0">
                  <a:pos x="0" y="520"/>
                </a:cxn>
                <a:cxn ang="0">
                  <a:pos x="35" y="563"/>
                </a:cxn>
                <a:cxn ang="0">
                  <a:pos x="98" y="626"/>
                </a:cxn>
                <a:cxn ang="0">
                  <a:pos x="128" y="701"/>
                </a:cxn>
                <a:cxn ang="0">
                  <a:pos x="102" y="723"/>
                </a:cxn>
                <a:cxn ang="0">
                  <a:pos x="114" y="731"/>
                </a:cxn>
                <a:cxn ang="0">
                  <a:pos x="120" y="737"/>
                </a:cxn>
                <a:cxn ang="0">
                  <a:pos x="120" y="741"/>
                </a:cxn>
                <a:cxn ang="0">
                  <a:pos x="100" y="756"/>
                </a:cxn>
                <a:cxn ang="0">
                  <a:pos x="102" y="778"/>
                </a:cxn>
                <a:cxn ang="0">
                  <a:pos x="110" y="814"/>
                </a:cxn>
                <a:cxn ang="0">
                  <a:pos x="130" y="843"/>
                </a:cxn>
                <a:cxn ang="0">
                  <a:pos x="108" y="877"/>
                </a:cxn>
                <a:cxn ang="0">
                  <a:pos x="106" y="957"/>
                </a:cxn>
                <a:cxn ang="0">
                  <a:pos x="100" y="975"/>
                </a:cxn>
                <a:cxn ang="0">
                  <a:pos x="100" y="975"/>
                </a:cxn>
                <a:cxn ang="0">
                  <a:pos x="100" y="975"/>
                </a:cxn>
                <a:cxn ang="0">
                  <a:pos x="104" y="981"/>
                </a:cxn>
                <a:cxn ang="0">
                  <a:pos x="114" y="987"/>
                </a:cxn>
                <a:cxn ang="0">
                  <a:pos x="139" y="1001"/>
                </a:cxn>
                <a:cxn ang="0">
                  <a:pos x="226" y="1003"/>
                </a:cxn>
                <a:cxn ang="0">
                  <a:pos x="390" y="1048"/>
                </a:cxn>
                <a:cxn ang="0">
                  <a:pos x="531" y="1058"/>
                </a:cxn>
                <a:cxn ang="0">
                  <a:pos x="583" y="1046"/>
                </a:cxn>
                <a:cxn ang="0">
                  <a:pos x="602" y="1068"/>
                </a:cxn>
                <a:cxn ang="0">
                  <a:pos x="598" y="1087"/>
                </a:cxn>
                <a:cxn ang="0">
                  <a:pos x="630" y="1123"/>
                </a:cxn>
                <a:cxn ang="0">
                  <a:pos x="722" y="1150"/>
                </a:cxn>
                <a:cxn ang="0">
                  <a:pos x="748" y="1038"/>
                </a:cxn>
                <a:cxn ang="0">
                  <a:pos x="762" y="944"/>
                </a:cxn>
                <a:cxn ang="0">
                  <a:pos x="900" y="892"/>
                </a:cxn>
                <a:cxn ang="0">
                  <a:pos x="874" y="867"/>
                </a:cxn>
                <a:cxn ang="0">
                  <a:pos x="874" y="867"/>
                </a:cxn>
                <a:cxn ang="0">
                  <a:pos x="874" y="867"/>
                </a:cxn>
                <a:cxn ang="0">
                  <a:pos x="874" y="867"/>
                </a:cxn>
                <a:cxn ang="0">
                  <a:pos x="870" y="863"/>
                </a:cxn>
                <a:cxn ang="0">
                  <a:pos x="876" y="849"/>
                </a:cxn>
                <a:cxn ang="0">
                  <a:pos x="894" y="819"/>
                </a:cxn>
                <a:cxn ang="0">
                  <a:pos x="886" y="784"/>
                </a:cxn>
                <a:cxn ang="0">
                  <a:pos x="925" y="725"/>
                </a:cxn>
                <a:cxn ang="0">
                  <a:pos x="959" y="699"/>
                </a:cxn>
                <a:cxn ang="0">
                  <a:pos x="951" y="686"/>
                </a:cxn>
                <a:cxn ang="0">
                  <a:pos x="949" y="599"/>
                </a:cxn>
                <a:cxn ang="0">
                  <a:pos x="953" y="502"/>
                </a:cxn>
                <a:cxn ang="0">
                  <a:pos x="939" y="410"/>
                </a:cxn>
                <a:cxn ang="0">
                  <a:pos x="813" y="382"/>
                </a:cxn>
                <a:cxn ang="0">
                  <a:pos x="732" y="299"/>
                </a:cxn>
                <a:cxn ang="0">
                  <a:pos x="602" y="185"/>
                </a:cxn>
                <a:cxn ang="0">
                  <a:pos x="504" y="205"/>
                </a:cxn>
                <a:cxn ang="0">
                  <a:pos x="407" y="49"/>
                </a:cxn>
              </a:cxnLst>
              <a:rect l="0" t="0" r="r" b="b"/>
              <a:pathLst>
                <a:path w="961" h="1172">
                  <a:moveTo>
                    <a:pt x="370" y="0"/>
                  </a:moveTo>
                  <a:lnTo>
                    <a:pt x="356" y="0"/>
                  </a:lnTo>
                  <a:lnTo>
                    <a:pt x="281" y="18"/>
                  </a:lnTo>
                  <a:lnTo>
                    <a:pt x="234" y="30"/>
                  </a:lnTo>
                  <a:lnTo>
                    <a:pt x="220" y="32"/>
                  </a:lnTo>
                  <a:lnTo>
                    <a:pt x="193" y="37"/>
                  </a:lnTo>
                  <a:lnTo>
                    <a:pt x="155" y="41"/>
                  </a:lnTo>
                  <a:lnTo>
                    <a:pt x="106" y="75"/>
                  </a:lnTo>
                  <a:lnTo>
                    <a:pt x="92" y="93"/>
                  </a:lnTo>
                  <a:lnTo>
                    <a:pt x="67" y="112"/>
                  </a:lnTo>
                  <a:lnTo>
                    <a:pt x="51" y="122"/>
                  </a:lnTo>
                  <a:lnTo>
                    <a:pt x="47" y="152"/>
                  </a:lnTo>
                  <a:lnTo>
                    <a:pt x="63" y="167"/>
                  </a:lnTo>
                  <a:lnTo>
                    <a:pt x="47" y="193"/>
                  </a:lnTo>
                  <a:lnTo>
                    <a:pt x="51" y="238"/>
                  </a:lnTo>
                  <a:lnTo>
                    <a:pt x="51" y="301"/>
                  </a:lnTo>
                  <a:lnTo>
                    <a:pt x="47" y="345"/>
                  </a:lnTo>
                  <a:lnTo>
                    <a:pt x="51" y="368"/>
                  </a:lnTo>
                  <a:lnTo>
                    <a:pt x="51" y="370"/>
                  </a:lnTo>
                  <a:lnTo>
                    <a:pt x="39" y="406"/>
                  </a:lnTo>
                  <a:lnTo>
                    <a:pt x="39" y="431"/>
                  </a:lnTo>
                  <a:lnTo>
                    <a:pt x="67" y="457"/>
                  </a:lnTo>
                  <a:lnTo>
                    <a:pt x="25" y="469"/>
                  </a:lnTo>
                  <a:lnTo>
                    <a:pt x="10" y="494"/>
                  </a:lnTo>
                  <a:lnTo>
                    <a:pt x="0" y="520"/>
                  </a:lnTo>
                  <a:lnTo>
                    <a:pt x="13" y="532"/>
                  </a:lnTo>
                  <a:lnTo>
                    <a:pt x="29" y="542"/>
                  </a:lnTo>
                  <a:lnTo>
                    <a:pt x="2" y="546"/>
                  </a:lnTo>
                  <a:lnTo>
                    <a:pt x="19" y="561"/>
                  </a:lnTo>
                  <a:lnTo>
                    <a:pt x="35" y="563"/>
                  </a:lnTo>
                  <a:lnTo>
                    <a:pt x="47" y="579"/>
                  </a:lnTo>
                  <a:lnTo>
                    <a:pt x="61" y="595"/>
                  </a:lnTo>
                  <a:lnTo>
                    <a:pt x="71" y="607"/>
                  </a:lnTo>
                  <a:lnTo>
                    <a:pt x="86" y="613"/>
                  </a:lnTo>
                  <a:lnTo>
                    <a:pt x="98" y="626"/>
                  </a:lnTo>
                  <a:lnTo>
                    <a:pt x="100" y="638"/>
                  </a:lnTo>
                  <a:lnTo>
                    <a:pt x="102" y="660"/>
                  </a:lnTo>
                  <a:lnTo>
                    <a:pt x="110" y="674"/>
                  </a:lnTo>
                  <a:lnTo>
                    <a:pt x="116" y="691"/>
                  </a:lnTo>
                  <a:lnTo>
                    <a:pt x="128" y="701"/>
                  </a:lnTo>
                  <a:lnTo>
                    <a:pt x="126" y="699"/>
                  </a:lnTo>
                  <a:lnTo>
                    <a:pt x="124" y="701"/>
                  </a:lnTo>
                  <a:lnTo>
                    <a:pt x="112" y="707"/>
                  </a:lnTo>
                  <a:lnTo>
                    <a:pt x="102" y="715"/>
                  </a:lnTo>
                  <a:lnTo>
                    <a:pt x="102" y="723"/>
                  </a:lnTo>
                  <a:lnTo>
                    <a:pt x="96" y="733"/>
                  </a:lnTo>
                  <a:lnTo>
                    <a:pt x="100" y="743"/>
                  </a:lnTo>
                  <a:lnTo>
                    <a:pt x="106" y="741"/>
                  </a:lnTo>
                  <a:lnTo>
                    <a:pt x="108" y="735"/>
                  </a:lnTo>
                  <a:lnTo>
                    <a:pt x="114" y="731"/>
                  </a:lnTo>
                  <a:lnTo>
                    <a:pt x="120" y="737"/>
                  </a:lnTo>
                  <a:lnTo>
                    <a:pt x="120" y="737"/>
                  </a:lnTo>
                  <a:lnTo>
                    <a:pt x="120" y="737"/>
                  </a:lnTo>
                  <a:lnTo>
                    <a:pt x="120" y="737"/>
                  </a:lnTo>
                  <a:lnTo>
                    <a:pt x="120" y="737"/>
                  </a:lnTo>
                  <a:lnTo>
                    <a:pt x="120" y="737"/>
                  </a:lnTo>
                  <a:lnTo>
                    <a:pt x="120" y="737"/>
                  </a:lnTo>
                  <a:lnTo>
                    <a:pt x="120" y="737"/>
                  </a:lnTo>
                  <a:lnTo>
                    <a:pt x="120" y="737"/>
                  </a:lnTo>
                  <a:lnTo>
                    <a:pt x="120" y="741"/>
                  </a:lnTo>
                  <a:lnTo>
                    <a:pt x="118" y="745"/>
                  </a:lnTo>
                  <a:lnTo>
                    <a:pt x="116" y="747"/>
                  </a:lnTo>
                  <a:lnTo>
                    <a:pt x="116" y="747"/>
                  </a:lnTo>
                  <a:lnTo>
                    <a:pt x="110" y="749"/>
                  </a:lnTo>
                  <a:lnTo>
                    <a:pt x="100" y="756"/>
                  </a:lnTo>
                  <a:lnTo>
                    <a:pt x="100" y="756"/>
                  </a:lnTo>
                  <a:lnTo>
                    <a:pt x="102" y="758"/>
                  </a:lnTo>
                  <a:lnTo>
                    <a:pt x="110" y="762"/>
                  </a:lnTo>
                  <a:lnTo>
                    <a:pt x="110" y="772"/>
                  </a:lnTo>
                  <a:lnTo>
                    <a:pt x="102" y="778"/>
                  </a:lnTo>
                  <a:lnTo>
                    <a:pt x="98" y="784"/>
                  </a:lnTo>
                  <a:lnTo>
                    <a:pt x="104" y="788"/>
                  </a:lnTo>
                  <a:lnTo>
                    <a:pt x="110" y="798"/>
                  </a:lnTo>
                  <a:lnTo>
                    <a:pt x="106" y="802"/>
                  </a:lnTo>
                  <a:lnTo>
                    <a:pt x="110" y="814"/>
                  </a:lnTo>
                  <a:lnTo>
                    <a:pt x="114" y="818"/>
                  </a:lnTo>
                  <a:lnTo>
                    <a:pt x="114" y="825"/>
                  </a:lnTo>
                  <a:lnTo>
                    <a:pt x="118" y="831"/>
                  </a:lnTo>
                  <a:lnTo>
                    <a:pt x="130" y="831"/>
                  </a:lnTo>
                  <a:lnTo>
                    <a:pt x="130" y="843"/>
                  </a:lnTo>
                  <a:lnTo>
                    <a:pt x="126" y="851"/>
                  </a:lnTo>
                  <a:lnTo>
                    <a:pt x="118" y="855"/>
                  </a:lnTo>
                  <a:lnTo>
                    <a:pt x="112" y="865"/>
                  </a:lnTo>
                  <a:lnTo>
                    <a:pt x="108" y="869"/>
                  </a:lnTo>
                  <a:lnTo>
                    <a:pt x="108" y="877"/>
                  </a:lnTo>
                  <a:lnTo>
                    <a:pt x="104" y="886"/>
                  </a:lnTo>
                  <a:lnTo>
                    <a:pt x="108" y="898"/>
                  </a:lnTo>
                  <a:lnTo>
                    <a:pt x="126" y="904"/>
                  </a:lnTo>
                  <a:lnTo>
                    <a:pt x="114" y="946"/>
                  </a:lnTo>
                  <a:lnTo>
                    <a:pt x="106" y="957"/>
                  </a:lnTo>
                  <a:lnTo>
                    <a:pt x="106" y="957"/>
                  </a:lnTo>
                  <a:lnTo>
                    <a:pt x="104" y="963"/>
                  </a:lnTo>
                  <a:lnTo>
                    <a:pt x="100" y="969"/>
                  </a:lnTo>
                  <a:lnTo>
                    <a:pt x="100" y="975"/>
                  </a:lnTo>
                  <a:lnTo>
                    <a:pt x="100" y="975"/>
                  </a:lnTo>
                  <a:lnTo>
                    <a:pt x="100" y="975"/>
                  </a:lnTo>
                  <a:lnTo>
                    <a:pt x="100" y="975"/>
                  </a:lnTo>
                  <a:lnTo>
                    <a:pt x="100" y="975"/>
                  </a:lnTo>
                  <a:lnTo>
                    <a:pt x="100" y="975"/>
                  </a:lnTo>
                  <a:lnTo>
                    <a:pt x="100" y="975"/>
                  </a:lnTo>
                  <a:lnTo>
                    <a:pt x="100" y="975"/>
                  </a:lnTo>
                  <a:lnTo>
                    <a:pt x="100" y="975"/>
                  </a:lnTo>
                  <a:lnTo>
                    <a:pt x="100" y="975"/>
                  </a:lnTo>
                  <a:lnTo>
                    <a:pt x="100" y="975"/>
                  </a:lnTo>
                  <a:lnTo>
                    <a:pt x="100" y="975"/>
                  </a:lnTo>
                  <a:lnTo>
                    <a:pt x="100" y="975"/>
                  </a:lnTo>
                  <a:lnTo>
                    <a:pt x="100" y="975"/>
                  </a:lnTo>
                  <a:lnTo>
                    <a:pt x="100" y="975"/>
                  </a:lnTo>
                  <a:lnTo>
                    <a:pt x="100" y="975"/>
                  </a:lnTo>
                  <a:lnTo>
                    <a:pt x="104" y="981"/>
                  </a:lnTo>
                  <a:lnTo>
                    <a:pt x="104" y="981"/>
                  </a:lnTo>
                  <a:lnTo>
                    <a:pt x="104" y="981"/>
                  </a:lnTo>
                  <a:lnTo>
                    <a:pt x="104" y="981"/>
                  </a:lnTo>
                  <a:lnTo>
                    <a:pt x="104" y="981"/>
                  </a:lnTo>
                  <a:lnTo>
                    <a:pt x="114" y="987"/>
                  </a:lnTo>
                  <a:lnTo>
                    <a:pt x="124" y="995"/>
                  </a:lnTo>
                  <a:lnTo>
                    <a:pt x="139" y="1001"/>
                  </a:lnTo>
                  <a:lnTo>
                    <a:pt x="139" y="1001"/>
                  </a:lnTo>
                  <a:lnTo>
                    <a:pt x="139" y="1001"/>
                  </a:lnTo>
                  <a:lnTo>
                    <a:pt x="139" y="1001"/>
                  </a:lnTo>
                  <a:lnTo>
                    <a:pt x="139" y="1001"/>
                  </a:lnTo>
                  <a:lnTo>
                    <a:pt x="139" y="1001"/>
                  </a:lnTo>
                  <a:lnTo>
                    <a:pt x="139" y="1001"/>
                  </a:lnTo>
                  <a:lnTo>
                    <a:pt x="181" y="1009"/>
                  </a:lnTo>
                  <a:lnTo>
                    <a:pt x="226" y="1003"/>
                  </a:lnTo>
                  <a:lnTo>
                    <a:pt x="266" y="1003"/>
                  </a:lnTo>
                  <a:lnTo>
                    <a:pt x="305" y="1020"/>
                  </a:lnTo>
                  <a:lnTo>
                    <a:pt x="327" y="1015"/>
                  </a:lnTo>
                  <a:lnTo>
                    <a:pt x="364" y="1022"/>
                  </a:lnTo>
                  <a:lnTo>
                    <a:pt x="390" y="1048"/>
                  </a:lnTo>
                  <a:lnTo>
                    <a:pt x="398" y="1048"/>
                  </a:lnTo>
                  <a:lnTo>
                    <a:pt x="419" y="1040"/>
                  </a:lnTo>
                  <a:lnTo>
                    <a:pt x="441" y="1048"/>
                  </a:lnTo>
                  <a:lnTo>
                    <a:pt x="476" y="1044"/>
                  </a:lnTo>
                  <a:lnTo>
                    <a:pt x="531" y="1058"/>
                  </a:lnTo>
                  <a:lnTo>
                    <a:pt x="573" y="1050"/>
                  </a:lnTo>
                  <a:lnTo>
                    <a:pt x="581" y="1042"/>
                  </a:lnTo>
                  <a:lnTo>
                    <a:pt x="581" y="1042"/>
                  </a:lnTo>
                  <a:lnTo>
                    <a:pt x="583" y="1046"/>
                  </a:lnTo>
                  <a:lnTo>
                    <a:pt x="583" y="1046"/>
                  </a:lnTo>
                  <a:lnTo>
                    <a:pt x="593" y="1052"/>
                  </a:lnTo>
                  <a:lnTo>
                    <a:pt x="600" y="1060"/>
                  </a:lnTo>
                  <a:lnTo>
                    <a:pt x="602" y="1064"/>
                  </a:lnTo>
                  <a:lnTo>
                    <a:pt x="602" y="1068"/>
                  </a:lnTo>
                  <a:lnTo>
                    <a:pt x="602" y="1068"/>
                  </a:lnTo>
                  <a:lnTo>
                    <a:pt x="602" y="1068"/>
                  </a:lnTo>
                  <a:lnTo>
                    <a:pt x="602" y="1068"/>
                  </a:lnTo>
                  <a:lnTo>
                    <a:pt x="602" y="1074"/>
                  </a:lnTo>
                  <a:lnTo>
                    <a:pt x="600" y="1078"/>
                  </a:lnTo>
                  <a:lnTo>
                    <a:pt x="598" y="1087"/>
                  </a:lnTo>
                  <a:lnTo>
                    <a:pt x="598" y="1087"/>
                  </a:lnTo>
                  <a:lnTo>
                    <a:pt x="600" y="1093"/>
                  </a:lnTo>
                  <a:lnTo>
                    <a:pt x="604" y="1101"/>
                  </a:lnTo>
                  <a:lnTo>
                    <a:pt x="604" y="1101"/>
                  </a:lnTo>
                  <a:lnTo>
                    <a:pt x="630" y="1123"/>
                  </a:lnTo>
                  <a:lnTo>
                    <a:pt x="644" y="1133"/>
                  </a:lnTo>
                  <a:lnTo>
                    <a:pt x="667" y="1145"/>
                  </a:lnTo>
                  <a:lnTo>
                    <a:pt x="687" y="1172"/>
                  </a:lnTo>
                  <a:lnTo>
                    <a:pt x="697" y="1168"/>
                  </a:lnTo>
                  <a:lnTo>
                    <a:pt x="722" y="1150"/>
                  </a:lnTo>
                  <a:lnTo>
                    <a:pt x="732" y="1127"/>
                  </a:lnTo>
                  <a:lnTo>
                    <a:pt x="758" y="1097"/>
                  </a:lnTo>
                  <a:lnTo>
                    <a:pt x="762" y="1078"/>
                  </a:lnTo>
                  <a:lnTo>
                    <a:pt x="748" y="1066"/>
                  </a:lnTo>
                  <a:lnTo>
                    <a:pt x="748" y="1038"/>
                  </a:lnTo>
                  <a:lnTo>
                    <a:pt x="770" y="1015"/>
                  </a:lnTo>
                  <a:lnTo>
                    <a:pt x="787" y="1013"/>
                  </a:lnTo>
                  <a:lnTo>
                    <a:pt x="768" y="983"/>
                  </a:lnTo>
                  <a:lnTo>
                    <a:pt x="768" y="973"/>
                  </a:lnTo>
                  <a:lnTo>
                    <a:pt x="762" y="944"/>
                  </a:lnTo>
                  <a:lnTo>
                    <a:pt x="786" y="928"/>
                  </a:lnTo>
                  <a:lnTo>
                    <a:pt x="811" y="910"/>
                  </a:lnTo>
                  <a:lnTo>
                    <a:pt x="825" y="910"/>
                  </a:lnTo>
                  <a:lnTo>
                    <a:pt x="841" y="894"/>
                  </a:lnTo>
                  <a:lnTo>
                    <a:pt x="900" y="892"/>
                  </a:lnTo>
                  <a:lnTo>
                    <a:pt x="908" y="884"/>
                  </a:lnTo>
                  <a:lnTo>
                    <a:pt x="908" y="884"/>
                  </a:lnTo>
                  <a:lnTo>
                    <a:pt x="892" y="877"/>
                  </a:lnTo>
                  <a:lnTo>
                    <a:pt x="874" y="867"/>
                  </a:lnTo>
                  <a:lnTo>
                    <a:pt x="874" y="867"/>
                  </a:lnTo>
                  <a:lnTo>
                    <a:pt x="874" y="867"/>
                  </a:lnTo>
                  <a:lnTo>
                    <a:pt x="874" y="867"/>
                  </a:lnTo>
                  <a:lnTo>
                    <a:pt x="874" y="867"/>
                  </a:lnTo>
                  <a:lnTo>
                    <a:pt x="874" y="867"/>
                  </a:lnTo>
                  <a:lnTo>
                    <a:pt x="874" y="867"/>
                  </a:lnTo>
                  <a:lnTo>
                    <a:pt x="874" y="867"/>
                  </a:lnTo>
                  <a:lnTo>
                    <a:pt x="874" y="867"/>
                  </a:lnTo>
                  <a:lnTo>
                    <a:pt x="874" y="867"/>
                  </a:lnTo>
                  <a:lnTo>
                    <a:pt x="874" y="867"/>
                  </a:lnTo>
                  <a:lnTo>
                    <a:pt x="874" y="867"/>
                  </a:lnTo>
                  <a:lnTo>
                    <a:pt x="874" y="867"/>
                  </a:lnTo>
                  <a:lnTo>
                    <a:pt x="874" y="867"/>
                  </a:lnTo>
                  <a:lnTo>
                    <a:pt x="874" y="867"/>
                  </a:lnTo>
                  <a:lnTo>
                    <a:pt x="874" y="867"/>
                  </a:lnTo>
                  <a:lnTo>
                    <a:pt x="874" y="867"/>
                  </a:lnTo>
                  <a:lnTo>
                    <a:pt x="874" y="867"/>
                  </a:lnTo>
                  <a:lnTo>
                    <a:pt x="874" y="867"/>
                  </a:lnTo>
                  <a:lnTo>
                    <a:pt x="874" y="867"/>
                  </a:lnTo>
                  <a:lnTo>
                    <a:pt x="874" y="867"/>
                  </a:lnTo>
                  <a:lnTo>
                    <a:pt x="870" y="863"/>
                  </a:lnTo>
                  <a:lnTo>
                    <a:pt x="870" y="859"/>
                  </a:lnTo>
                  <a:lnTo>
                    <a:pt x="870" y="859"/>
                  </a:lnTo>
                  <a:lnTo>
                    <a:pt x="870" y="855"/>
                  </a:lnTo>
                  <a:lnTo>
                    <a:pt x="872" y="851"/>
                  </a:lnTo>
                  <a:lnTo>
                    <a:pt x="876" y="849"/>
                  </a:lnTo>
                  <a:lnTo>
                    <a:pt x="876" y="849"/>
                  </a:lnTo>
                  <a:lnTo>
                    <a:pt x="884" y="839"/>
                  </a:lnTo>
                  <a:lnTo>
                    <a:pt x="890" y="831"/>
                  </a:lnTo>
                  <a:lnTo>
                    <a:pt x="894" y="819"/>
                  </a:lnTo>
                  <a:lnTo>
                    <a:pt x="894" y="819"/>
                  </a:lnTo>
                  <a:lnTo>
                    <a:pt x="896" y="814"/>
                  </a:lnTo>
                  <a:lnTo>
                    <a:pt x="896" y="814"/>
                  </a:lnTo>
                  <a:lnTo>
                    <a:pt x="894" y="804"/>
                  </a:lnTo>
                  <a:lnTo>
                    <a:pt x="890" y="794"/>
                  </a:lnTo>
                  <a:lnTo>
                    <a:pt x="886" y="784"/>
                  </a:lnTo>
                  <a:lnTo>
                    <a:pt x="886" y="784"/>
                  </a:lnTo>
                  <a:lnTo>
                    <a:pt x="886" y="784"/>
                  </a:lnTo>
                  <a:lnTo>
                    <a:pt x="888" y="754"/>
                  </a:lnTo>
                  <a:lnTo>
                    <a:pt x="902" y="764"/>
                  </a:lnTo>
                  <a:lnTo>
                    <a:pt x="925" y="725"/>
                  </a:lnTo>
                  <a:lnTo>
                    <a:pt x="925" y="725"/>
                  </a:lnTo>
                  <a:lnTo>
                    <a:pt x="941" y="713"/>
                  </a:lnTo>
                  <a:lnTo>
                    <a:pt x="953" y="703"/>
                  </a:lnTo>
                  <a:lnTo>
                    <a:pt x="959" y="699"/>
                  </a:lnTo>
                  <a:lnTo>
                    <a:pt x="959" y="699"/>
                  </a:lnTo>
                  <a:lnTo>
                    <a:pt x="961" y="699"/>
                  </a:lnTo>
                  <a:lnTo>
                    <a:pt x="961" y="699"/>
                  </a:lnTo>
                  <a:lnTo>
                    <a:pt x="959" y="695"/>
                  </a:lnTo>
                  <a:lnTo>
                    <a:pt x="955" y="691"/>
                  </a:lnTo>
                  <a:lnTo>
                    <a:pt x="951" y="686"/>
                  </a:lnTo>
                  <a:lnTo>
                    <a:pt x="951" y="686"/>
                  </a:lnTo>
                  <a:lnTo>
                    <a:pt x="951" y="686"/>
                  </a:lnTo>
                  <a:lnTo>
                    <a:pt x="955" y="654"/>
                  </a:lnTo>
                  <a:lnTo>
                    <a:pt x="957" y="628"/>
                  </a:lnTo>
                  <a:lnTo>
                    <a:pt x="949" y="599"/>
                  </a:lnTo>
                  <a:lnTo>
                    <a:pt x="935" y="587"/>
                  </a:lnTo>
                  <a:lnTo>
                    <a:pt x="927" y="581"/>
                  </a:lnTo>
                  <a:lnTo>
                    <a:pt x="925" y="550"/>
                  </a:lnTo>
                  <a:lnTo>
                    <a:pt x="951" y="540"/>
                  </a:lnTo>
                  <a:lnTo>
                    <a:pt x="953" y="502"/>
                  </a:lnTo>
                  <a:lnTo>
                    <a:pt x="935" y="498"/>
                  </a:lnTo>
                  <a:lnTo>
                    <a:pt x="919" y="483"/>
                  </a:lnTo>
                  <a:lnTo>
                    <a:pt x="927" y="449"/>
                  </a:lnTo>
                  <a:lnTo>
                    <a:pt x="949" y="443"/>
                  </a:lnTo>
                  <a:lnTo>
                    <a:pt x="939" y="410"/>
                  </a:lnTo>
                  <a:lnTo>
                    <a:pt x="910" y="424"/>
                  </a:lnTo>
                  <a:lnTo>
                    <a:pt x="902" y="398"/>
                  </a:lnTo>
                  <a:lnTo>
                    <a:pt x="880" y="386"/>
                  </a:lnTo>
                  <a:lnTo>
                    <a:pt x="827" y="402"/>
                  </a:lnTo>
                  <a:lnTo>
                    <a:pt x="813" y="382"/>
                  </a:lnTo>
                  <a:lnTo>
                    <a:pt x="786" y="382"/>
                  </a:lnTo>
                  <a:lnTo>
                    <a:pt x="776" y="406"/>
                  </a:lnTo>
                  <a:lnTo>
                    <a:pt x="764" y="374"/>
                  </a:lnTo>
                  <a:lnTo>
                    <a:pt x="766" y="335"/>
                  </a:lnTo>
                  <a:lnTo>
                    <a:pt x="732" y="299"/>
                  </a:lnTo>
                  <a:lnTo>
                    <a:pt x="665" y="315"/>
                  </a:lnTo>
                  <a:lnTo>
                    <a:pt x="630" y="286"/>
                  </a:lnTo>
                  <a:lnTo>
                    <a:pt x="626" y="242"/>
                  </a:lnTo>
                  <a:lnTo>
                    <a:pt x="626" y="201"/>
                  </a:lnTo>
                  <a:lnTo>
                    <a:pt x="602" y="185"/>
                  </a:lnTo>
                  <a:lnTo>
                    <a:pt x="587" y="152"/>
                  </a:lnTo>
                  <a:lnTo>
                    <a:pt x="553" y="142"/>
                  </a:lnTo>
                  <a:lnTo>
                    <a:pt x="526" y="167"/>
                  </a:lnTo>
                  <a:lnTo>
                    <a:pt x="520" y="193"/>
                  </a:lnTo>
                  <a:lnTo>
                    <a:pt x="504" y="205"/>
                  </a:lnTo>
                  <a:lnTo>
                    <a:pt x="453" y="167"/>
                  </a:lnTo>
                  <a:lnTo>
                    <a:pt x="427" y="138"/>
                  </a:lnTo>
                  <a:lnTo>
                    <a:pt x="419" y="100"/>
                  </a:lnTo>
                  <a:lnTo>
                    <a:pt x="399" y="89"/>
                  </a:lnTo>
                  <a:lnTo>
                    <a:pt x="407" y="49"/>
                  </a:lnTo>
                  <a:lnTo>
                    <a:pt x="396" y="22"/>
                  </a:lnTo>
                  <a:lnTo>
                    <a:pt x="370" y="0"/>
                  </a:lnTo>
                </a:path>
              </a:pathLst>
            </a:custGeom>
            <a:grpFill/>
            <a:ln w="14564" cap="flat">
              <a:solidFill>
                <a:schemeClr val="accent1">
                  <a:alpha val="13000"/>
                </a:schemeClr>
              </a:solidFill>
              <a:prstDash val="solid"/>
              <a:bevel/>
            </a:ln>
          </p:spPr>
          <p:txBody>
            <a:bodyPr rtlCol="0" anchor="ctr"/>
            <a:lstStyle/>
            <a:p>
              <a:endParaRPr lang="en-US" sz="2000">
                <a:solidFill>
                  <a:schemeClr val="accent1"/>
                </a:solidFill>
              </a:endParaRPr>
            </a:p>
          </p:txBody>
        </p:sp>
        <p:sp>
          <p:nvSpPr>
            <p:cNvPr id="13" name="A4_Ile-de-France">
              <a:extLst>
                <a:ext uri="{FF2B5EF4-FFF2-40B4-BE49-F238E27FC236}">
                  <a16:creationId xmlns:a16="http://schemas.microsoft.com/office/drawing/2014/main" id="{86FF5113-C80F-4D35-A315-71D67FA441A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2254" y="2565887"/>
              <a:ext cx="356670" cy="281608"/>
            </a:xfrm>
            <a:custGeom>
              <a:avLst/>
              <a:gdLst/>
              <a:ahLst/>
              <a:cxnLst>
                <a:cxn ang="0">
                  <a:pos x="77" y="55"/>
                </a:cxn>
                <a:cxn ang="0">
                  <a:pos x="77" y="55"/>
                </a:cxn>
                <a:cxn ang="0">
                  <a:pos x="77" y="55"/>
                </a:cxn>
                <a:cxn ang="0">
                  <a:pos x="77" y="55"/>
                </a:cxn>
                <a:cxn ang="0">
                  <a:pos x="77" y="55"/>
                </a:cxn>
                <a:cxn ang="0">
                  <a:pos x="36" y="73"/>
                </a:cxn>
                <a:cxn ang="0">
                  <a:pos x="36" y="73"/>
                </a:cxn>
                <a:cxn ang="0">
                  <a:pos x="36" y="73"/>
                </a:cxn>
                <a:cxn ang="0">
                  <a:pos x="36" y="73"/>
                </a:cxn>
                <a:cxn ang="0">
                  <a:pos x="36" y="73"/>
                </a:cxn>
                <a:cxn ang="0">
                  <a:pos x="12" y="120"/>
                </a:cxn>
                <a:cxn ang="0">
                  <a:pos x="12" y="120"/>
                </a:cxn>
                <a:cxn ang="0">
                  <a:pos x="12" y="120"/>
                </a:cxn>
                <a:cxn ang="0">
                  <a:pos x="12" y="120"/>
                </a:cxn>
                <a:cxn ang="0">
                  <a:pos x="12" y="120"/>
                </a:cxn>
                <a:cxn ang="0">
                  <a:pos x="12" y="120"/>
                </a:cxn>
                <a:cxn ang="0">
                  <a:pos x="12" y="120"/>
                </a:cxn>
                <a:cxn ang="0">
                  <a:pos x="12" y="120"/>
                </a:cxn>
                <a:cxn ang="0">
                  <a:pos x="12" y="120"/>
                </a:cxn>
                <a:cxn ang="0">
                  <a:pos x="12" y="120"/>
                </a:cxn>
                <a:cxn ang="0">
                  <a:pos x="12" y="120"/>
                </a:cxn>
                <a:cxn ang="0">
                  <a:pos x="12" y="128"/>
                </a:cxn>
                <a:cxn ang="0">
                  <a:pos x="42" y="175"/>
                </a:cxn>
                <a:cxn ang="0">
                  <a:pos x="52" y="236"/>
                </a:cxn>
                <a:cxn ang="0">
                  <a:pos x="105" y="335"/>
                </a:cxn>
                <a:cxn ang="0">
                  <a:pos x="178" y="422"/>
                </a:cxn>
                <a:cxn ang="0">
                  <a:pos x="258" y="449"/>
                </a:cxn>
                <a:cxn ang="0">
                  <a:pos x="292" y="457"/>
                </a:cxn>
                <a:cxn ang="0">
                  <a:pos x="292" y="457"/>
                </a:cxn>
                <a:cxn ang="0">
                  <a:pos x="292" y="457"/>
                </a:cxn>
                <a:cxn ang="0">
                  <a:pos x="292" y="457"/>
                </a:cxn>
                <a:cxn ang="0">
                  <a:pos x="292" y="457"/>
                </a:cxn>
                <a:cxn ang="0">
                  <a:pos x="292" y="457"/>
                </a:cxn>
                <a:cxn ang="0">
                  <a:pos x="327" y="459"/>
                </a:cxn>
                <a:cxn ang="0">
                  <a:pos x="327" y="459"/>
                </a:cxn>
                <a:cxn ang="0">
                  <a:pos x="329" y="461"/>
                </a:cxn>
                <a:cxn ang="0">
                  <a:pos x="347" y="487"/>
                </a:cxn>
                <a:cxn ang="0">
                  <a:pos x="418" y="559"/>
                </a:cxn>
                <a:cxn ang="0">
                  <a:pos x="499" y="534"/>
                </a:cxn>
                <a:cxn ang="0">
                  <a:pos x="532" y="453"/>
                </a:cxn>
                <a:cxn ang="0">
                  <a:pos x="664" y="410"/>
                </a:cxn>
                <a:cxn ang="0">
                  <a:pos x="664" y="361"/>
                </a:cxn>
                <a:cxn ang="0">
                  <a:pos x="688" y="345"/>
                </a:cxn>
                <a:cxn ang="0">
                  <a:pos x="690" y="274"/>
                </a:cxn>
                <a:cxn ang="0">
                  <a:pos x="631" y="152"/>
                </a:cxn>
                <a:cxn ang="0">
                  <a:pos x="587" y="112"/>
                </a:cxn>
                <a:cxn ang="0">
                  <a:pos x="589" y="87"/>
                </a:cxn>
                <a:cxn ang="0">
                  <a:pos x="570" y="65"/>
                </a:cxn>
                <a:cxn ang="0">
                  <a:pos x="463" y="63"/>
                </a:cxn>
                <a:cxn ang="0">
                  <a:pos x="351" y="41"/>
                </a:cxn>
                <a:cxn ang="0">
                  <a:pos x="168" y="28"/>
                </a:cxn>
                <a:cxn ang="0">
                  <a:pos x="126" y="20"/>
                </a:cxn>
                <a:cxn ang="0">
                  <a:pos x="101" y="6"/>
                </a:cxn>
              </a:cxnLst>
              <a:rect l="0" t="0" r="r" b="b"/>
              <a:pathLst>
                <a:path w="708" h="559">
                  <a:moveTo>
                    <a:pt x="91" y="0"/>
                  </a:moveTo>
                  <a:lnTo>
                    <a:pt x="77" y="14"/>
                  </a:lnTo>
                  <a:lnTo>
                    <a:pt x="77" y="14"/>
                  </a:lnTo>
                  <a:lnTo>
                    <a:pt x="77" y="55"/>
                  </a:lnTo>
                  <a:lnTo>
                    <a:pt x="77" y="55"/>
                  </a:lnTo>
                  <a:lnTo>
                    <a:pt x="77" y="55"/>
                  </a:lnTo>
                  <a:lnTo>
                    <a:pt x="77" y="55"/>
                  </a:lnTo>
                  <a:lnTo>
                    <a:pt x="77" y="55"/>
                  </a:lnTo>
                  <a:lnTo>
                    <a:pt x="77" y="55"/>
                  </a:lnTo>
                  <a:lnTo>
                    <a:pt x="77" y="55"/>
                  </a:lnTo>
                  <a:lnTo>
                    <a:pt x="77" y="55"/>
                  </a:lnTo>
                  <a:lnTo>
                    <a:pt x="77" y="55"/>
                  </a:lnTo>
                  <a:lnTo>
                    <a:pt x="77" y="55"/>
                  </a:lnTo>
                  <a:lnTo>
                    <a:pt x="77" y="55"/>
                  </a:lnTo>
                  <a:lnTo>
                    <a:pt x="77" y="55"/>
                  </a:lnTo>
                  <a:lnTo>
                    <a:pt x="77" y="55"/>
                  </a:lnTo>
                  <a:lnTo>
                    <a:pt x="77" y="55"/>
                  </a:lnTo>
                  <a:lnTo>
                    <a:pt x="77" y="55"/>
                  </a:lnTo>
                  <a:lnTo>
                    <a:pt x="77" y="55"/>
                  </a:lnTo>
                  <a:lnTo>
                    <a:pt x="77" y="55"/>
                  </a:lnTo>
                  <a:lnTo>
                    <a:pt x="77" y="55"/>
                  </a:lnTo>
                  <a:lnTo>
                    <a:pt x="77" y="55"/>
                  </a:lnTo>
                  <a:lnTo>
                    <a:pt x="77" y="55"/>
                  </a:lnTo>
                  <a:lnTo>
                    <a:pt x="77" y="55"/>
                  </a:lnTo>
                  <a:lnTo>
                    <a:pt x="77" y="55"/>
                  </a:lnTo>
                  <a:lnTo>
                    <a:pt x="75" y="57"/>
                  </a:lnTo>
                  <a:lnTo>
                    <a:pt x="71" y="61"/>
                  </a:lnTo>
                  <a:lnTo>
                    <a:pt x="58" y="67"/>
                  </a:lnTo>
                  <a:lnTo>
                    <a:pt x="36" y="73"/>
                  </a:lnTo>
                  <a:lnTo>
                    <a:pt x="36" y="73"/>
                  </a:lnTo>
                  <a:lnTo>
                    <a:pt x="36" y="73"/>
                  </a:lnTo>
                  <a:lnTo>
                    <a:pt x="36" y="73"/>
                  </a:lnTo>
                  <a:lnTo>
                    <a:pt x="36" y="73"/>
                  </a:lnTo>
                  <a:lnTo>
                    <a:pt x="36" y="73"/>
                  </a:lnTo>
                  <a:lnTo>
                    <a:pt x="36" y="73"/>
                  </a:lnTo>
                  <a:lnTo>
                    <a:pt x="36" y="73"/>
                  </a:lnTo>
                  <a:lnTo>
                    <a:pt x="36" y="73"/>
                  </a:lnTo>
                  <a:lnTo>
                    <a:pt x="36" y="73"/>
                  </a:lnTo>
                  <a:lnTo>
                    <a:pt x="36" y="73"/>
                  </a:lnTo>
                  <a:lnTo>
                    <a:pt x="36" y="73"/>
                  </a:lnTo>
                  <a:lnTo>
                    <a:pt x="36" y="73"/>
                  </a:lnTo>
                  <a:lnTo>
                    <a:pt x="36" y="73"/>
                  </a:lnTo>
                  <a:lnTo>
                    <a:pt x="36" y="73"/>
                  </a:lnTo>
                  <a:lnTo>
                    <a:pt x="36" y="73"/>
                  </a:lnTo>
                  <a:lnTo>
                    <a:pt x="36" y="73"/>
                  </a:lnTo>
                  <a:lnTo>
                    <a:pt x="36" y="73"/>
                  </a:lnTo>
                  <a:lnTo>
                    <a:pt x="36" y="73"/>
                  </a:lnTo>
                  <a:lnTo>
                    <a:pt x="36" y="73"/>
                  </a:lnTo>
                  <a:lnTo>
                    <a:pt x="36" y="73"/>
                  </a:lnTo>
                  <a:lnTo>
                    <a:pt x="36" y="73"/>
                  </a:lnTo>
                  <a:lnTo>
                    <a:pt x="36" y="73"/>
                  </a:lnTo>
                  <a:lnTo>
                    <a:pt x="0" y="93"/>
                  </a:lnTo>
                  <a:lnTo>
                    <a:pt x="0" y="93"/>
                  </a:lnTo>
                  <a:lnTo>
                    <a:pt x="12" y="120"/>
                  </a:lnTo>
                  <a:lnTo>
                    <a:pt x="12" y="120"/>
                  </a:lnTo>
                  <a:lnTo>
                    <a:pt x="12" y="120"/>
                  </a:lnTo>
                  <a:lnTo>
                    <a:pt x="12" y="120"/>
                  </a:lnTo>
                  <a:lnTo>
                    <a:pt x="12" y="120"/>
                  </a:lnTo>
                  <a:lnTo>
                    <a:pt x="12" y="120"/>
                  </a:lnTo>
                  <a:lnTo>
                    <a:pt x="12" y="120"/>
                  </a:lnTo>
                  <a:lnTo>
                    <a:pt x="12" y="120"/>
                  </a:lnTo>
                  <a:lnTo>
                    <a:pt x="12" y="120"/>
                  </a:lnTo>
                  <a:lnTo>
                    <a:pt x="12" y="120"/>
                  </a:lnTo>
                  <a:lnTo>
                    <a:pt x="12" y="120"/>
                  </a:lnTo>
                  <a:lnTo>
                    <a:pt x="12" y="120"/>
                  </a:lnTo>
                  <a:lnTo>
                    <a:pt x="12" y="120"/>
                  </a:lnTo>
                  <a:lnTo>
                    <a:pt x="12" y="120"/>
                  </a:lnTo>
                  <a:lnTo>
                    <a:pt x="12" y="120"/>
                  </a:lnTo>
                  <a:lnTo>
                    <a:pt x="12" y="120"/>
                  </a:lnTo>
                  <a:lnTo>
                    <a:pt x="12" y="120"/>
                  </a:lnTo>
                  <a:lnTo>
                    <a:pt x="12" y="120"/>
                  </a:lnTo>
                  <a:lnTo>
                    <a:pt x="12" y="120"/>
                  </a:lnTo>
                  <a:lnTo>
                    <a:pt x="12" y="120"/>
                  </a:lnTo>
                  <a:lnTo>
                    <a:pt x="12" y="120"/>
                  </a:lnTo>
                  <a:lnTo>
                    <a:pt x="12" y="120"/>
                  </a:lnTo>
                  <a:lnTo>
                    <a:pt x="12" y="120"/>
                  </a:lnTo>
                  <a:lnTo>
                    <a:pt x="12" y="120"/>
                  </a:lnTo>
                  <a:lnTo>
                    <a:pt x="12" y="120"/>
                  </a:lnTo>
                  <a:lnTo>
                    <a:pt x="12" y="120"/>
                  </a:lnTo>
                  <a:lnTo>
                    <a:pt x="12" y="120"/>
                  </a:lnTo>
                  <a:lnTo>
                    <a:pt x="12" y="120"/>
                  </a:lnTo>
                  <a:lnTo>
                    <a:pt x="12" y="120"/>
                  </a:lnTo>
                  <a:lnTo>
                    <a:pt x="12" y="120"/>
                  </a:lnTo>
                  <a:lnTo>
                    <a:pt x="12" y="120"/>
                  </a:lnTo>
                  <a:lnTo>
                    <a:pt x="12" y="120"/>
                  </a:lnTo>
                  <a:lnTo>
                    <a:pt x="12" y="120"/>
                  </a:lnTo>
                  <a:lnTo>
                    <a:pt x="12" y="120"/>
                  </a:lnTo>
                  <a:lnTo>
                    <a:pt x="12" y="120"/>
                  </a:lnTo>
                  <a:lnTo>
                    <a:pt x="12" y="120"/>
                  </a:lnTo>
                  <a:lnTo>
                    <a:pt x="12" y="120"/>
                  </a:lnTo>
                  <a:lnTo>
                    <a:pt x="12" y="120"/>
                  </a:lnTo>
                  <a:lnTo>
                    <a:pt x="12" y="120"/>
                  </a:lnTo>
                  <a:lnTo>
                    <a:pt x="12" y="120"/>
                  </a:lnTo>
                  <a:lnTo>
                    <a:pt x="12" y="120"/>
                  </a:lnTo>
                  <a:lnTo>
                    <a:pt x="12" y="120"/>
                  </a:lnTo>
                  <a:lnTo>
                    <a:pt x="12" y="120"/>
                  </a:lnTo>
                  <a:lnTo>
                    <a:pt x="12" y="120"/>
                  </a:lnTo>
                  <a:lnTo>
                    <a:pt x="12" y="120"/>
                  </a:lnTo>
                  <a:lnTo>
                    <a:pt x="12" y="120"/>
                  </a:lnTo>
                  <a:lnTo>
                    <a:pt x="12" y="120"/>
                  </a:lnTo>
                  <a:lnTo>
                    <a:pt x="12" y="120"/>
                  </a:lnTo>
                  <a:lnTo>
                    <a:pt x="12" y="120"/>
                  </a:lnTo>
                  <a:lnTo>
                    <a:pt x="12" y="120"/>
                  </a:lnTo>
                  <a:lnTo>
                    <a:pt x="12" y="120"/>
                  </a:lnTo>
                  <a:lnTo>
                    <a:pt x="12" y="120"/>
                  </a:lnTo>
                  <a:lnTo>
                    <a:pt x="12" y="120"/>
                  </a:lnTo>
                  <a:lnTo>
                    <a:pt x="12" y="120"/>
                  </a:lnTo>
                  <a:lnTo>
                    <a:pt x="12" y="120"/>
                  </a:lnTo>
                  <a:lnTo>
                    <a:pt x="12" y="120"/>
                  </a:lnTo>
                  <a:lnTo>
                    <a:pt x="12" y="128"/>
                  </a:lnTo>
                  <a:lnTo>
                    <a:pt x="10" y="138"/>
                  </a:lnTo>
                  <a:lnTo>
                    <a:pt x="14" y="138"/>
                  </a:lnTo>
                  <a:lnTo>
                    <a:pt x="24" y="150"/>
                  </a:lnTo>
                  <a:lnTo>
                    <a:pt x="42" y="175"/>
                  </a:lnTo>
                  <a:lnTo>
                    <a:pt x="42" y="175"/>
                  </a:lnTo>
                  <a:lnTo>
                    <a:pt x="50" y="199"/>
                  </a:lnTo>
                  <a:lnTo>
                    <a:pt x="50" y="199"/>
                  </a:lnTo>
                  <a:lnTo>
                    <a:pt x="52" y="213"/>
                  </a:lnTo>
                  <a:lnTo>
                    <a:pt x="52" y="219"/>
                  </a:lnTo>
                  <a:lnTo>
                    <a:pt x="52" y="236"/>
                  </a:lnTo>
                  <a:lnTo>
                    <a:pt x="46" y="252"/>
                  </a:lnTo>
                  <a:lnTo>
                    <a:pt x="58" y="264"/>
                  </a:lnTo>
                  <a:lnTo>
                    <a:pt x="58" y="286"/>
                  </a:lnTo>
                  <a:lnTo>
                    <a:pt x="71" y="309"/>
                  </a:lnTo>
                  <a:lnTo>
                    <a:pt x="105" y="335"/>
                  </a:lnTo>
                  <a:lnTo>
                    <a:pt x="105" y="359"/>
                  </a:lnTo>
                  <a:lnTo>
                    <a:pt x="136" y="396"/>
                  </a:lnTo>
                  <a:lnTo>
                    <a:pt x="168" y="400"/>
                  </a:lnTo>
                  <a:lnTo>
                    <a:pt x="178" y="422"/>
                  </a:lnTo>
                  <a:lnTo>
                    <a:pt x="178" y="422"/>
                  </a:lnTo>
                  <a:lnTo>
                    <a:pt x="182" y="441"/>
                  </a:lnTo>
                  <a:lnTo>
                    <a:pt x="186" y="457"/>
                  </a:lnTo>
                  <a:lnTo>
                    <a:pt x="188" y="467"/>
                  </a:lnTo>
                  <a:lnTo>
                    <a:pt x="213" y="473"/>
                  </a:lnTo>
                  <a:lnTo>
                    <a:pt x="258" y="449"/>
                  </a:lnTo>
                  <a:lnTo>
                    <a:pt x="268" y="467"/>
                  </a:lnTo>
                  <a:lnTo>
                    <a:pt x="292" y="457"/>
                  </a:lnTo>
                  <a:lnTo>
                    <a:pt x="292" y="457"/>
                  </a:lnTo>
                  <a:lnTo>
                    <a:pt x="292" y="457"/>
                  </a:lnTo>
                  <a:lnTo>
                    <a:pt x="292" y="457"/>
                  </a:lnTo>
                  <a:lnTo>
                    <a:pt x="292" y="457"/>
                  </a:lnTo>
                  <a:lnTo>
                    <a:pt x="292" y="457"/>
                  </a:lnTo>
                  <a:lnTo>
                    <a:pt x="292" y="457"/>
                  </a:lnTo>
                  <a:lnTo>
                    <a:pt x="292" y="457"/>
                  </a:lnTo>
                  <a:lnTo>
                    <a:pt x="292" y="457"/>
                  </a:lnTo>
                  <a:lnTo>
                    <a:pt x="292" y="457"/>
                  </a:lnTo>
                  <a:lnTo>
                    <a:pt x="292" y="457"/>
                  </a:lnTo>
                  <a:lnTo>
                    <a:pt x="292" y="457"/>
                  </a:lnTo>
                  <a:lnTo>
                    <a:pt x="292" y="457"/>
                  </a:lnTo>
                  <a:lnTo>
                    <a:pt x="292" y="457"/>
                  </a:lnTo>
                  <a:lnTo>
                    <a:pt x="292" y="457"/>
                  </a:lnTo>
                  <a:lnTo>
                    <a:pt x="292" y="457"/>
                  </a:lnTo>
                  <a:lnTo>
                    <a:pt x="292" y="457"/>
                  </a:lnTo>
                  <a:lnTo>
                    <a:pt x="292" y="457"/>
                  </a:lnTo>
                  <a:lnTo>
                    <a:pt x="292" y="457"/>
                  </a:lnTo>
                  <a:lnTo>
                    <a:pt x="292" y="457"/>
                  </a:lnTo>
                  <a:lnTo>
                    <a:pt x="292" y="457"/>
                  </a:lnTo>
                  <a:lnTo>
                    <a:pt x="292" y="457"/>
                  </a:lnTo>
                  <a:lnTo>
                    <a:pt x="292" y="457"/>
                  </a:lnTo>
                  <a:lnTo>
                    <a:pt x="292" y="457"/>
                  </a:lnTo>
                  <a:lnTo>
                    <a:pt x="292" y="457"/>
                  </a:lnTo>
                  <a:lnTo>
                    <a:pt x="292" y="457"/>
                  </a:lnTo>
                  <a:lnTo>
                    <a:pt x="292" y="457"/>
                  </a:lnTo>
                  <a:lnTo>
                    <a:pt x="292" y="457"/>
                  </a:lnTo>
                  <a:lnTo>
                    <a:pt x="292" y="457"/>
                  </a:lnTo>
                  <a:lnTo>
                    <a:pt x="306" y="459"/>
                  </a:lnTo>
                  <a:lnTo>
                    <a:pt x="306" y="459"/>
                  </a:lnTo>
                  <a:lnTo>
                    <a:pt x="318" y="459"/>
                  </a:lnTo>
                  <a:lnTo>
                    <a:pt x="318" y="459"/>
                  </a:lnTo>
                  <a:lnTo>
                    <a:pt x="327" y="459"/>
                  </a:lnTo>
                  <a:lnTo>
                    <a:pt x="327" y="459"/>
                  </a:lnTo>
                  <a:lnTo>
                    <a:pt x="327" y="459"/>
                  </a:lnTo>
                  <a:lnTo>
                    <a:pt x="327" y="459"/>
                  </a:lnTo>
                  <a:lnTo>
                    <a:pt x="327" y="459"/>
                  </a:lnTo>
                  <a:lnTo>
                    <a:pt x="327" y="459"/>
                  </a:lnTo>
                  <a:lnTo>
                    <a:pt x="327" y="459"/>
                  </a:lnTo>
                  <a:lnTo>
                    <a:pt x="327" y="459"/>
                  </a:lnTo>
                  <a:lnTo>
                    <a:pt x="327" y="459"/>
                  </a:lnTo>
                  <a:lnTo>
                    <a:pt x="327" y="459"/>
                  </a:lnTo>
                  <a:lnTo>
                    <a:pt x="329" y="461"/>
                  </a:lnTo>
                  <a:lnTo>
                    <a:pt x="331" y="463"/>
                  </a:lnTo>
                  <a:lnTo>
                    <a:pt x="333" y="469"/>
                  </a:lnTo>
                  <a:lnTo>
                    <a:pt x="333" y="469"/>
                  </a:lnTo>
                  <a:lnTo>
                    <a:pt x="331" y="479"/>
                  </a:lnTo>
                  <a:lnTo>
                    <a:pt x="347" y="487"/>
                  </a:lnTo>
                  <a:lnTo>
                    <a:pt x="361" y="506"/>
                  </a:lnTo>
                  <a:lnTo>
                    <a:pt x="341" y="542"/>
                  </a:lnTo>
                  <a:lnTo>
                    <a:pt x="351" y="552"/>
                  </a:lnTo>
                  <a:lnTo>
                    <a:pt x="385" y="559"/>
                  </a:lnTo>
                  <a:lnTo>
                    <a:pt x="418" y="559"/>
                  </a:lnTo>
                  <a:lnTo>
                    <a:pt x="444" y="536"/>
                  </a:lnTo>
                  <a:lnTo>
                    <a:pt x="485" y="528"/>
                  </a:lnTo>
                  <a:lnTo>
                    <a:pt x="497" y="536"/>
                  </a:lnTo>
                  <a:lnTo>
                    <a:pt x="497" y="536"/>
                  </a:lnTo>
                  <a:lnTo>
                    <a:pt x="499" y="534"/>
                  </a:lnTo>
                  <a:lnTo>
                    <a:pt x="499" y="534"/>
                  </a:lnTo>
                  <a:lnTo>
                    <a:pt x="507" y="516"/>
                  </a:lnTo>
                  <a:lnTo>
                    <a:pt x="513" y="504"/>
                  </a:lnTo>
                  <a:lnTo>
                    <a:pt x="532" y="483"/>
                  </a:lnTo>
                  <a:lnTo>
                    <a:pt x="532" y="453"/>
                  </a:lnTo>
                  <a:lnTo>
                    <a:pt x="558" y="427"/>
                  </a:lnTo>
                  <a:lnTo>
                    <a:pt x="625" y="429"/>
                  </a:lnTo>
                  <a:lnTo>
                    <a:pt x="641" y="429"/>
                  </a:lnTo>
                  <a:lnTo>
                    <a:pt x="654" y="412"/>
                  </a:lnTo>
                  <a:lnTo>
                    <a:pt x="664" y="410"/>
                  </a:lnTo>
                  <a:lnTo>
                    <a:pt x="660" y="390"/>
                  </a:lnTo>
                  <a:lnTo>
                    <a:pt x="660" y="368"/>
                  </a:lnTo>
                  <a:lnTo>
                    <a:pt x="660" y="368"/>
                  </a:lnTo>
                  <a:lnTo>
                    <a:pt x="660" y="368"/>
                  </a:lnTo>
                  <a:lnTo>
                    <a:pt x="664" y="361"/>
                  </a:lnTo>
                  <a:lnTo>
                    <a:pt x="668" y="357"/>
                  </a:lnTo>
                  <a:lnTo>
                    <a:pt x="674" y="353"/>
                  </a:lnTo>
                  <a:lnTo>
                    <a:pt x="674" y="353"/>
                  </a:lnTo>
                  <a:lnTo>
                    <a:pt x="682" y="351"/>
                  </a:lnTo>
                  <a:lnTo>
                    <a:pt x="688" y="345"/>
                  </a:lnTo>
                  <a:lnTo>
                    <a:pt x="696" y="339"/>
                  </a:lnTo>
                  <a:lnTo>
                    <a:pt x="706" y="313"/>
                  </a:lnTo>
                  <a:lnTo>
                    <a:pt x="708" y="311"/>
                  </a:lnTo>
                  <a:lnTo>
                    <a:pt x="692" y="303"/>
                  </a:lnTo>
                  <a:lnTo>
                    <a:pt x="690" y="274"/>
                  </a:lnTo>
                  <a:lnTo>
                    <a:pt x="666" y="244"/>
                  </a:lnTo>
                  <a:lnTo>
                    <a:pt x="664" y="211"/>
                  </a:lnTo>
                  <a:lnTo>
                    <a:pt x="674" y="191"/>
                  </a:lnTo>
                  <a:lnTo>
                    <a:pt x="654" y="164"/>
                  </a:lnTo>
                  <a:lnTo>
                    <a:pt x="631" y="152"/>
                  </a:lnTo>
                  <a:lnTo>
                    <a:pt x="631" y="152"/>
                  </a:lnTo>
                  <a:lnTo>
                    <a:pt x="617" y="142"/>
                  </a:lnTo>
                  <a:lnTo>
                    <a:pt x="591" y="120"/>
                  </a:lnTo>
                  <a:lnTo>
                    <a:pt x="591" y="120"/>
                  </a:lnTo>
                  <a:lnTo>
                    <a:pt x="587" y="112"/>
                  </a:lnTo>
                  <a:lnTo>
                    <a:pt x="585" y="106"/>
                  </a:lnTo>
                  <a:lnTo>
                    <a:pt x="585" y="106"/>
                  </a:lnTo>
                  <a:lnTo>
                    <a:pt x="587" y="97"/>
                  </a:lnTo>
                  <a:lnTo>
                    <a:pt x="589" y="93"/>
                  </a:lnTo>
                  <a:lnTo>
                    <a:pt x="589" y="87"/>
                  </a:lnTo>
                  <a:lnTo>
                    <a:pt x="589" y="87"/>
                  </a:lnTo>
                  <a:lnTo>
                    <a:pt x="589" y="83"/>
                  </a:lnTo>
                  <a:lnTo>
                    <a:pt x="587" y="79"/>
                  </a:lnTo>
                  <a:lnTo>
                    <a:pt x="580" y="71"/>
                  </a:lnTo>
                  <a:lnTo>
                    <a:pt x="570" y="65"/>
                  </a:lnTo>
                  <a:lnTo>
                    <a:pt x="570" y="65"/>
                  </a:lnTo>
                  <a:lnTo>
                    <a:pt x="568" y="61"/>
                  </a:lnTo>
                  <a:lnTo>
                    <a:pt x="560" y="69"/>
                  </a:lnTo>
                  <a:lnTo>
                    <a:pt x="518" y="77"/>
                  </a:lnTo>
                  <a:lnTo>
                    <a:pt x="463" y="63"/>
                  </a:lnTo>
                  <a:lnTo>
                    <a:pt x="428" y="67"/>
                  </a:lnTo>
                  <a:lnTo>
                    <a:pt x="406" y="59"/>
                  </a:lnTo>
                  <a:lnTo>
                    <a:pt x="385" y="67"/>
                  </a:lnTo>
                  <a:lnTo>
                    <a:pt x="377" y="67"/>
                  </a:lnTo>
                  <a:lnTo>
                    <a:pt x="351" y="41"/>
                  </a:lnTo>
                  <a:lnTo>
                    <a:pt x="314" y="34"/>
                  </a:lnTo>
                  <a:lnTo>
                    <a:pt x="292" y="39"/>
                  </a:lnTo>
                  <a:lnTo>
                    <a:pt x="253" y="22"/>
                  </a:lnTo>
                  <a:lnTo>
                    <a:pt x="213" y="22"/>
                  </a:lnTo>
                  <a:lnTo>
                    <a:pt x="168" y="28"/>
                  </a:lnTo>
                  <a:lnTo>
                    <a:pt x="126" y="20"/>
                  </a:lnTo>
                  <a:lnTo>
                    <a:pt x="126" y="20"/>
                  </a:lnTo>
                  <a:lnTo>
                    <a:pt x="126" y="20"/>
                  </a:lnTo>
                  <a:lnTo>
                    <a:pt x="126" y="20"/>
                  </a:lnTo>
                  <a:lnTo>
                    <a:pt x="126" y="20"/>
                  </a:lnTo>
                  <a:lnTo>
                    <a:pt x="126" y="20"/>
                  </a:lnTo>
                  <a:lnTo>
                    <a:pt x="126" y="20"/>
                  </a:lnTo>
                  <a:lnTo>
                    <a:pt x="126" y="20"/>
                  </a:lnTo>
                  <a:lnTo>
                    <a:pt x="111" y="14"/>
                  </a:lnTo>
                  <a:lnTo>
                    <a:pt x="101" y="6"/>
                  </a:lnTo>
                  <a:lnTo>
                    <a:pt x="91" y="0"/>
                  </a:lnTo>
                </a:path>
              </a:pathLst>
            </a:custGeom>
            <a:grpFill/>
            <a:ln w="14564" cap="flat">
              <a:solidFill>
                <a:schemeClr val="accent1">
                  <a:alpha val="13000"/>
                </a:schemeClr>
              </a:solidFill>
              <a:prstDash val="solid"/>
              <a:bevel/>
            </a:ln>
          </p:spPr>
          <p:txBody>
            <a:bodyPr rtlCol="0" anchor="ctr"/>
            <a:lstStyle/>
            <a:p>
              <a:endParaRPr lang="en-US" sz="2000">
                <a:solidFill>
                  <a:schemeClr val="accent1"/>
                </a:solidFill>
              </a:endParaRPr>
            </a:p>
          </p:txBody>
        </p:sp>
        <p:sp>
          <p:nvSpPr>
            <p:cNvPr id="17" name="A4_Alsace-Champagne-Ardenne-Lorraine">
              <a:extLst>
                <a:ext uri="{FF2B5EF4-FFF2-40B4-BE49-F238E27FC236}">
                  <a16:creationId xmlns:a16="http://schemas.microsoft.com/office/drawing/2014/main" id="{9C233392-69F8-16CF-66B0-8C29240E311B}"/>
                </a:ext>
              </a:extLst>
            </p:cNvPr>
            <p:cNvSpPr>
              <a:spLocks/>
            </p:cNvSpPr>
            <p:nvPr/>
          </p:nvSpPr>
          <p:spPr bwMode="auto">
            <a:xfrm>
              <a:off x="7654742" y="2317025"/>
              <a:ext cx="823666" cy="703264"/>
            </a:xfrm>
            <a:custGeom>
              <a:avLst/>
              <a:gdLst/>
              <a:ahLst/>
              <a:cxnLst>
                <a:cxn ang="0">
                  <a:pos x="434" y="96"/>
                </a:cxn>
                <a:cxn ang="0">
                  <a:pos x="284" y="141"/>
                </a:cxn>
                <a:cxn ang="0">
                  <a:pos x="286" y="208"/>
                </a:cxn>
                <a:cxn ang="0">
                  <a:pos x="280" y="216"/>
                </a:cxn>
                <a:cxn ang="0">
                  <a:pos x="213" y="297"/>
                </a:cxn>
                <a:cxn ang="0">
                  <a:pos x="223" y="327"/>
                </a:cxn>
                <a:cxn ang="0">
                  <a:pos x="203" y="362"/>
                </a:cxn>
                <a:cxn ang="0">
                  <a:pos x="197" y="372"/>
                </a:cxn>
                <a:cxn ang="0">
                  <a:pos x="201" y="380"/>
                </a:cxn>
                <a:cxn ang="0">
                  <a:pos x="201" y="380"/>
                </a:cxn>
                <a:cxn ang="0">
                  <a:pos x="201" y="380"/>
                </a:cxn>
                <a:cxn ang="0">
                  <a:pos x="201" y="380"/>
                </a:cxn>
                <a:cxn ang="0">
                  <a:pos x="239" y="397"/>
                </a:cxn>
                <a:cxn ang="0">
                  <a:pos x="227" y="405"/>
                </a:cxn>
                <a:cxn ang="0">
                  <a:pos x="89" y="457"/>
                </a:cxn>
                <a:cxn ang="0">
                  <a:pos x="75" y="551"/>
                </a:cxn>
                <a:cxn ang="0">
                  <a:pos x="49" y="663"/>
                </a:cxn>
                <a:cxn ang="0">
                  <a:pos x="30" y="768"/>
                </a:cxn>
                <a:cxn ang="0">
                  <a:pos x="36" y="833"/>
                </a:cxn>
                <a:cxn ang="0">
                  <a:pos x="14" y="847"/>
                </a:cxn>
                <a:cxn ang="0">
                  <a:pos x="4" y="904"/>
                </a:cxn>
                <a:cxn ang="0">
                  <a:pos x="65" y="1018"/>
                </a:cxn>
                <a:cxn ang="0">
                  <a:pos x="111" y="1034"/>
                </a:cxn>
                <a:cxn ang="0">
                  <a:pos x="111" y="1032"/>
                </a:cxn>
                <a:cxn ang="0">
                  <a:pos x="111" y="1032"/>
                </a:cxn>
                <a:cxn ang="0">
                  <a:pos x="116" y="1030"/>
                </a:cxn>
                <a:cxn ang="0">
                  <a:pos x="116" y="1030"/>
                </a:cxn>
                <a:cxn ang="0">
                  <a:pos x="120" y="1038"/>
                </a:cxn>
                <a:cxn ang="0">
                  <a:pos x="197" y="1136"/>
                </a:cxn>
                <a:cxn ang="0">
                  <a:pos x="296" y="1152"/>
                </a:cxn>
                <a:cxn ang="0">
                  <a:pos x="376" y="1115"/>
                </a:cxn>
                <a:cxn ang="0">
                  <a:pos x="479" y="1140"/>
                </a:cxn>
                <a:cxn ang="0">
                  <a:pos x="532" y="1207"/>
                </a:cxn>
                <a:cxn ang="0">
                  <a:pos x="520" y="1221"/>
                </a:cxn>
                <a:cxn ang="0">
                  <a:pos x="520" y="1233"/>
                </a:cxn>
                <a:cxn ang="0">
                  <a:pos x="595" y="1310"/>
                </a:cxn>
                <a:cxn ang="0">
                  <a:pos x="755" y="1270"/>
                </a:cxn>
                <a:cxn ang="0">
                  <a:pos x="827" y="1168"/>
                </a:cxn>
                <a:cxn ang="0">
                  <a:pos x="944" y="1113"/>
                </a:cxn>
                <a:cxn ang="0">
                  <a:pos x="1026" y="1142"/>
                </a:cxn>
                <a:cxn ang="0">
                  <a:pos x="1032" y="1166"/>
                </a:cxn>
                <a:cxn ang="0">
                  <a:pos x="1178" y="1215"/>
                </a:cxn>
                <a:cxn ang="0">
                  <a:pos x="1219" y="1296"/>
                </a:cxn>
                <a:cxn ang="0">
                  <a:pos x="1265" y="1371"/>
                </a:cxn>
                <a:cxn ang="0">
                  <a:pos x="1420" y="1333"/>
                </a:cxn>
                <a:cxn ang="0">
                  <a:pos x="1412" y="1103"/>
                </a:cxn>
                <a:cxn ang="0">
                  <a:pos x="1468" y="906"/>
                </a:cxn>
                <a:cxn ang="0">
                  <a:pos x="1603" y="663"/>
                </a:cxn>
                <a:cxn ang="0">
                  <a:pos x="1503" y="575"/>
                </a:cxn>
                <a:cxn ang="0">
                  <a:pos x="1405" y="549"/>
                </a:cxn>
                <a:cxn ang="0">
                  <a:pos x="1269" y="531"/>
                </a:cxn>
                <a:cxn ang="0">
                  <a:pos x="1166" y="496"/>
                </a:cxn>
                <a:cxn ang="0">
                  <a:pos x="1070" y="427"/>
                </a:cxn>
                <a:cxn ang="0">
                  <a:pos x="950" y="334"/>
                </a:cxn>
                <a:cxn ang="0">
                  <a:pos x="824" y="331"/>
                </a:cxn>
                <a:cxn ang="0">
                  <a:pos x="694" y="301"/>
                </a:cxn>
                <a:cxn ang="0">
                  <a:pos x="579" y="232"/>
                </a:cxn>
                <a:cxn ang="0">
                  <a:pos x="497" y="122"/>
                </a:cxn>
                <a:cxn ang="0">
                  <a:pos x="508" y="2"/>
                </a:cxn>
              </a:cxnLst>
              <a:rect l="0" t="0" r="r" b="b"/>
              <a:pathLst>
                <a:path w="1635" h="1396">
                  <a:moveTo>
                    <a:pt x="479" y="0"/>
                  </a:moveTo>
                  <a:lnTo>
                    <a:pt x="457" y="29"/>
                  </a:lnTo>
                  <a:lnTo>
                    <a:pt x="434" y="45"/>
                  </a:lnTo>
                  <a:lnTo>
                    <a:pt x="439" y="78"/>
                  </a:lnTo>
                  <a:lnTo>
                    <a:pt x="434" y="96"/>
                  </a:lnTo>
                  <a:lnTo>
                    <a:pt x="392" y="92"/>
                  </a:lnTo>
                  <a:lnTo>
                    <a:pt x="373" y="116"/>
                  </a:lnTo>
                  <a:lnTo>
                    <a:pt x="313" y="108"/>
                  </a:lnTo>
                  <a:lnTo>
                    <a:pt x="276" y="112"/>
                  </a:lnTo>
                  <a:lnTo>
                    <a:pt x="284" y="141"/>
                  </a:lnTo>
                  <a:lnTo>
                    <a:pt x="282" y="167"/>
                  </a:lnTo>
                  <a:lnTo>
                    <a:pt x="278" y="199"/>
                  </a:lnTo>
                  <a:lnTo>
                    <a:pt x="278" y="199"/>
                  </a:lnTo>
                  <a:lnTo>
                    <a:pt x="282" y="204"/>
                  </a:lnTo>
                  <a:lnTo>
                    <a:pt x="286" y="208"/>
                  </a:lnTo>
                  <a:lnTo>
                    <a:pt x="288" y="212"/>
                  </a:lnTo>
                  <a:lnTo>
                    <a:pt x="288" y="212"/>
                  </a:lnTo>
                  <a:lnTo>
                    <a:pt x="286" y="212"/>
                  </a:lnTo>
                  <a:lnTo>
                    <a:pt x="286" y="212"/>
                  </a:lnTo>
                  <a:lnTo>
                    <a:pt x="280" y="216"/>
                  </a:lnTo>
                  <a:lnTo>
                    <a:pt x="268" y="226"/>
                  </a:lnTo>
                  <a:lnTo>
                    <a:pt x="252" y="238"/>
                  </a:lnTo>
                  <a:lnTo>
                    <a:pt x="229" y="277"/>
                  </a:lnTo>
                  <a:lnTo>
                    <a:pt x="215" y="267"/>
                  </a:lnTo>
                  <a:lnTo>
                    <a:pt x="213" y="297"/>
                  </a:lnTo>
                  <a:lnTo>
                    <a:pt x="213" y="297"/>
                  </a:lnTo>
                  <a:lnTo>
                    <a:pt x="217" y="307"/>
                  </a:lnTo>
                  <a:lnTo>
                    <a:pt x="221" y="317"/>
                  </a:lnTo>
                  <a:lnTo>
                    <a:pt x="223" y="327"/>
                  </a:lnTo>
                  <a:lnTo>
                    <a:pt x="223" y="327"/>
                  </a:lnTo>
                  <a:lnTo>
                    <a:pt x="221" y="332"/>
                  </a:lnTo>
                  <a:lnTo>
                    <a:pt x="221" y="332"/>
                  </a:lnTo>
                  <a:lnTo>
                    <a:pt x="217" y="344"/>
                  </a:lnTo>
                  <a:lnTo>
                    <a:pt x="211" y="352"/>
                  </a:lnTo>
                  <a:lnTo>
                    <a:pt x="203" y="362"/>
                  </a:lnTo>
                  <a:lnTo>
                    <a:pt x="203" y="362"/>
                  </a:lnTo>
                  <a:lnTo>
                    <a:pt x="199" y="364"/>
                  </a:lnTo>
                  <a:lnTo>
                    <a:pt x="197" y="368"/>
                  </a:lnTo>
                  <a:lnTo>
                    <a:pt x="197" y="372"/>
                  </a:lnTo>
                  <a:lnTo>
                    <a:pt x="197" y="372"/>
                  </a:lnTo>
                  <a:lnTo>
                    <a:pt x="197" y="376"/>
                  </a:lnTo>
                  <a:lnTo>
                    <a:pt x="201" y="380"/>
                  </a:lnTo>
                  <a:lnTo>
                    <a:pt x="201" y="380"/>
                  </a:lnTo>
                  <a:lnTo>
                    <a:pt x="201" y="380"/>
                  </a:lnTo>
                  <a:lnTo>
                    <a:pt x="201" y="380"/>
                  </a:lnTo>
                  <a:lnTo>
                    <a:pt x="201" y="380"/>
                  </a:lnTo>
                  <a:lnTo>
                    <a:pt x="201" y="380"/>
                  </a:lnTo>
                  <a:lnTo>
                    <a:pt x="201" y="380"/>
                  </a:lnTo>
                  <a:lnTo>
                    <a:pt x="201" y="380"/>
                  </a:lnTo>
                  <a:lnTo>
                    <a:pt x="201" y="380"/>
                  </a:lnTo>
                  <a:lnTo>
                    <a:pt x="201" y="380"/>
                  </a:lnTo>
                  <a:lnTo>
                    <a:pt x="201" y="380"/>
                  </a:lnTo>
                  <a:lnTo>
                    <a:pt x="201" y="380"/>
                  </a:lnTo>
                  <a:lnTo>
                    <a:pt x="201" y="380"/>
                  </a:lnTo>
                  <a:lnTo>
                    <a:pt x="201" y="380"/>
                  </a:lnTo>
                  <a:lnTo>
                    <a:pt x="201" y="380"/>
                  </a:lnTo>
                  <a:lnTo>
                    <a:pt x="201" y="380"/>
                  </a:lnTo>
                  <a:lnTo>
                    <a:pt x="201" y="380"/>
                  </a:lnTo>
                  <a:lnTo>
                    <a:pt x="201" y="380"/>
                  </a:lnTo>
                  <a:lnTo>
                    <a:pt x="201" y="380"/>
                  </a:lnTo>
                  <a:lnTo>
                    <a:pt x="201" y="380"/>
                  </a:lnTo>
                  <a:lnTo>
                    <a:pt x="201" y="380"/>
                  </a:lnTo>
                  <a:lnTo>
                    <a:pt x="213" y="388"/>
                  </a:lnTo>
                  <a:lnTo>
                    <a:pt x="225" y="394"/>
                  </a:lnTo>
                  <a:lnTo>
                    <a:pt x="239" y="397"/>
                  </a:lnTo>
                  <a:lnTo>
                    <a:pt x="239" y="397"/>
                  </a:lnTo>
                  <a:lnTo>
                    <a:pt x="235" y="397"/>
                  </a:lnTo>
                  <a:lnTo>
                    <a:pt x="235" y="397"/>
                  </a:lnTo>
                  <a:lnTo>
                    <a:pt x="235" y="397"/>
                  </a:lnTo>
                  <a:lnTo>
                    <a:pt x="227" y="405"/>
                  </a:lnTo>
                  <a:lnTo>
                    <a:pt x="168" y="407"/>
                  </a:lnTo>
                  <a:lnTo>
                    <a:pt x="152" y="423"/>
                  </a:lnTo>
                  <a:lnTo>
                    <a:pt x="138" y="423"/>
                  </a:lnTo>
                  <a:lnTo>
                    <a:pt x="113" y="441"/>
                  </a:lnTo>
                  <a:lnTo>
                    <a:pt x="89" y="457"/>
                  </a:lnTo>
                  <a:lnTo>
                    <a:pt x="95" y="486"/>
                  </a:lnTo>
                  <a:lnTo>
                    <a:pt x="95" y="496"/>
                  </a:lnTo>
                  <a:lnTo>
                    <a:pt x="114" y="526"/>
                  </a:lnTo>
                  <a:lnTo>
                    <a:pt x="97" y="528"/>
                  </a:lnTo>
                  <a:lnTo>
                    <a:pt x="75" y="551"/>
                  </a:lnTo>
                  <a:lnTo>
                    <a:pt x="75" y="579"/>
                  </a:lnTo>
                  <a:lnTo>
                    <a:pt x="89" y="591"/>
                  </a:lnTo>
                  <a:lnTo>
                    <a:pt x="85" y="610"/>
                  </a:lnTo>
                  <a:lnTo>
                    <a:pt x="59" y="640"/>
                  </a:lnTo>
                  <a:lnTo>
                    <a:pt x="49" y="663"/>
                  </a:lnTo>
                  <a:lnTo>
                    <a:pt x="24" y="681"/>
                  </a:lnTo>
                  <a:lnTo>
                    <a:pt x="14" y="685"/>
                  </a:lnTo>
                  <a:lnTo>
                    <a:pt x="4" y="705"/>
                  </a:lnTo>
                  <a:lnTo>
                    <a:pt x="6" y="738"/>
                  </a:lnTo>
                  <a:lnTo>
                    <a:pt x="30" y="768"/>
                  </a:lnTo>
                  <a:lnTo>
                    <a:pt x="32" y="797"/>
                  </a:lnTo>
                  <a:lnTo>
                    <a:pt x="63" y="813"/>
                  </a:lnTo>
                  <a:lnTo>
                    <a:pt x="48" y="805"/>
                  </a:lnTo>
                  <a:lnTo>
                    <a:pt x="46" y="807"/>
                  </a:lnTo>
                  <a:lnTo>
                    <a:pt x="36" y="833"/>
                  </a:lnTo>
                  <a:lnTo>
                    <a:pt x="36" y="833"/>
                  </a:lnTo>
                  <a:lnTo>
                    <a:pt x="28" y="839"/>
                  </a:lnTo>
                  <a:lnTo>
                    <a:pt x="22" y="845"/>
                  </a:lnTo>
                  <a:lnTo>
                    <a:pt x="14" y="847"/>
                  </a:lnTo>
                  <a:lnTo>
                    <a:pt x="14" y="847"/>
                  </a:lnTo>
                  <a:lnTo>
                    <a:pt x="8" y="851"/>
                  </a:lnTo>
                  <a:lnTo>
                    <a:pt x="4" y="855"/>
                  </a:lnTo>
                  <a:lnTo>
                    <a:pt x="0" y="862"/>
                  </a:lnTo>
                  <a:lnTo>
                    <a:pt x="0" y="884"/>
                  </a:lnTo>
                  <a:lnTo>
                    <a:pt x="4" y="904"/>
                  </a:lnTo>
                  <a:lnTo>
                    <a:pt x="8" y="931"/>
                  </a:lnTo>
                  <a:lnTo>
                    <a:pt x="34" y="939"/>
                  </a:lnTo>
                  <a:lnTo>
                    <a:pt x="53" y="961"/>
                  </a:lnTo>
                  <a:lnTo>
                    <a:pt x="53" y="986"/>
                  </a:lnTo>
                  <a:lnTo>
                    <a:pt x="65" y="1018"/>
                  </a:lnTo>
                  <a:lnTo>
                    <a:pt x="101" y="1044"/>
                  </a:lnTo>
                  <a:lnTo>
                    <a:pt x="101" y="1044"/>
                  </a:lnTo>
                  <a:lnTo>
                    <a:pt x="111" y="1034"/>
                  </a:lnTo>
                  <a:lnTo>
                    <a:pt x="111" y="1034"/>
                  </a:lnTo>
                  <a:lnTo>
                    <a:pt x="111" y="1034"/>
                  </a:lnTo>
                  <a:lnTo>
                    <a:pt x="111" y="1032"/>
                  </a:lnTo>
                  <a:lnTo>
                    <a:pt x="111" y="1032"/>
                  </a:lnTo>
                  <a:lnTo>
                    <a:pt x="111" y="1032"/>
                  </a:lnTo>
                  <a:lnTo>
                    <a:pt x="111" y="1032"/>
                  </a:lnTo>
                  <a:lnTo>
                    <a:pt x="111" y="1032"/>
                  </a:lnTo>
                  <a:lnTo>
                    <a:pt x="111" y="1032"/>
                  </a:lnTo>
                  <a:lnTo>
                    <a:pt x="111" y="1032"/>
                  </a:lnTo>
                  <a:lnTo>
                    <a:pt x="111" y="1032"/>
                  </a:lnTo>
                  <a:lnTo>
                    <a:pt x="111" y="1032"/>
                  </a:lnTo>
                  <a:lnTo>
                    <a:pt x="111" y="1032"/>
                  </a:lnTo>
                  <a:lnTo>
                    <a:pt x="111" y="1032"/>
                  </a:lnTo>
                  <a:lnTo>
                    <a:pt x="111" y="1032"/>
                  </a:lnTo>
                  <a:lnTo>
                    <a:pt x="111" y="1032"/>
                  </a:lnTo>
                  <a:lnTo>
                    <a:pt x="111" y="1032"/>
                  </a:lnTo>
                  <a:lnTo>
                    <a:pt x="116" y="1030"/>
                  </a:lnTo>
                  <a:lnTo>
                    <a:pt x="116" y="1030"/>
                  </a:lnTo>
                  <a:lnTo>
                    <a:pt x="116" y="1030"/>
                  </a:lnTo>
                  <a:lnTo>
                    <a:pt x="116" y="1030"/>
                  </a:lnTo>
                  <a:lnTo>
                    <a:pt x="116" y="1030"/>
                  </a:lnTo>
                  <a:lnTo>
                    <a:pt x="116" y="1030"/>
                  </a:lnTo>
                  <a:lnTo>
                    <a:pt x="116" y="1030"/>
                  </a:lnTo>
                  <a:lnTo>
                    <a:pt x="116" y="1030"/>
                  </a:lnTo>
                  <a:lnTo>
                    <a:pt x="118" y="1030"/>
                  </a:lnTo>
                  <a:lnTo>
                    <a:pt x="118" y="1034"/>
                  </a:lnTo>
                  <a:lnTo>
                    <a:pt x="120" y="1038"/>
                  </a:lnTo>
                  <a:lnTo>
                    <a:pt x="120" y="1038"/>
                  </a:lnTo>
                  <a:lnTo>
                    <a:pt x="138" y="1075"/>
                  </a:lnTo>
                  <a:lnTo>
                    <a:pt x="152" y="1095"/>
                  </a:lnTo>
                  <a:lnTo>
                    <a:pt x="162" y="1117"/>
                  </a:lnTo>
                  <a:lnTo>
                    <a:pt x="197" y="1136"/>
                  </a:lnTo>
                  <a:lnTo>
                    <a:pt x="235" y="1136"/>
                  </a:lnTo>
                  <a:lnTo>
                    <a:pt x="270" y="1134"/>
                  </a:lnTo>
                  <a:lnTo>
                    <a:pt x="280" y="1156"/>
                  </a:lnTo>
                  <a:lnTo>
                    <a:pt x="294" y="1160"/>
                  </a:lnTo>
                  <a:lnTo>
                    <a:pt x="296" y="1152"/>
                  </a:lnTo>
                  <a:lnTo>
                    <a:pt x="317" y="1138"/>
                  </a:lnTo>
                  <a:lnTo>
                    <a:pt x="325" y="1136"/>
                  </a:lnTo>
                  <a:lnTo>
                    <a:pt x="361" y="1136"/>
                  </a:lnTo>
                  <a:lnTo>
                    <a:pt x="384" y="1128"/>
                  </a:lnTo>
                  <a:lnTo>
                    <a:pt x="376" y="1115"/>
                  </a:lnTo>
                  <a:lnTo>
                    <a:pt x="402" y="1101"/>
                  </a:lnTo>
                  <a:lnTo>
                    <a:pt x="424" y="1113"/>
                  </a:lnTo>
                  <a:lnTo>
                    <a:pt x="451" y="1117"/>
                  </a:lnTo>
                  <a:lnTo>
                    <a:pt x="479" y="1120"/>
                  </a:lnTo>
                  <a:lnTo>
                    <a:pt x="479" y="1140"/>
                  </a:lnTo>
                  <a:lnTo>
                    <a:pt x="499" y="1164"/>
                  </a:lnTo>
                  <a:lnTo>
                    <a:pt x="506" y="1166"/>
                  </a:lnTo>
                  <a:lnTo>
                    <a:pt x="518" y="1178"/>
                  </a:lnTo>
                  <a:lnTo>
                    <a:pt x="532" y="1207"/>
                  </a:lnTo>
                  <a:lnTo>
                    <a:pt x="532" y="1207"/>
                  </a:lnTo>
                  <a:lnTo>
                    <a:pt x="532" y="1207"/>
                  </a:lnTo>
                  <a:lnTo>
                    <a:pt x="530" y="1213"/>
                  </a:lnTo>
                  <a:lnTo>
                    <a:pt x="528" y="1217"/>
                  </a:lnTo>
                  <a:lnTo>
                    <a:pt x="520" y="1221"/>
                  </a:lnTo>
                  <a:lnTo>
                    <a:pt x="520" y="1221"/>
                  </a:lnTo>
                  <a:lnTo>
                    <a:pt x="518" y="1223"/>
                  </a:lnTo>
                  <a:lnTo>
                    <a:pt x="516" y="1227"/>
                  </a:lnTo>
                  <a:lnTo>
                    <a:pt x="516" y="1227"/>
                  </a:lnTo>
                  <a:lnTo>
                    <a:pt x="518" y="1229"/>
                  </a:lnTo>
                  <a:lnTo>
                    <a:pt x="520" y="1233"/>
                  </a:lnTo>
                  <a:lnTo>
                    <a:pt x="524" y="1235"/>
                  </a:lnTo>
                  <a:lnTo>
                    <a:pt x="532" y="1266"/>
                  </a:lnTo>
                  <a:lnTo>
                    <a:pt x="556" y="1280"/>
                  </a:lnTo>
                  <a:lnTo>
                    <a:pt x="583" y="1294"/>
                  </a:lnTo>
                  <a:lnTo>
                    <a:pt x="595" y="1310"/>
                  </a:lnTo>
                  <a:lnTo>
                    <a:pt x="644" y="1321"/>
                  </a:lnTo>
                  <a:lnTo>
                    <a:pt x="672" y="1312"/>
                  </a:lnTo>
                  <a:lnTo>
                    <a:pt x="672" y="1282"/>
                  </a:lnTo>
                  <a:lnTo>
                    <a:pt x="723" y="1270"/>
                  </a:lnTo>
                  <a:lnTo>
                    <a:pt x="755" y="1270"/>
                  </a:lnTo>
                  <a:lnTo>
                    <a:pt x="786" y="1262"/>
                  </a:lnTo>
                  <a:lnTo>
                    <a:pt x="774" y="1233"/>
                  </a:lnTo>
                  <a:lnTo>
                    <a:pt x="780" y="1213"/>
                  </a:lnTo>
                  <a:lnTo>
                    <a:pt x="810" y="1193"/>
                  </a:lnTo>
                  <a:lnTo>
                    <a:pt x="827" y="1168"/>
                  </a:lnTo>
                  <a:lnTo>
                    <a:pt x="853" y="1150"/>
                  </a:lnTo>
                  <a:lnTo>
                    <a:pt x="867" y="1126"/>
                  </a:lnTo>
                  <a:lnTo>
                    <a:pt x="887" y="1126"/>
                  </a:lnTo>
                  <a:lnTo>
                    <a:pt x="914" y="1103"/>
                  </a:lnTo>
                  <a:lnTo>
                    <a:pt x="944" y="1113"/>
                  </a:lnTo>
                  <a:lnTo>
                    <a:pt x="946" y="1140"/>
                  </a:lnTo>
                  <a:lnTo>
                    <a:pt x="963" y="1144"/>
                  </a:lnTo>
                  <a:lnTo>
                    <a:pt x="1001" y="1136"/>
                  </a:lnTo>
                  <a:lnTo>
                    <a:pt x="1026" y="1142"/>
                  </a:lnTo>
                  <a:lnTo>
                    <a:pt x="1026" y="1142"/>
                  </a:lnTo>
                  <a:lnTo>
                    <a:pt x="1026" y="1154"/>
                  </a:lnTo>
                  <a:lnTo>
                    <a:pt x="1028" y="1162"/>
                  </a:lnTo>
                  <a:lnTo>
                    <a:pt x="1030" y="1166"/>
                  </a:lnTo>
                  <a:lnTo>
                    <a:pt x="1032" y="1166"/>
                  </a:lnTo>
                  <a:lnTo>
                    <a:pt x="1032" y="1166"/>
                  </a:lnTo>
                  <a:lnTo>
                    <a:pt x="1072" y="1166"/>
                  </a:lnTo>
                  <a:lnTo>
                    <a:pt x="1097" y="1164"/>
                  </a:lnTo>
                  <a:lnTo>
                    <a:pt x="1145" y="1180"/>
                  </a:lnTo>
                  <a:lnTo>
                    <a:pt x="1158" y="1199"/>
                  </a:lnTo>
                  <a:lnTo>
                    <a:pt x="1178" y="1215"/>
                  </a:lnTo>
                  <a:lnTo>
                    <a:pt x="1200" y="1233"/>
                  </a:lnTo>
                  <a:lnTo>
                    <a:pt x="1217" y="1248"/>
                  </a:lnTo>
                  <a:lnTo>
                    <a:pt x="1227" y="1262"/>
                  </a:lnTo>
                  <a:lnTo>
                    <a:pt x="1229" y="1282"/>
                  </a:lnTo>
                  <a:lnTo>
                    <a:pt x="1219" y="1296"/>
                  </a:lnTo>
                  <a:lnTo>
                    <a:pt x="1215" y="1310"/>
                  </a:lnTo>
                  <a:lnTo>
                    <a:pt x="1227" y="1315"/>
                  </a:lnTo>
                  <a:lnTo>
                    <a:pt x="1249" y="1333"/>
                  </a:lnTo>
                  <a:lnTo>
                    <a:pt x="1261" y="1347"/>
                  </a:lnTo>
                  <a:lnTo>
                    <a:pt x="1265" y="1371"/>
                  </a:lnTo>
                  <a:lnTo>
                    <a:pt x="1282" y="1396"/>
                  </a:lnTo>
                  <a:lnTo>
                    <a:pt x="1342" y="1396"/>
                  </a:lnTo>
                  <a:lnTo>
                    <a:pt x="1365" y="1371"/>
                  </a:lnTo>
                  <a:lnTo>
                    <a:pt x="1383" y="1371"/>
                  </a:lnTo>
                  <a:lnTo>
                    <a:pt x="1420" y="1333"/>
                  </a:lnTo>
                  <a:lnTo>
                    <a:pt x="1408" y="1296"/>
                  </a:lnTo>
                  <a:lnTo>
                    <a:pt x="1393" y="1272"/>
                  </a:lnTo>
                  <a:lnTo>
                    <a:pt x="1407" y="1215"/>
                  </a:lnTo>
                  <a:lnTo>
                    <a:pt x="1420" y="1148"/>
                  </a:lnTo>
                  <a:lnTo>
                    <a:pt x="1412" y="1103"/>
                  </a:lnTo>
                  <a:lnTo>
                    <a:pt x="1408" y="1061"/>
                  </a:lnTo>
                  <a:lnTo>
                    <a:pt x="1410" y="1061"/>
                  </a:lnTo>
                  <a:lnTo>
                    <a:pt x="1442" y="1004"/>
                  </a:lnTo>
                  <a:lnTo>
                    <a:pt x="1466" y="955"/>
                  </a:lnTo>
                  <a:lnTo>
                    <a:pt x="1468" y="906"/>
                  </a:lnTo>
                  <a:lnTo>
                    <a:pt x="1489" y="858"/>
                  </a:lnTo>
                  <a:lnTo>
                    <a:pt x="1499" y="797"/>
                  </a:lnTo>
                  <a:lnTo>
                    <a:pt x="1540" y="758"/>
                  </a:lnTo>
                  <a:lnTo>
                    <a:pt x="1576" y="724"/>
                  </a:lnTo>
                  <a:lnTo>
                    <a:pt x="1603" y="663"/>
                  </a:lnTo>
                  <a:lnTo>
                    <a:pt x="1635" y="622"/>
                  </a:lnTo>
                  <a:lnTo>
                    <a:pt x="1617" y="591"/>
                  </a:lnTo>
                  <a:lnTo>
                    <a:pt x="1566" y="579"/>
                  </a:lnTo>
                  <a:lnTo>
                    <a:pt x="1533" y="575"/>
                  </a:lnTo>
                  <a:lnTo>
                    <a:pt x="1503" y="575"/>
                  </a:lnTo>
                  <a:lnTo>
                    <a:pt x="1479" y="567"/>
                  </a:lnTo>
                  <a:lnTo>
                    <a:pt x="1444" y="581"/>
                  </a:lnTo>
                  <a:lnTo>
                    <a:pt x="1430" y="575"/>
                  </a:lnTo>
                  <a:lnTo>
                    <a:pt x="1412" y="567"/>
                  </a:lnTo>
                  <a:lnTo>
                    <a:pt x="1405" y="549"/>
                  </a:lnTo>
                  <a:lnTo>
                    <a:pt x="1391" y="524"/>
                  </a:lnTo>
                  <a:lnTo>
                    <a:pt x="1369" y="508"/>
                  </a:lnTo>
                  <a:lnTo>
                    <a:pt x="1345" y="533"/>
                  </a:lnTo>
                  <a:lnTo>
                    <a:pt x="1294" y="541"/>
                  </a:lnTo>
                  <a:lnTo>
                    <a:pt x="1269" y="531"/>
                  </a:lnTo>
                  <a:lnTo>
                    <a:pt x="1249" y="520"/>
                  </a:lnTo>
                  <a:lnTo>
                    <a:pt x="1235" y="537"/>
                  </a:lnTo>
                  <a:lnTo>
                    <a:pt x="1219" y="490"/>
                  </a:lnTo>
                  <a:lnTo>
                    <a:pt x="1198" y="490"/>
                  </a:lnTo>
                  <a:lnTo>
                    <a:pt x="1166" y="496"/>
                  </a:lnTo>
                  <a:lnTo>
                    <a:pt x="1166" y="524"/>
                  </a:lnTo>
                  <a:lnTo>
                    <a:pt x="1125" y="514"/>
                  </a:lnTo>
                  <a:lnTo>
                    <a:pt x="1127" y="494"/>
                  </a:lnTo>
                  <a:lnTo>
                    <a:pt x="1103" y="464"/>
                  </a:lnTo>
                  <a:lnTo>
                    <a:pt x="1070" y="427"/>
                  </a:lnTo>
                  <a:lnTo>
                    <a:pt x="1078" y="413"/>
                  </a:lnTo>
                  <a:lnTo>
                    <a:pt x="1060" y="390"/>
                  </a:lnTo>
                  <a:lnTo>
                    <a:pt x="1026" y="360"/>
                  </a:lnTo>
                  <a:lnTo>
                    <a:pt x="1001" y="356"/>
                  </a:lnTo>
                  <a:lnTo>
                    <a:pt x="950" y="334"/>
                  </a:lnTo>
                  <a:lnTo>
                    <a:pt x="920" y="352"/>
                  </a:lnTo>
                  <a:lnTo>
                    <a:pt x="887" y="364"/>
                  </a:lnTo>
                  <a:lnTo>
                    <a:pt x="859" y="356"/>
                  </a:lnTo>
                  <a:lnTo>
                    <a:pt x="845" y="352"/>
                  </a:lnTo>
                  <a:lnTo>
                    <a:pt x="824" y="331"/>
                  </a:lnTo>
                  <a:lnTo>
                    <a:pt x="796" y="327"/>
                  </a:lnTo>
                  <a:lnTo>
                    <a:pt x="751" y="338"/>
                  </a:lnTo>
                  <a:lnTo>
                    <a:pt x="741" y="340"/>
                  </a:lnTo>
                  <a:lnTo>
                    <a:pt x="707" y="332"/>
                  </a:lnTo>
                  <a:lnTo>
                    <a:pt x="694" y="301"/>
                  </a:lnTo>
                  <a:lnTo>
                    <a:pt x="680" y="289"/>
                  </a:lnTo>
                  <a:lnTo>
                    <a:pt x="654" y="266"/>
                  </a:lnTo>
                  <a:lnTo>
                    <a:pt x="629" y="248"/>
                  </a:lnTo>
                  <a:lnTo>
                    <a:pt x="611" y="252"/>
                  </a:lnTo>
                  <a:lnTo>
                    <a:pt x="579" y="232"/>
                  </a:lnTo>
                  <a:lnTo>
                    <a:pt x="534" y="191"/>
                  </a:lnTo>
                  <a:lnTo>
                    <a:pt x="514" y="200"/>
                  </a:lnTo>
                  <a:lnTo>
                    <a:pt x="493" y="195"/>
                  </a:lnTo>
                  <a:lnTo>
                    <a:pt x="489" y="145"/>
                  </a:lnTo>
                  <a:lnTo>
                    <a:pt x="497" y="122"/>
                  </a:lnTo>
                  <a:lnTo>
                    <a:pt x="473" y="110"/>
                  </a:lnTo>
                  <a:lnTo>
                    <a:pt x="481" y="74"/>
                  </a:lnTo>
                  <a:lnTo>
                    <a:pt x="495" y="41"/>
                  </a:lnTo>
                  <a:lnTo>
                    <a:pt x="502" y="23"/>
                  </a:lnTo>
                  <a:lnTo>
                    <a:pt x="508" y="2"/>
                  </a:lnTo>
                  <a:lnTo>
                    <a:pt x="479" y="0"/>
                  </a:lnTo>
                </a:path>
              </a:pathLst>
            </a:custGeom>
            <a:grpFill/>
            <a:ln w="14564" cap="flat">
              <a:solidFill>
                <a:schemeClr val="accent1">
                  <a:alpha val="13000"/>
                </a:schemeClr>
              </a:solidFill>
              <a:prstDash val="solid"/>
              <a:bevel/>
            </a:ln>
          </p:spPr>
          <p:txBody>
            <a:bodyPr rtlCol="0" anchor="ctr"/>
            <a:lstStyle/>
            <a:p>
              <a:endParaRPr lang="en-US" sz="2000">
                <a:solidFill>
                  <a:schemeClr val="accent1"/>
                </a:solidFill>
              </a:endParaRPr>
            </a:p>
          </p:txBody>
        </p:sp>
        <p:sp>
          <p:nvSpPr>
            <p:cNvPr id="18" name="A4_Bourgogne-France-Comté">
              <a:extLst>
                <a:ext uri="{FF2B5EF4-FFF2-40B4-BE49-F238E27FC236}">
                  <a16:creationId xmlns:a16="http://schemas.microsoft.com/office/drawing/2014/main" id="{7E8C9865-05FD-9E4E-BBA5-0FF11AE6F57B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7515" y="2772434"/>
              <a:ext cx="734498" cy="563720"/>
            </a:xfrm>
            <a:custGeom>
              <a:avLst/>
              <a:gdLst/>
              <a:ahLst/>
              <a:cxnLst>
                <a:cxn ang="0">
                  <a:pos x="65" y="43"/>
                </a:cxn>
                <a:cxn ang="0">
                  <a:pos x="30" y="126"/>
                </a:cxn>
                <a:cxn ang="0">
                  <a:pos x="26" y="142"/>
                </a:cxn>
                <a:cxn ang="0">
                  <a:pos x="26" y="142"/>
                </a:cxn>
                <a:cxn ang="0">
                  <a:pos x="26" y="142"/>
                </a:cxn>
                <a:cxn ang="0">
                  <a:pos x="81" y="252"/>
                </a:cxn>
                <a:cxn ang="0">
                  <a:pos x="67" y="274"/>
                </a:cxn>
                <a:cxn ang="0">
                  <a:pos x="42" y="394"/>
                </a:cxn>
                <a:cxn ang="0">
                  <a:pos x="16" y="431"/>
                </a:cxn>
                <a:cxn ang="0">
                  <a:pos x="16" y="443"/>
                </a:cxn>
                <a:cxn ang="0">
                  <a:pos x="36" y="500"/>
                </a:cxn>
                <a:cxn ang="0">
                  <a:pos x="61" y="662"/>
                </a:cxn>
                <a:cxn ang="0">
                  <a:pos x="73" y="758"/>
                </a:cxn>
                <a:cxn ang="0">
                  <a:pos x="73" y="758"/>
                </a:cxn>
                <a:cxn ang="0">
                  <a:pos x="73" y="758"/>
                </a:cxn>
                <a:cxn ang="0">
                  <a:pos x="67" y="815"/>
                </a:cxn>
                <a:cxn ang="0">
                  <a:pos x="67" y="815"/>
                </a:cxn>
                <a:cxn ang="0">
                  <a:pos x="154" y="847"/>
                </a:cxn>
                <a:cxn ang="0">
                  <a:pos x="205" y="867"/>
                </a:cxn>
                <a:cxn ang="0">
                  <a:pos x="209" y="884"/>
                </a:cxn>
                <a:cxn ang="0">
                  <a:pos x="250" y="874"/>
                </a:cxn>
                <a:cxn ang="0">
                  <a:pos x="306" y="922"/>
                </a:cxn>
                <a:cxn ang="0">
                  <a:pos x="384" y="1050"/>
                </a:cxn>
                <a:cxn ang="0">
                  <a:pos x="508" y="1111"/>
                </a:cxn>
                <a:cxn ang="0">
                  <a:pos x="534" y="1073"/>
                </a:cxn>
                <a:cxn ang="0">
                  <a:pos x="621" y="1056"/>
                </a:cxn>
                <a:cxn ang="0">
                  <a:pos x="650" y="1117"/>
                </a:cxn>
                <a:cxn ang="0">
                  <a:pos x="650" y="1117"/>
                </a:cxn>
                <a:cxn ang="0">
                  <a:pos x="654" y="1119"/>
                </a:cxn>
                <a:cxn ang="0">
                  <a:pos x="666" y="1067"/>
                </a:cxn>
                <a:cxn ang="0">
                  <a:pos x="697" y="1032"/>
                </a:cxn>
                <a:cxn ang="0">
                  <a:pos x="699" y="1026"/>
                </a:cxn>
                <a:cxn ang="0">
                  <a:pos x="686" y="1022"/>
                </a:cxn>
                <a:cxn ang="0">
                  <a:pos x="674" y="1022"/>
                </a:cxn>
                <a:cxn ang="0">
                  <a:pos x="699" y="975"/>
                </a:cxn>
                <a:cxn ang="0">
                  <a:pos x="743" y="959"/>
                </a:cxn>
                <a:cxn ang="0">
                  <a:pos x="824" y="979"/>
                </a:cxn>
                <a:cxn ang="0">
                  <a:pos x="861" y="1026"/>
                </a:cxn>
                <a:cxn ang="0">
                  <a:pos x="940" y="1064"/>
                </a:cxn>
                <a:cxn ang="0">
                  <a:pos x="954" y="1040"/>
                </a:cxn>
                <a:cxn ang="0">
                  <a:pos x="957" y="1038"/>
                </a:cxn>
                <a:cxn ang="0">
                  <a:pos x="1011" y="1077"/>
                </a:cxn>
                <a:cxn ang="0">
                  <a:pos x="1097" y="983"/>
                </a:cxn>
                <a:cxn ang="0">
                  <a:pos x="1200" y="839"/>
                </a:cxn>
                <a:cxn ang="0">
                  <a:pos x="1227" y="786"/>
                </a:cxn>
                <a:cxn ang="0">
                  <a:pos x="1387" y="567"/>
                </a:cxn>
                <a:cxn ang="0">
                  <a:pos x="1416" y="467"/>
                </a:cxn>
                <a:cxn ang="0">
                  <a:pos x="1422" y="378"/>
                </a:cxn>
                <a:cxn ang="0">
                  <a:pos x="1338" y="276"/>
                </a:cxn>
                <a:cxn ang="0">
                  <a:pos x="1221" y="258"/>
                </a:cxn>
                <a:cxn ang="0">
                  <a:pos x="1107" y="199"/>
                </a:cxn>
                <a:cxn ang="0">
                  <a:pos x="967" y="329"/>
                </a:cxn>
                <a:cxn ang="0">
                  <a:pos x="788" y="406"/>
                </a:cxn>
                <a:cxn ang="0">
                  <a:pos x="711" y="325"/>
                </a:cxn>
                <a:cxn ang="0">
                  <a:pos x="723" y="309"/>
                </a:cxn>
                <a:cxn ang="0">
                  <a:pos x="644" y="213"/>
                </a:cxn>
                <a:cxn ang="0">
                  <a:pos x="510" y="234"/>
                </a:cxn>
                <a:cxn ang="0">
                  <a:pos x="390" y="232"/>
                </a:cxn>
                <a:cxn ang="0">
                  <a:pos x="311" y="130"/>
                </a:cxn>
                <a:cxn ang="0">
                  <a:pos x="309" y="126"/>
                </a:cxn>
                <a:cxn ang="0">
                  <a:pos x="304" y="128"/>
                </a:cxn>
                <a:cxn ang="0">
                  <a:pos x="304" y="128"/>
                </a:cxn>
                <a:cxn ang="0">
                  <a:pos x="246" y="57"/>
                </a:cxn>
              </a:cxnLst>
              <a:rect l="0" t="0" r="r" b="b"/>
              <a:pathLst>
                <a:path w="1458" h="1119">
                  <a:moveTo>
                    <a:pt x="197" y="0"/>
                  </a:moveTo>
                  <a:lnTo>
                    <a:pt x="197" y="0"/>
                  </a:lnTo>
                  <a:lnTo>
                    <a:pt x="187" y="2"/>
                  </a:lnTo>
                  <a:lnTo>
                    <a:pt x="174" y="19"/>
                  </a:lnTo>
                  <a:lnTo>
                    <a:pt x="158" y="19"/>
                  </a:lnTo>
                  <a:lnTo>
                    <a:pt x="91" y="17"/>
                  </a:lnTo>
                  <a:lnTo>
                    <a:pt x="65" y="43"/>
                  </a:lnTo>
                  <a:lnTo>
                    <a:pt x="65" y="73"/>
                  </a:lnTo>
                  <a:lnTo>
                    <a:pt x="46" y="94"/>
                  </a:lnTo>
                  <a:lnTo>
                    <a:pt x="46" y="94"/>
                  </a:lnTo>
                  <a:lnTo>
                    <a:pt x="40" y="106"/>
                  </a:lnTo>
                  <a:lnTo>
                    <a:pt x="32" y="124"/>
                  </a:lnTo>
                  <a:lnTo>
                    <a:pt x="30" y="126"/>
                  </a:lnTo>
                  <a:lnTo>
                    <a:pt x="30" y="126"/>
                  </a:lnTo>
                  <a:lnTo>
                    <a:pt x="26" y="136"/>
                  </a:lnTo>
                  <a:lnTo>
                    <a:pt x="26" y="142"/>
                  </a:lnTo>
                  <a:lnTo>
                    <a:pt x="26" y="142"/>
                  </a:lnTo>
                  <a:lnTo>
                    <a:pt x="26" y="142"/>
                  </a:lnTo>
                  <a:lnTo>
                    <a:pt x="26" y="142"/>
                  </a:lnTo>
                  <a:lnTo>
                    <a:pt x="26" y="142"/>
                  </a:lnTo>
                  <a:lnTo>
                    <a:pt x="26" y="142"/>
                  </a:lnTo>
                  <a:lnTo>
                    <a:pt x="26" y="142"/>
                  </a:lnTo>
                  <a:lnTo>
                    <a:pt x="26" y="142"/>
                  </a:lnTo>
                  <a:lnTo>
                    <a:pt x="26" y="142"/>
                  </a:lnTo>
                  <a:lnTo>
                    <a:pt x="26" y="142"/>
                  </a:lnTo>
                  <a:lnTo>
                    <a:pt x="26" y="142"/>
                  </a:lnTo>
                  <a:lnTo>
                    <a:pt x="26" y="142"/>
                  </a:lnTo>
                  <a:lnTo>
                    <a:pt x="26" y="142"/>
                  </a:lnTo>
                  <a:lnTo>
                    <a:pt x="26" y="142"/>
                  </a:lnTo>
                  <a:lnTo>
                    <a:pt x="26" y="142"/>
                  </a:lnTo>
                  <a:lnTo>
                    <a:pt x="26" y="142"/>
                  </a:lnTo>
                  <a:lnTo>
                    <a:pt x="26" y="142"/>
                  </a:lnTo>
                  <a:lnTo>
                    <a:pt x="26" y="142"/>
                  </a:lnTo>
                  <a:lnTo>
                    <a:pt x="26" y="142"/>
                  </a:lnTo>
                  <a:lnTo>
                    <a:pt x="26" y="142"/>
                  </a:lnTo>
                  <a:lnTo>
                    <a:pt x="67" y="173"/>
                  </a:lnTo>
                  <a:lnTo>
                    <a:pt x="81" y="195"/>
                  </a:lnTo>
                  <a:lnTo>
                    <a:pt x="107" y="232"/>
                  </a:lnTo>
                  <a:lnTo>
                    <a:pt x="107" y="232"/>
                  </a:lnTo>
                  <a:lnTo>
                    <a:pt x="107" y="232"/>
                  </a:lnTo>
                  <a:lnTo>
                    <a:pt x="93" y="242"/>
                  </a:lnTo>
                  <a:lnTo>
                    <a:pt x="81" y="252"/>
                  </a:lnTo>
                  <a:lnTo>
                    <a:pt x="71" y="260"/>
                  </a:lnTo>
                  <a:lnTo>
                    <a:pt x="71" y="260"/>
                  </a:lnTo>
                  <a:lnTo>
                    <a:pt x="67" y="264"/>
                  </a:lnTo>
                  <a:lnTo>
                    <a:pt x="65" y="268"/>
                  </a:lnTo>
                  <a:lnTo>
                    <a:pt x="65" y="268"/>
                  </a:lnTo>
                  <a:lnTo>
                    <a:pt x="67" y="272"/>
                  </a:lnTo>
                  <a:lnTo>
                    <a:pt x="67" y="274"/>
                  </a:lnTo>
                  <a:lnTo>
                    <a:pt x="71" y="276"/>
                  </a:lnTo>
                  <a:lnTo>
                    <a:pt x="71" y="297"/>
                  </a:lnTo>
                  <a:lnTo>
                    <a:pt x="44" y="327"/>
                  </a:lnTo>
                  <a:lnTo>
                    <a:pt x="32" y="327"/>
                  </a:lnTo>
                  <a:lnTo>
                    <a:pt x="0" y="344"/>
                  </a:lnTo>
                  <a:lnTo>
                    <a:pt x="26" y="368"/>
                  </a:lnTo>
                  <a:lnTo>
                    <a:pt x="42" y="394"/>
                  </a:lnTo>
                  <a:lnTo>
                    <a:pt x="42" y="419"/>
                  </a:lnTo>
                  <a:lnTo>
                    <a:pt x="42" y="419"/>
                  </a:lnTo>
                  <a:lnTo>
                    <a:pt x="26" y="427"/>
                  </a:lnTo>
                  <a:lnTo>
                    <a:pt x="16" y="431"/>
                  </a:lnTo>
                  <a:lnTo>
                    <a:pt x="16" y="431"/>
                  </a:lnTo>
                  <a:lnTo>
                    <a:pt x="16" y="431"/>
                  </a:lnTo>
                  <a:lnTo>
                    <a:pt x="16" y="431"/>
                  </a:lnTo>
                  <a:lnTo>
                    <a:pt x="16" y="431"/>
                  </a:lnTo>
                  <a:lnTo>
                    <a:pt x="16" y="431"/>
                  </a:lnTo>
                  <a:lnTo>
                    <a:pt x="16" y="431"/>
                  </a:lnTo>
                  <a:lnTo>
                    <a:pt x="16" y="431"/>
                  </a:lnTo>
                  <a:lnTo>
                    <a:pt x="14" y="435"/>
                  </a:lnTo>
                  <a:lnTo>
                    <a:pt x="16" y="443"/>
                  </a:lnTo>
                  <a:lnTo>
                    <a:pt x="16" y="443"/>
                  </a:lnTo>
                  <a:lnTo>
                    <a:pt x="18" y="449"/>
                  </a:lnTo>
                  <a:lnTo>
                    <a:pt x="20" y="453"/>
                  </a:lnTo>
                  <a:lnTo>
                    <a:pt x="20" y="453"/>
                  </a:lnTo>
                  <a:lnTo>
                    <a:pt x="24" y="459"/>
                  </a:lnTo>
                  <a:lnTo>
                    <a:pt x="28" y="465"/>
                  </a:lnTo>
                  <a:lnTo>
                    <a:pt x="32" y="480"/>
                  </a:lnTo>
                  <a:lnTo>
                    <a:pt x="36" y="500"/>
                  </a:lnTo>
                  <a:lnTo>
                    <a:pt x="36" y="500"/>
                  </a:lnTo>
                  <a:lnTo>
                    <a:pt x="36" y="500"/>
                  </a:lnTo>
                  <a:lnTo>
                    <a:pt x="18" y="518"/>
                  </a:lnTo>
                  <a:lnTo>
                    <a:pt x="18" y="555"/>
                  </a:lnTo>
                  <a:lnTo>
                    <a:pt x="44" y="577"/>
                  </a:lnTo>
                  <a:lnTo>
                    <a:pt x="51" y="595"/>
                  </a:lnTo>
                  <a:lnTo>
                    <a:pt x="61" y="662"/>
                  </a:lnTo>
                  <a:lnTo>
                    <a:pt x="67" y="693"/>
                  </a:lnTo>
                  <a:lnTo>
                    <a:pt x="75" y="715"/>
                  </a:lnTo>
                  <a:lnTo>
                    <a:pt x="73" y="758"/>
                  </a:lnTo>
                  <a:lnTo>
                    <a:pt x="73" y="758"/>
                  </a:lnTo>
                  <a:lnTo>
                    <a:pt x="73" y="758"/>
                  </a:lnTo>
                  <a:lnTo>
                    <a:pt x="73" y="758"/>
                  </a:lnTo>
                  <a:lnTo>
                    <a:pt x="73" y="758"/>
                  </a:lnTo>
                  <a:lnTo>
                    <a:pt x="73" y="758"/>
                  </a:lnTo>
                  <a:lnTo>
                    <a:pt x="73" y="758"/>
                  </a:lnTo>
                  <a:lnTo>
                    <a:pt x="73" y="758"/>
                  </a:lnTo>
                  <a:lnTo>
                    <a:pt x="73" y="758"/>
                  </a:lnTo>
                  <a:lnTo>
                    <a:pt x="73" y="758"/>
                  </a:lnTo>
                  <a:lnTo>
                    <a:pt x="73" y="758"/>
                  </a:lnTo>
                  <a:lnTo>
                    <a:pt x="73" y="758"/>
                  </a:lnTo>
                  <a:lnTo>
                    <a:pt x="73" y="758"/>
                  </a:lnTo>
                  <a:lnTo>
                    <a:pt x="73" y="758"/>
                  </a:lnTo>
                  <a:lnTo>
                    <a:pt x="73" y="758"/>
                  </a:lnTo>
                  <a:lnTo>
                    <a:pt x="73" y="758"/>
                  </a:lnTo>
                  <a:lnTo>
                    <a:pt x="73" y="758"/>
                  </a:lnTo>
                  <a:lnTo>
                    <a:pt x="73" y="758"/>
                  </a:lnTo>
                  <a:lnTo>
                    <a:pt x="73" y="758"/>
                  </a:lnTo>
                  <a:lnTo>
                    <a:pt x="73" y="758"/>
                  </a:lnTo>
                  <a:lnTo>
                    <a:pt x="73" y="758"/>
                  </a:lnTo>
                  <a:lnTo>
                    <a:pt x="73" y="770"/>
                  </a:lnTo>
                  <a:lnTo>
                    <a:pt x="71" y="788"/>
                  </a:lnTo>
                  <a:lnTo>
                    <a:pt x="71" y="788"/>
                  </a:lnTo>
                  <a:lnTo>
                    <a:pt x="69" y="803"/>
                  </a:lnTo>
                  <a:lnTo>
                    <a:pt x="67" y="815"/>
                  </a:lnTo>
                  <a:lnTo>
                    <a:pt x="67" y="815"/>
                  </a:lnTo>
                  <a:lnTo>
                    <a:pt x="67" y="815"/>
                  </a:lnTo>
                  <a:lnTo>
                    <a:pt x="67" y="815"/>
                  </a:lnTo>
                  <a:lnTo>
                    <a:pt x="67" y="815"/>
                  </a:lnTo>
                  <a:lnTo>
                    <a:pt x="67" y="815"/>
                  </a:lnTo>
                  <a:lnTo>
                    <a:pt x="67" y="815"/>
                  </a:lnTo>
                  <a:lnTo>
                    <a:pt x="67" y="815"/>
                  </a:lnTo>
                  <a:lnTo>
                    <a:pt x="67" y="815"/>
                  </a:lnTo>
                  <a:lnTo>
                    <a:pt x="67" y="815"/>
                  </a:lnTo>
                  <a:lnTo>
                    <a:pt x="67" y="815"/>
                  </a:lnTo>
                  <a:lnTo>
                    <a:pt x="67" y="815"/>
                  </a:lnTo>
                  <a:lnTo>
                    <a:pt x="105" y="849"/>
                  </a:lnTo>
                  <a:lnTo>
                    <a:pt x="134" y="865"/>
                  </a:lnTo>
                  <a:lnTo>
                    <a:pt x="154" y="847"/>
                  </a:lnTo>
                  <a:lnTo>
                    <a:pt x="170" y="878"/>
                  </a:lnTo>
                  <a:lnTo>
                    <a:pt x="181" y="874"/>
                  </a:lnTo>
                  <a:lnTo>
                    <a:pt x="183" y="857"/>
                  </a:lnTo>
                  <a:lnTo>
                    <a:pt x="207" y="861"/>
                  </a:lnTo>
                  <a:lnTo>
                    <a:pt x="207" y="861"/>
                  </a:lnTo>
                  <a:lnTo>
                    <a:pt x="207" y="861"/>
                  </a:lnTo>
                  <a:lnTo>
                    <a:pt x="205" y="867"/>
                  </a:lnTo>
                  <a:lnTo>
                    <a:pt x="203" y="874"/>
                  </a:lnTo>
                  <a:lnTo>
                    <a:pt x="203" y="874"/>
                  </a:lnTo>
                  <a:lnTo>
                    <a:pt x="205" y="880"/>
                  </a:lnTo>
                  <a:lnTo>
                    <a:pt x="207" y="882"/>
                  </a:lnTo>
                  <a:lnTo>
                    <a:pt x="209" y="884"/>
                  </a:lnTo>
                  <a:lnTo>
                    <a:pt x="209" y="884"/>
                  </a:lnTo>
                  <a:lnTo>
                    <a:pt x="209" y="884"/>
                  </a:lnTo>
                  <a:lnTo>
                    <a:pt x="209" y="884"/>
                  </a:lnTo>
                  <a:lnTo>
                    <a:pt x="213" y="884"/>
                  </a:lnTo>
                  <a:lnTo>
                    <a:pt x="213" y="884"/>
                  </a:lnTo>
                  <a:lnTo>
                    <a:pt x="213" y="884"/>
                  </a:lnTo>
                  <a:lnTo>
                    <a:pt x="223" y="882"/>
                  </a:lnTo>
                  <a:lnTo>
                    <a:pt x="237" y="878"/>
                  </a:lnTo>
                  <a:lnTo>
                    <a:pt x="250" y="874"/>
                  </a:lnTo>
                  <a:lnTo>
                    <a:pt x="250" y="874"/>
                  </a:lnTo>
                  <a:lnTo>
                    <a:pt x="250" y="874"/>
                  </a:lnTo>
                  <a:lnTo>
                    <a:pt x="244" y="865"/>
                  </a:lnTo>
                  <a:lnTo>
                    <a:pt x="250" y="841"/>
                  </a:lnTo>
                  <a:lnTo>
                    <a:pt x="276" y="839"/>
                  </a:lnTo>
                  <a:lnTo>
                    <a:pt x="288" y="888"/>
                  </a:lnTo>
                  <a:lnTo>
                    <a:pt x="306" y="922"/>
                  </a:lnTo>
                  <a:lnTo>
                    <a:pt x="311" y="937"/>
                  </a:lnTo>
                  <a:lnTo>
                    <a:pt x="337" y="945"/>
                  </a:lnTo>
                  <a:lnTo>
                    <a:pt x="367" y="955"/>
                  </a:lnTo>
                  <a:lnTo>
                    <a:pt x="376" y="973"/>
                  </a:lnTo>
                  <a:lnTo>
                    <a:pt x="386" y="995"/>
                  </a:lnTo>
                  <a:lnTo>
                    <a:pt x="384" y="1030"/>
                  </a:lnTo>
                  <a:lnTo>
                    <a:pt x="384" y="1050"/>
                  </a:lnTo>
                  <a:lnTo>
                    <a:pt x="357" y="1062"/>
                  </a:lnTo>
                  <a:lnTo>
                    <a:pt x="363" y="1081"/>
                  </a:lnTo>
                  <a:lnTo>
                    <a:pt x="365" y="1097"/>
                  </a:lnTo>
                  <a:lnTo>
                    <a:pt x="376" y="1117"/>
                  </a:lnTo>
                  <a:lnTo>
                    <a:pt x="424" y="1119"/>
                  </a:lnTo>
                  <a:lnTo>
                    <a:pt x="451" y="1109"/>
                  </a:lnTo>
                  <a:lnTo>
                    <a:pt x="508" y="1111"/>
                  </a:lnTo>
                  <a:lnTo>
                    <a:pt x="544" y="1109"/>
                  </a:lnTo>
                  <a:lnTo>
                    <a:pt x="534" y="1093"/>
                  </a:lnTo>
                  <a:lnTo>
                    <a:pt x="534" y="1093"/>
                  </a:lnTo>
                  <a:lnTo>
                    <a:pt x="534" y="1073"/>
                  </a:lnTo>
                  <a:lnTo>
                    <a:pt x="534" y="1073"/>
                  </a:lnTo>
                  <a:lnTo>
                    <a:pt x="534" y="1073"/>
                  </a:lnTo>
                  <a:lnTo>
                    <a:pt x="534" y="1073"/>
                  </a:lnTo>
                  <a:lnTo>
                    <a:pt x="534" y="1067"/>
                  </a:lnTo>
                  <a:lnTo>
                    <a:pt x="538" y="1062"/>
                  </a:lnTo>
                  <a:lnTo>
                    <a:pt x="544" y="1056"/>
                  </a:lnTo>
                  <a:lnTo>
                    <a:pt x="581" y="1067"/>
                  </a:lnTo>
                  <a:lnTo>
                    <a:pt x="581" y="1067"/>
                  </a:lnTo>
                  <a:lnTo>
                    <a:pt x="593" y="1062"/>
                  </a:lnTo>
                  <a:lnTo>
                    <a:pt x="621" y="1056"/>
                  </a:lnTo>
                  <a:lnTo>
                    <a:pt x="632" y="1064"/>
                  </a:lnTo>
                  <a:lnTo>
                    <a:pt x="632" y="1064"/>
                  </a:lnTo>
                  <a:lnTo>
                    <a:pt x="632" y="1087"/>
                  </a:lnTo>
                  <a:lnTo>
                    <a:pt x="632" y="1087"/>
                  </a:lnTo>
                  <a:lnTo>
                    <a:pt x="634" y="1093"/>
                  </a:lnTo>
                  <a:lnTo>
                    <a:pt x="640" y="1101"/>
                  </a:lnTo>
                  <a:lnTo>
                    <a:pt x="650" y="1117"/>
                  </a:lnTo>
                  <a:lnTo>
                    <a:pt x="650" y="1117"/>
                  </a:lnTo>
                  <a:lnTo>
                    <a:pt x="650" y="1117"/>
                  </a:lnTo>
                  <a:lnTo>
                    <a:pt x="650" y="1117"/>
                  </a:lnTo>
                  <a:lnTo>
                    <a:pt x="650" y="1117"/>
                  </a:lnTo>
                  <a:lnTo>
                    <a:pt x="650" y="1117"/>
                  </a:lnTo>
                  <a:lnTo>
                    <a:pt x="650" y="1117"/>
                  </a:lnTo>
                  <a:lnTo>
                    <a:pt x="650" y="1117"/>
                  </a:lnTo>
                  <a:lnTo>
                    <a:pt x="652" y="1119"/>
                  </a:lnTo>
                  <a:lnTo>
                    <a:pt x="654" y="1119"/>
                  </a:lnTo>
                  <a:lnTo>
                    <a:pt x="654" y="1119"/>
                  </a:lnTo>
                  <a:lnTo>
                    <a:pt x="654" y="1119"/>
                  </a:lnTo>
                  <a:lnTo>
                    <a:pt x="654" y="1119"/>
                  </a:lnTo>
                  <a:lnTo>
                    <a:pt x="654" y="1119"/>
                  </a:lnTo>
                  <a:lnTo>
                    <a:pt x="654" y="1119"/>
                  </a:lnTo>
                  <a:lnTo>
                    <a:pt x="658" y="1119"/>
                  </a:lnTo>
                  <a:lnTo>
                    <a:pt x="660" y="1117"/>
                  </a:lnTo>
                  <a:lnTo>
                    <a:pt x="662" y="1115"/>
                  </a:lnTo>
                  <a:lnTo>
                    <a:pt x="664" y="1099"/>
                  </a:lnTo>
                  <a:lnTo>
                    <a:pt x="666" y="1095"/>
                  </a:lnTo>
                  <a:lnTo>
                    <a:pt x="666" y="1067"/>
                  </a:lnTo>
                  <a:lnTo>
                    <a:pt x="666" y="1067"/>
                  </a:lnTo>
                  <a:lnTo>
                    <a:pt x="678" y="1056"/>
                  </a:lnTo>
                  <a:lnTo>
                    <a:pt x="697" y="1032"/>
                  </a:lnTo>
                  <a:lnTo>
                    <a:pt x="697" y="1032"/>
                  </a:lnTo>
                  <a:lnTo>
                    <a:pt x="697" y="1032"/>
                  </a:lnTo>
                  <a:lnTo>
                    <a:pt x="697" y="1032"/>
                  </a:lnTo>
                  <a:lnTo>
                    <a:pt x="697" y="1032"/>
                  </a:lnTo>
                  <a:lnTo>
                    <a:pt x="697" y="1032"/>
                  </a:lnTo>
                  <a:lnTo>
                    <a:pt x="697" y="1032"/>
                  </a:lnTo>
                  <a:lnTo>
                    <a:pt x="697" y="1032"/>
                  </a:lnTo>
                  <a:lnTo>
                    <a:pt x="697" y="1032"/>
                  </a:lnTo>
                  <a:lnTo>
                    <a:pt x="697" y="1032"/>
                  </a:lnTo>
                  <a:lnTo>
                    <a:pt x="697" y="1032"/>
                  </a:lnTo>
                  <a:lnTo>
                    <a:pt x="697" y="1032"/>
                  </a:lnTo>
                  <a:lnTo>
                    <a:pt x="699" y="1026"/>
                  </a:lnTo>
                  <a:lnTo>
                    <a:pt x="697" y="1024"/>
                  </a:lnTo>
                  <a:lnTo>
                    <a:pt x="692" y="1022"/>
                  </a:lnTo>
                  <a:lnTo>
                    <a:pt x="688" y="1022"/>
                  </a:lnTo>
                  <a:lnTo>
                    <a:pt x="688" y="1022"/>
                  </a:lnTo>
                  <a:lnTo>
                    <a:pt x="686" y="1022"/>
                  </a:lnTo>
                  <a:lnTo>
                    <a:pt x="686" y="1022"/>
                  </a:lnTo>
                  <a:lnTo>
                    <a:pt x="686" y="1022"/>
                  </a:lnTo>
                  <a:lnTo>
                    <a:pt x="686" y="1022"/>
                  </a:lnTo>
                  <a:lnTo>
                    <a:pt x="674" y="1022"/>
                  </a:lnTo>
                  <a:lnTo>
                    <a:pt x="674" y="1022"/>
                  </a:lnTo>
                  <a:lnTo>
                    <a:pt x="674" y="1022"/>
                  </a:lnTo>
                  <a:lnTo>
                    <a:pt x="674" y="1022"/>
                  </a:lnTo>
                  <a:lnTo>
                    <a:pt x="674" y="1022"/>
                  </a:lnTo>
                  <a:lnTo>
                    <a:pt x="674" y="1022"/>
                  </a:lnTo>
                  <a:lnTo>
                    <a:pt x="699" y="998"/>
                  </a:lnTo>
                  <a:lnTo>
                    <a:pt x="699" y="998"/>
                  </a:lnTo>
                  <a:lnTo>
                    <a:pt x="703" y="995"/>
                  </a:lnTo>
                  <a:lnTo>
                    <a:pt x="703" y="991"/>
                  </a:lnTo>
                  <a:lnTo>
                    <a:pt x="703" y="991"/>
                  </a:lnTo>
                  <a:lnTo>
                    <a:pt x="701" y="983"/>
                  </a:lnTo>
                  <a:lnTo>
                    <a:pt x="699" y="975"/>
                  </a:lnTo>
                  <a:lnTo>
                    <a:pt x="699" y="975"/>
                  </a:lnTo>
                  <a:lnTo>
                    <a:pt x="699" y="975"/>
                  </a:lnTo>
                  <a:lnTo>
                    <a:pt x="699" y="975"/>
                  </a:lnTo>
                  <a:lnTo>
                    <a:pt x="705" y="969"/>
                  </a:lnTo>
                  <a:lnTo>
                    <a:pt x="713" y="959"/>
                  </a:lnTo>
                  <a:lnTo>
                    <a:pt x="729" y="947"/>
                  </a:lnTo>
                  <a:lnTo>
                    <a:pt x="743" y="959"/>
                  </a:lnTo>
                  <a:lnTo>
                    <a:pt x="759" y="959"/>
                  </a:lnTo>
                  <a:lnTo>
                    <a:pt x="798" y="957"/>
                  </a:lnTo>
                  <a:lnTo>
                    <a:pt x="806" y="965"/>
                  </a:lnTo>
                  <a:lnTo>
                    <a:pt x="806" y="965"/>
                  </a:lnTo>
                  <a:lnTo>
                    <a:pt x="812" y="973"/>
                  </a:lnTo>
                  <a:lnTo>
                    <a:pt x="818" y="977"/>
                  </a:lnTo>
                  <a:lnTo>
                    <a:pt x="824" y="979"/>
                  </a:lnTo>
                  <a:lnTo>
                    <a:pt x="824" y="979"/>
                  </a:lnTo>
                  <a:lnTo>
                    <a:pt x="829" y="981"/>
                  </a:lnTo>
                  <a:lnTo>
                    <a:pt x="835" y="985"/>
                  </a:lnTo>
                  <a:lnTo>
                    <a:pt x="841" y="991"/>
                  </a:lnTo>
                  <a:lnTo>
                    <a:pt x="841" y="1002"/>
                  </a:lnTo>
                  <a:lnTo>
                    <a:pt x="857" y="1014"/>
                  </a:lnTo>
                  <a:lnTo>
                    <a:pt x="861" y="1026"/>
                  </a:lnTo>
                  <a:lnTo>
                    <a:pt x="869" y="1034"/>
                  </a:lnTo>
                  <a:lnTo>
                    <a:pt x="881" y="1040"/>
                  </a:lnTo>
                  <a:lnTo>
                    <a:pt x="896" y="1060"/>
                  </a:lnTo>
                  <a:lnTo>
                    <a:pt x="908" y="1065"/>
                  </a:lnTo>
                  <a:lnTo>
                    <a:pt x="930" y="1073"/>
                  </a:lnTo>
                  <a:lnTo>
                    <a:pt x="940" y="1064"/>
                  </a:lnTo>
                  <a:lnTo>
                    <a:pt x="940" y="1064"/>
                  </a:lnTo>
                  <a:lnTo>
                    <a:pt x="944" y="1056"/>
                  </a:lnTo>
                  <a:lnTo>
                    <a:pt x="952" y="1042"/>
                  </a:lnTo>
                  <a:lnTo>
                    <a:pt x="952" y="1042"/>
                  </a:lnTo>
                  <a:lnTo>
                    <a:pt x="952" y="1042"/>
                  </a:lnTo>
                  <a:lnTo>
                    <a:pt x="952" y="1042"/>
                  </a:lnTo>
                  <a:lnTo>
                    <a:pt x="952" y="1042"/>
                  </a:lnTo>
                  <a:lnTo>
                    <a:pt x="954" y="1040"/>
                  </a:lnTo>
                  <a:lnTo>
                    <a:pt x="957" y="1038"/>
                  </a:lnTo>
                  <a:lnTo>
                    <a:pt x="957" y="1038"/>
                  </a:lnTo>
                  <a:lnTo>
                    <a:pt x="957" y="1038"/>
                  </a:lnTo>
                  <a:lnTo>
                    <a:pt x="957" y="1038"/>
                  </a:lnTo>
                  <a:lnTo>
                    <a:pt x="957" y="1038"/>
                  </a:lnTo>
                  <a:lnTo>
                    <a:pt x="957" y="1038"/>
                  </a:lnTo>
                  <a:lnTo>
                    <a:pt x="957" y="1038"/>
                  </a:lnTo>
                  <a:lnTo>
                    <a:pt x="957" y="1038"/>
                  </a:lnTo>
                  <a:lnTo>
                    <a:pt x="965" y="1040"/>
                  </a:lnTo>
                  <a:lnTo>
                    <a:pt x="965" y="1040"/>
                  </a:lnTo>
                  <a:lnTo>
                    <a:pt x="965" y="1040"/>
                  </a:lnTo>
                  <a:lnTo>
                    <a:pt x="979" y="1060"/>
                  </a:lnTo>
                  <a:lnTo>
                    <a:pt x="983" y="1077"/>
                  </a:lnTo>
                  <a:lnTo>
                    <a:pt x="1011" y="1077"/>
                  </a:lnTo>
                  <a:lnTo>
                    <a:pt x="1026" y="1081"/>
                  </a:lnTo>
                  <a:lnTo>
                    <a:pt x="1046" y="1058"/>
                  </a:lnTo>
                  <a:lnTo>
                    <a:pt x="1056" y="1044"/>
                  </a:lnTo>
                  <a:lnTo>
                    <a:pt x="1080" y="1022"/>
                  </a:lnTo>
                  <a:lnTo>
                    <a:pt x="1097" y="1000"/>
                  </a:lnTo>
                  <a:lnTo>
                    <a:pt x="1097" y="1000"/>
                  </a:lnTo>
                  <a:lnTo>
                    <a:pt x="1097" y="983"/>
                  </a:lnTo>
                  <a:lnTo>
                    <a:pt x="1123" y="947"/>
                  </a:lnTo>
                  <a:lnTo>
                    <a:pt x="1119" y="933"/>
                  </a:lnTo>
                  <a:lnTo>
                    <a:pt x="1113" y="912"/>
                  </a:lnTo>
                  <a:lnTo>
                    <a:pt x="1145" y="886"/>
                  </a:lnTo>
                  <a:lnTo>
                    <a:pt x="1186" y="841"/>
                  </a:lnTo>
                  <a:lnTo>
                    <a:pt x="1186" y="841"/>
                  </a:lnTo>
                  <a:lnTo>
                    <a:pt x="1200" y="839"/>
                  </a:lnTo>
                  <a:lnTo>
                    <a:pt x="1212" y="835"/>
                  </a:lnTo>
                  <a:lnTo>
                    <a:pt x="1215" y="831"/>
                  </a:lnTo>
                  <a:lnTo>
                    <a:pt x="1219" y="827"/>
                  </a:lnTo>
                  <a:lnTo>
                    <a:pt x="1219" y="827"/>
                  </a:lnTo>
                  <a:lnTo>
                    <a:pt x="1223" y="815"/>
                  </a:lnTo>
                  <a:lnTo>
                    <a:pt x="1227" y="802"/>
                  </a:lnTo>
                  <a:lnTo>
                    <a:pt x="1227" y="786"/>
                  </a:lnTo>
                  <a:lnTo>
                    <a:pt x="1223" y="748"/>
                  </a:lnTo>
                  <a:lnTo>
                    <a:pt x="1282" y="715"/>
                  </a:lnTo>
                  <a:lnTo>
                    <a:pt x="1308" y="695"/>
                  </a:lnTo>
                  <a:lnTo>
                    <a:pt x="1318" y="670"/>
                  </a:lnTo>
                  <a:lnTo>
                    <a:pt x="1359" y="624"/>
                  </a:lnTo>
                  <a:lnTo>
                    <a:pt x="1383" y="603"/>
                  </a:lnTo>
                  <a:lnTo>
                    <a:pt x="1387" y="567"/>
                  </a:lnTo>
                  <a:lnTo>
                    <a:pt x="1426" y="551"/>
                  </a:lnTo>
                  <a:lnTo>
                    <a:pt x="1420" y="532"/>
                  </a:lnTo>
                  <a:lnTo>
                    <a:pt x="1379" y="536"/>
                  </a:lnTo>
                  <a:lnTo>
                    <a:pt x="1375" y="510"/>
                  </a:lnTo>
                  <a:lnTo>
                    <a:pt x="1405" y="484"/>
                  </a:lnTo>
                  <a:lnTo>
                    <a:pt x="1410" y="474"/>
                  </a:lnTo>
                  <a:lnTo>
                    <a:pt x="1416" y="467"/>
                  </a:lnTo>
                  <a:lnTo>
                    <a:pt x="1458" y="467"/>
                  </a:lnTo>
                  <a:lnTo>
                    <a:pt x="1454" y="443"/>
                  </a:lnTo>
                  <a:lnTo>
                    <a:pt x="1442" y="429"/>
                  </a:lnTo>
                  <a:lnTo>
                    <a:pt x="1420" y="411"/>
                  </a:lnTo>
                  <a:lnTo>
                    <a:pt x="1408" y="406"/>
                  </a:lnTo>
                  <a:lnTo>
                    <a:pt x="1412" y="392"/>
                  </a:lnTo>
                  <a:lnTo>
                    <a:pt x="1422" y="378"/>
                  </a:lnTo>
                  <a:lnTo>
                    <a:pt x="1420" y="358"/>
                  </a:lnTo>
                  <a:lnTo>
                    <a:pt x="1410" y="344"/>
                  </a:lnTo>
                  <a:lnTo>
                    <a:pt x="1393" y="329"/>
                  </a:lnTo>
                  <a:lnTo>
                    <a:pt x="1371" y="311"/>
                  </a:lnTo>
                  <a:lnTo>
                    <a:pt x="1365" y="307"/>
                  </a:lnTo>
                  <a:lnTo>
                    <a:pt x="1351" y="295"/>
                  </a:lnTo>
                  <a:lnTo>
                    <a:pt x="1338" y="276"/>
                  </a:lnTo>
                  <a:lnTo>
                    <a:pt x="1290" y="260"/>
                  </a:lnTo>
                  <a:lnTo>
                    <a:pt x="1265" y="262"/>
                  </a:lnTo>
                  <a:lnTo>
                    <a:pt x="1265" y="262"/>
                  </a:lnTo>
                  <a:lnTo>
                    <a:pt x="1225" y="262"/>
                  </a:lnTo>
                  <a:lnTo>
                    <a:pt x="1225" y="262"/>
                  </a:lnTo>
                  <a:lnTo>
                    <a:pt x="1223" y="262"/>
                  </a:lnTo>
                  <a:lnTo>
                    <a:pt x="1221" y="258"/>
                  </a:lnTo>
                  <a:lnTo>
                    <a:pt x="1219" y="250"/>
                  </a:lnTo>
                  <a:lnTo>
                    <a:pt x="1219" y="238"/>
                  </a:lnTo>
                  <a:lnTo>
                    <a:pt x="1194" y="232"/>
                  </a:lnTo>
                  <a:lnTo>
                    <a:pt x="1156" y="240"/>
                  </a:lnTo>
                  <a:lnTo>
                    <a:pt x="1139" y="236"/>
                  </a:lnTo>
                  <a:lnTo>
                    <a:pt x="1137" y="209"/>
                  </a:lnTo>
                  <a:lnTo>
                    <a:pt x="1107" y="199"/>
                  </a:lnTo>
                  <a:lnTo>
                    <a:pt x="1080" y="222"/>
                  </a:lnTo>
                  <a:lnTo>
                    <a:pt x="1060" y="222"/>
                  </a:lnTo>
                  <a:lnTo>
                    <a:pt x="1046" y="246"/>
                  </a:lnTo>
                  <a:lnTo>
                    <a:pt x="1020" y="264"/>
                  </a:lnTo>
                  <a:lnTo>
                    <a:pt x="1003" y="289"/>
                  </a:lnTo>
                  <a:lnTo>
                    <a:pt x="973" y="309"/>
                  </a:lnTo>
                  <a:lnTo>
                    <a:pt x="967" y="329"/>
                  </a:lnTo>
                  <a:lnTo>
                    <a:pt x="979" y="358"/>
                  </a:lnTo>
                  <a:lnTo>
                    <a:pt x="948" y="366"/>
                  </a:lnTo>
                  <a:lnTo>
                    <a:pt x="916" y="366"/>
                  </a:lnTo>
                  <a:lnTo>
                    <a:pt x="865" y="378"/>
                  </a:lnTo>
                  <a:lnTo>
                    <a:pt x="865" y="408"/>
                  </a:lnTo>
                  <a:lnTo>
                    <a:pt x="837" y="417"/>
                  </a:lnTo>
                  <a:lnTo>
                    <a:pt x="788" y="406"/>
                  </a:lnTo>
                  <a:lnTo>
                    <a:pt x="776" y="390"/>
                  </a:lnTo>
                  <a:lnTo>
                    <a:pt x="749" y="376"/>
                  </a:lnTo>
                  <a:lnTo>
                    <a:pt x="725" y="362"/>
                  </a:lnTo>
                  <a:lnTo>
                    <a:pt x="717" y="331"/>
                  </a:lnTo>
                  <a:lnTo>
                    <a:pt x="717" y="331"/>
                  </a:lnTo>
                  <a:lnTo>
                    <a:pt x="713" y="329"/>
                  </a:lnTo>
                  <a:lnTo>
                    <a:pt x="711" y="325"/>
                  </a:lnTo>
                  <a:lnTo>
                    <a:pt x="709" y="323"/>
                  </a:lnTo>
                  <a:lnTo>
                    <a:pt x="709" y="323"/>
                  </a:lnTo>
                  <a:lnTo>
                    <a:pt x="711" y="319"/>
                  </a:lnTo>
                  <a:lnTo>
                    <a:pt x="713" y="317"/>
                  </a:lnTo>
                  <a:lnTo>
                    <a:pt x="713" y="317"/>
                  </a:lnTo>
                  <a:lnTo>
                    <a:pt x="721" y="313"/>
                  </a:lnTo>
                  <a:lnTo>
                    <a:pt x="723" y="309"/>
                  </a:lnTo>
                  <a:lnTo>
                    <a:pt x="725" y="303"/>
                  </a:lnTo>
                  <a:lnTo>
                    <a:pt x="711" y="274"/>
                  </a:lnTo>
                  <a:lnTo>
                    <a:pt x="699" y="262"/>
                  </a:lnTo>
                  <a:lnTo>
                    <a:pt x="692" y="260"/>
                  </a:lnTo>
                  <a:lnTo>
                    <a:pt x="672" y="236"/>
                  </a:lnTo>
                  <a:lnTo>
                    <a:pt x="672" y="216"/>
                  </a:lnTo>
                  <a:lnTo>
                    <a:pt x="644" y="213"/>
                  </a:lnTo>
                  <a:lnTo>
                    <a:pt x="617" y="209"/>
                  </a:lnTo>
                  <a:lnTo>
                    <a:pt x="595" y="197"/>
                  </a:lnTo>
                  <a:lnTo>
                    <a:pt x="569" y="211"/>
                  </a:lnTo>
                  <a:lnTo>
                    <a:pt x="577" y="224"/>
                  </a:lnTo>
                  <a:lnTo>
                    <a:pt x="554" y="232"/>
                  </a:lnTo>
                  <a:lnTo>
                    <a:pt x="518" y="232"/>
                  </a:lnTo>
                  <a:lnTo>
                    <a:pt x="510" y="234"/>
                  </a:lnTo>
                  <a:lnTo>
                    <a:pt x="489" y="248"/>
                  </a:lnTo>
                  <a:lnTo>
                    <a:pt x="479" y="276"/>
                  </a:lnTo>
                  <a:lnTo>
                    <a:pt x="487" y="256"/>
                  </a:lnTo>
                  <a:lnTo>
                    <a:pt x="473" y="252"/>
                  </a:lnTo>
                  <a:lnTo>
                    <a:pt x="463" y="230"/>
                  </a:lnTo>
                  <a:lnTo>
                    <a:pt x="428" y="232"/>
                  </a:lnTo>
                  <a:lnTo>
                    <a:pt x="390" y="232"/>
                  </a:lnTo>
                  <a:lnTo>
                    <a:pt x="355" y="213"/>
                  </a:lnTo>
                  <a:lnTo>
                    <a:pt x="345" y="191"/>
                  </a:lnTo>
                  <a:lnTo>
                    <a:pt x="331" y="171"/>
                  </a:lnTo>
                  <a:lnTo>
                    <a:pt x="313" y="134"/>
                  </a:lnTo>
                  <a:lnTo>
                    <a:pt x="313" y="134"/>
                  </a:lnTo>
                  <a:lnTo>
                    <a:pt x="313" y="134"/>
                  </a:lnTo>
                  <a:lnTo>
                    <a:pt x="311" y="130"/>
                  </a:lnTo>
                  <a:lnTo>
                    <a:pt x="311" y="126"/>
                  </a:lnTo>
                  <a:lnTo>
                    <a:pt x="309" y="126"/>
                  </a:lnTo>
                  <a:lnTo>
                    <a:pt x="309" y="126"/>
                  </a:lnTo>
                  <a:lnTo>
                    <a:pt x="309" y="126"/>
                  </a:lnTo>
                  <a:lnTo>
                    <a:pt x="309" y="126"/>
                  </a:lnTo>
                  <a:lnTo>
                    <a:pt x="309" y="126"/>
                  </a:lnTo>
                  <a:lnTo>
                    <a:pt x="309" y="126"/>
                  </a:lnTo>
                  <a:lnTo>
                    <a:pt x="304" y="128"/>
                  </a:lnTo>
                  <a:lnTo>
                    <a:pt x="304" y="128"/>
                  </a:lnTo>
                  <a:lnTo>
                    <a:pt x="304" y="128"/>
                  </a:lnTo>
                  <a:lnTo>
                    <a:pt x="304" y="128"/>
                  </a:lnTo>
                  <a:lnTo>
                    <a:pt x="304" y="128"/>
                  </a:lnTo>
                  <a:lnTo>
                    <a:pt x="304" y="128"/>
                  </a:lnTo>
                  <a:lnTo>
                    <a:pt x="304" y="128"/>
                  </a:lnTo>
                  <a:lnTo>
                    <a:pt x="304" y="128"/>
                  </a:lnTo>
                  <a:lnTo>
                    <a:pt x="304" y="128"/>
                  </a:lnTo>
                  <a:lnTo>
                    <a:pt x="304" y="128"/>
                  </a:lnTo>
                  <a:lnTo>
                    <a:pt x="304" y="128"/>
                  </a:lnTo>
                  <a:lnTo>
                    <a:pt x="304" y="128"/>
                  </a:lnTo>
                  <a:lnTo>
                    <a:pt x="304" y="128"/>
                  </a:lnTo>
                  <a:lnTo>
                    <a:pt x="304" y="128"/>
                  </a:lnTo>
                  <a:lnTo>
                    <a:pt x="304" y="130"/>
                  </a:lnTo>
                  <a:lnTo>
                    <a:pt x="304" y="130"/>
                  </a:lnTo>
                  <a:lnTo>
                    <a:pt x="304" y="130"/>
                  </a:lnTo>
                  <a:lnTo>
                    <a:pt x="294" y="140"/>
                  </a:lnTo>
                  <a:lnTo>
                    <a:pt x="258" y="114"/>
                  </a:lnTo>
                  <a:lnTo>
                    <a:pt x="246" y="82"/>
                  </a:lnTo>
                  <a:lnTo>
                    <a:pt x="246" y="57"/>
                  </a:lnTo>
                  <a:lnTo>
                    <a:pt x="227" y="35"/>
                  </a:lnTo>
                  <a:lnTo>
                    <a:pt x="201" y="27"/>
                  </a:lnTo>
                  <a:lnTo>
                    <a:pt x="197" y="0"/>
                  </a:lnTo>
                  <a:lnTo>
                    <a:pt x="197" y="0"/>
                  </a:lnTo>
                </a:path>
              </a:pathLst>
            </a:custGeom>
            <a:grpFill/>
            <a:ln w="14564" cap="flat">
              <a:solidFill>
                <a:schemeClr val="accent1">
                  <a:alpha val="13000"/>
                </a:schemeClr>
              </a:solidFill>
              <a:prstDash val="solid"/>
              <a:bevel/>
            </a:ln>
          </p:spPr>
          <p:txBody>
            <a:bodyPr rtlCol="0" anchor="ctr"/>
            <a:lstStyle/>
            <a:p>
              <a:endParaRPr lang="en-US" sz="2000">
                <a:solidFill>
                  <a:schemeClr val="accent1"/>
                </a:solidFill>
              </a:endParaRPr>
            </a:p>
          </p:txBody>
        </p:sp>
        <p:sp>
          <p:nvSpPr>
            <p:cNvPr id="19" name="A4_Normandie">
              <a:extLst>
                <a:ext uri="{FF2B5EF4-FFF2-40B4-BE49-F238E27FC236}">
                  <a16:creationId xmlns:a16="http://schemas.microsoft.com/office/drawing/2014/main" id="{C278A217-343F-3219-3049-CF4AB186ED28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4857" y="2346747"/>
              <a:ext cx="646338" cy="469011"/>
            </a:xfrm>
            <a:custGeom>
              <a:avLst/>
              <a:gdLst/>
              <a:ahLst/>
              <a:cxnLst>
                <a:cxn ang="0">
                  <a:pos x="1019" y="67"/>
                </a:cxn>
                <a:cxn ang="0">
                  <a:pos x="743" y="175"/>
                </a:cxn>
                <a:cxn ang="0">
                  <a:pos x="800" y="309"/>
                </a:cxn>
                <a:cxn ang="0">
                  <a:pos x="676" y="376"/>
                </a:cxn>
                <a:cxn ang="0">
                  <a:pos x="457" y="368"/>
                </a:cxn>
                <a:cxn ang="0">
                  <a:pos x="284" y="368"/>
                </a:cxn>
                <a:cxn ang="0">
                  <a:pos x="235" y="187"/>
                </a:cxn>
                <a:cxn ang="0">
                  <a:pos x="20" y="167"/>
                </a:cxn>
                <a:cxn ang="0">
                  <a:pos x="34" y="268"/>
                </a:cxn>
                <a:cxn ang="0">
                  <a:pos x="109" y="409"/>
                </a:cxn>
                <a:cxn ang="0">
                  <a:pos x="150" y="602"/>
                </a:cxn>
                <a:cxn ang="0">
                  <a:pos x="205" y="725"/>
                </a:cxn>
                <a:cxn ang="0">
                  <a:pos x="154" y="776"/>
                </a:cxn>
                <a:cxn ang="0">
                  <a:pos x="174" y="801"/>
                </a:cxn>
                <a:cxn ang="0">
                  <a:pos x="225" y="807"/>
                </a:cxn>
                <a:cxn ang="0">
                  <a:pos x="274" y="786"/>
                </a:cxn>
                <a:cxn ang="0">
                  <a:pos x="286" y="797"/>
                </a:cxn>
                <a:cxn ang="0">
                  <a:pos x="347" y="807"/>
                </a:cxn>
                <a:cxn ang="0">
                  <a:pos x="396" y="817"/>
                </a:cxn>
                <a:cxn ang="0">
                  <a:pos x="587" y="784"/>
                </a:cxn>
                <a:cxn ang="0">
                  <a:pos x="723" y="841"/>
                </a:cxn>
                <a:cxn ang="0">
                  <a:pos x="812" y="910"/>
                </a:cxn>
                <a:cxn ang="0">
                  <a:pos x="934" y="892"/>
                </a:cxn>
                <a:cxn ang="0">
                  <a:pos x="999" y="813"/>
                </a:cxn>
                <a:cxn ang="0">
                  <a:pos x="971" y="715"/>
                </a:cxn>
                <a:cxn ang="0">
                  <a:pos x="1143" y="620"/>
                </a:cxn>
                <a:cxn ang="0">
                  <a:pos x="1176" y="573"/>
                </a:cxn>
                <a:cxn ang="0">
                  <a:pos x="1178" y="555"/>
                </a:cxn>
                <a:cxn ang="0">
                  <a:pos x="1178" y="555"/>
                </a:cxn>
                <a:cxn ang="0">
                  <a:pos x="1178" y="555"/>
                </a:cxn>
                <a:cxn ang="0">
                  <a:pos x="1178" y="555"/>
                </a:cxn>
                <a:cxn ang="0">
                  <a:pos x="1178" y="555"/>
                </a:cxn>
                <a:cxn ang="0">
                  <a:pos x="1178" y="555"/>
                </a:cxn>
                <a:cxn ang="0">
                  <a:pos x="1178" y="555"/>
                </a:cxn>
                <a:cxn ang="0">
                  <a:pos x="1178" y="555"/>
                </a:cxn>
                <a:cxn ang="0">
                  <a:pos x="1178" y="555"/>
                </a:cxn>
                <a:cxn ang="0">
                  <a:pos x="1166" y="528"/>
                </a:cxn>
                <a:cxn ang="0">
                  <a:pos x="1202" y="508"/>
                </a:cxn>
                <a:cxn ang="0">
                  <a:pos x="1202" y="508"/>
                </a:cxn>
                <a:cxn ang="0">
                  <a:pos x="1202" y="508"/>
                </a:cxn>
                <a:cxn ang="0">
                  <a:pos x="1202" y="508"/>
                </a:cxn>
                <a:cxn ang="0">
                  <a:pos x="1243" y="490"/>
                </a:cxn>
                <a:cxn ang="0">
                  <a:pos x="1243" y="490"/>
                </a:cxn>
                <a:cxn ang="0">
                  <a:pos x="1243" y="490"/>
                </a:cxn>
                <a:cxn ang="0">
                  <a:pos x="1243" y="490"/>
                </a:cxn>
                <a:cxn ang="0">
                  <a:pos x="1257" y="435"/>
                </a:cxn>
                <a:cxn ang="0">
                  <a:pos x="1253" y="429"/>
                </a:cxn>
                <a:cxn ang="0">
                  <a:pos x="1253" y="429"/>
                </a:cxn>
                <a:cxn ang="0">
                  <a:pos x="1253" y="429"/>
                </a:cxn>
                <a:cxn ang="0">
                  <a:pos x="1279" y="358"/>
                </a:cxn>
                <a:cxn ang="0">
                  <a:pos x="1265" y="319"/>
                </a:cxn>
                <a:cxn ang="0">
                  <a:pos x="1267" y="279"/>
                </a:cxn>
                <a:cxn ang="0">
                  <a:pos x="1251" y="238"/>
                </a:cxn>
                <a:cxn ang="0">
                  <a:pos x="1253" y="210"/>
                </a:cxn>
                <a:cxn ang="0">
                  <a:pos x="1269" y="201"/>
                </a:cxn>
                <a:cxn ang="0">
                  <a:pos x="1273" y="191"/>
                </a:cxn>
                <a:cxn ang="0">
                  <a:pos x="1259" y="195"/>
                </a:cxn>
                <a:cxn ang="0">
                  <a:pos x="1277" y="155"/>
                </a:cxn>
                <a:cxn ang="0">
                  <a:pos x="1251" y="80"/>
                </a:cxn>
                <a:cxn ang="0">
                  <a:pos x="1172" y="15"/>
                </a:cxn>
              </a:cxnLst>
              <a:rect l="0" t="0" r="r" b="b"/>
              <a:pathLst>
                <a:path w="1283" h="931">
                  <a:moveTo>
                    <a:pt x="1155" y="0"/>
                  </a:moveTo>
                  <a:lnTo>
                    <a:pt x="1153" y="0"/>
                  </a:lnTo>
                  <a:lnTo>
                    <a:pt x="1119" y="0"/>
                  </a:lnTo>
                  <a:lnTo>
                    <a:pt x="1094" y="29"/>
                  </a:lnTo>
                  <a:lnTo>
                    <a:pt x="1056" y="53"/>
                  </a:lnTo>
                  <a:lnTo>
                    <a:pt x="1019" y="67"/>
                  </a:lnTo>
                  <a:lnTo>
                    <a:pt x="973" y="67"/>
                  </a:lnTo>
                  <a:lnTo>
                    <a:pt x="926" y="86"/>
                  </a:lnTo>
                  <a:lnTo>
                    <a:pt x="893" y="104"/>
                  </a:lnTo>
                  <a:lnTo>
                    <a:pt x="834" y="122"/>
                  </a:lnTo>
                  <a:lnTo>
                    <a:pt x="788" y="151"/>
                  </a:lnTo>
                  <a:lnTo>
                    <a:pt x="743" y="175"/>
                  </a:lnTo>
                  <a:lnTo>
                    <a:pt x="721" y="222"/>
                  </a:lnTo>
                  <a:lnTo>
                    <a:pt x="700" y="268"/>
                  </a:lnTo>
                  <a:lnTo>
                    <a:pt x="700" y="297"/>
                  </a:lnTo>
                  <a:lnTo>
                    <a:pt x="713" y="305"/>
                  </a:lnTo>
                  <a:lnTo>
                    <a:pt x="751" y="305"/>
                  </a:lnTo>
                  <a:lnTo>
                    <a:pt x="800" y="309"/>
                  </a:lnTo>
                  <a:lnTo>
                    <a:pt x="830" y="289"/>
                  </a:lnTo>
                  <a:lnTo>
                    <a:pt x="818" y="315"/>
                  </a:lnTo>
                  <a:lnTo>
                    <a:pt x="802" y="319"/>
                  </a:lnTo>
                  <a:lnTo>
                    <a:pt x="759" y="327"/>
                  </a:lnTo>
                  <a:lnTo>
                    <a:pt x="708" y="344"/>
                  </a:lnTo>
                  <a:lnTo>
                    <a:pt x="676" y="376"/>
                  </a:lnTo>
                  <a:lnTo>
                    <a:pt x="625" y="402"/>
                  </a:lnTo>
                  <a:lnTo>
                    <a:pt x="587" y="402"/>
                  </a:lnTo>
                  <a:lnTo>
                    <a:pt x="554" y="378"/>
                  </a:lnTo>
                  <a:lnTo>
                    <a:pt x="528" y="376"/>
                  </a:lnTo>
                  <a:lnTo>
                    <a:pt x="499" y="366"/>
                  </a:lnTo>
                  <a:lnTo>
                    <a:pt x="457" y="368"/>
                  </a:lnTo>
                  <a:lnTo>
                    <a:pt x="426" y="366"/>
                  </a:lnTo>
                  <a:lnTo>
                    <a:pt x="385" y="356"/>
                  </a:lnTo>
                  <a:lnTo>
                    <a:pt x="347" y="344"/>
                  </a:lnTo>
                  <a:lnTo>
                    <a:pt x="314" y="348"/>
                  </a:lnTo>
                  <a:lnTo>
                    <a:pt x="298" y="358"/>
                  </a:lnTo>
                  <a:lnTo>
                    <a:pt x="284" y="368"/>
                  </a:lnTo>
                  <a:lnTo>
                    <a:pt x="282" y="337"/>
                  </a:lnTo>
                  <a:lnTo>
                    <a:pt x="253" y="299"/>
                  </a:lnTo>
                  <a:lnTo>
                    <a:pt x="231" y="268"/>
                  </a:lnTo>
                  <a:lnTo>
                    <a:pt x="257" y="236"/>
                  </a:lnTo>
                  <a:lnTo>
                    <a:pt x="257" y="205"/>
                  </a:lnTo>
                  <a:lnTo>
                    <a:pt x="235" y="187"/>
                  </a:lnTo>
                  <a:lnTo>
                    <a:pt x="192" y="185"/>
                  </a:lnTo>
                  <a:lnTo>
                    <a:pt x="164" y="208"/>
                  </a:lnTo>
                  <a:lnTo>
                    <a:pt x="130" y="201"/>
                  </a:lnTo>
                  <a:lnTo>
                    <a:pt x="79" y="189"/>
                  </a:lnTo>
                  <a:lnTo>
                    <a:pt x="50" y="171"/>
                  </a:lnTo>
                  <a:lnTo>
                    <a:pt x="20" y="167"/>
                  </a:lnTo>
                  <a:lnTo>
                    <a:pt x="0" y="189"/>
                  </a:lnTo>
                  <a:lnTo>
                    <a:pt x="24" y="203"/>
                  </a:lnTo>
                  <a:lnTo>
                    <a:pt x="46" y="212"/>
                  </a:lnTo>
                  <a:lnTo>
                    <a:pt x="56" y="238"/>
                  </a:lnTo>
                  <a:lnTo>
                    <a:pt x="50" y="252"/>
                  </a:lnTo>
                  <a:lnTo>
                    <a:pt x="34" y="268"/>
                  </a:lnTo>
                  <a:lnTo>
                    <a:pt x="42" y="285"/>
                  </a:lnTo>
                  <a:lnTo>
                    <a:pt x="54" y="307"/>
                  </a:lnTo>
                  <a:lnTo>
                    <a:pt x="60" y="346"/>
                  </a:lnTo>
                  <a:lnTo>
                    <a:pt x="71" y="360"/>
                  </a:lnTo>
                  <a:lnTo>
                    <a:pt x="93" y="376"/>
                  </a:lnTo>
                  <a:lnTo>
                    <a:pt x="109" y="409"/>
                  </a:lnTo>
                  <a:lnTo>
                    <a:pt x="117" y="431"/>
                  </a:lnTo>
                  <a:lnTo>
                    <a:pt x="138" y="445"/>
                  </a:lnTo>
                  <a:lnTo>
                    <a:pt x="132" y="500"/>
                  </a:lnTo>
                  <a:lnTo>
                    <a:pt x="138" y="534"/>
                  </a:lnTo>
                  <a:lnTo>
                    <a:pt x="152" y="549"/>
                  </a:lnTo>
                  <a:lnTo>
                    <a:pt x="150" y="602"/>
                  </a:lnTo>
                  <a:lnTo>
                    <a:pt x="146" y="660"/>
                  </a:lnTo>
                  <a:lnTo>
                    <a:pt x="148" y="679"/>
                  </a:lnTo>
                  <a:lnTo>
                    <a:pt x="160" y="693"/>
                  </a:lnTo>
                  <a:lnTo>
                    <a:pt x="168" y="705"/>
                  </a:lnTo>
                  <a:lnTo>
                    <a:pt x="190" y="717"/>
                  </a:lnTo>
                  <a:lnTo>
                    <a:pt x="205" y="725"/>
                  </a:lnTo>
                  <a:lnTo>
                    <a:pt x="178" y="738"/>
                  </a:lnTo>
                  <a:lnTo>
                    <a:pt x="158" y="740"/>
                  </a:lnTo>
                  <a:lnTo>
                    <a:pt x="148" y="742"/>
                  </a:lnTo>
                  <a:lnTo>
                    <a:pt x="152" y="748"/>
                  </a:lnTo>
                  <a:lnTo>
                    <a:pt x="154" y="764"/>
                  </a:lnTo>
                  <a:lnTo>
                    <a:pt x="154" y="776"/>
                  </a:lnTo>
                  <a:lnTo>
                    <a:pt x="164" y="790"/>
                  </a:lnTo>
                  <a:lnTo>
                    <a:pt x="164" y="790"/>
                  </a:lnTo>
                  <a:lnTo>
                    <a:pt x="168" y="794"/>
                  </a:lnTo>
                  <a:lnTo>
                    <a:pt x="172" y="797"/>
                  </a:lnTo>
                  <a:lnTo>
                    <a:pt x="174" y="801"/>
                  </a:lnTo>
                  <a:lnTo>
                    <a:pt x="174" y="801"/>
                  </a:lnTo>
                  <a:lnTo>
                    <a:pt x="176" y="813"/>
                  </a:lnTo>
                  <a:lnTo>
                    <a:pt x="188" y="815"/>
                  </a:lnTo>
                  <a:lnTo>
                    <a:pt x="199" y="825"/>
                  </a:lnTo>
                  <a:lnTo>
                    <a:pt x="211" y="829"/>
                  </a:lnTo>
                  <a:lnTo>
                    <a:pt x="221" y="819"/>
                  </a:lnTo>
                  <a:lnTo>
                    <a:pt x="225" y="807"/>
                  </a:lnTo>
                  <a:lnTo>
                    <a:pt x="245" y="803"/>
                  </a:lnTo>
                  <a:lnTo>
                    <a:pt x="247" y="786"/>
                  </a:lnTo>
                  <a:lnTo>
                    <a:pt x="260" y="784"/>
                  </a:lnTo>
                  <a:lnTo>
                    <a:pt x="260" y="784"/>
                  </a:lnTo>
                  <a:lnTo>
                    <a:pt x="268" y="784"/>
                  </a:lnTo>
                  <a:lnTo>
                    <a:pt x="274" y="786"/>
                  </a:lnTo>
                  <a:lnTo>
                    <a:pt x="276" y="786"/>
                  </a:lnTo>
                  <a:lnTo>
                    <a:pt x="276" y="786"/>
                  </a:lnTo>
                  <a:lnTo>
                    <a:pt x="278" y="792"/>
                  </a:lnTo>
                  <a:lnTo>
                    <a:pt x="282" y="796"/>
                  </a:lnTo>
                  <a:lnTo>
                    <a:pt x="282" y="796"/>
                  </a:lnTo>
                  <a:lnTo>
                    <a:pt x="286" y="797"/>
                  </a:lnTo>
                  <a:lnTo>
                    <a:pt x="292" y="797"/>
                  </a:lnTo>
                  <a:lnTo>
                    <a:pt x="300" y="797"/>
                  </a:lnTo>
                  <a:lnTo>
                    <a:pt x="316" y="797"/>
                  </a:lnTo>
                  <a:lnTo>
                    <a:pt x="331" y="807"/>
                  </a:lnTo>
                  <a:lnTo>
                    <a:pt x="337" y="809"/>
                  </a:lnTo>
                  <a:lnTo>
                    <a:pt x="347" y="807"/>
                  </a:lnTo>
                  <a:lnTo>
                    <a:pt x="353" y="801"/>
                  </a:lnTo>
                  <a:lnTo>
                    <a:pt x="359" y="799"/>
                  </a:lnTo>
                  <a:lnTo>
                    <a:pt x="373" y="801"/>
                  </a:lnTo>
                  <a:lnTo>
                    <a:pt x="379" y="803"/>
                  </a:lnTo>
                  <a:lnTo>
                    <a:pt x="386" y="803"/>
                  </a:lnTo>
                  <a:lnTo>
                    <a:pt x="396" y="817"/>
                  </a:lnTo>
                  <a:lnTo>
                    <a:pt x="418" y="835"/>
                  </a:lnTo>
                  <a:lnTo>
                    <a:pt x="455" y="831"/>
                  </a:lnTo>
                  <a:lnTo>
                    <a:pt x="455" y="821"/>
                  </a:lnTo>
                  <a:lnTo>
                    <a:pt x="522" y="813"/>
                  </a:lnTo>
                  <a:lnTo>
                    <a:pt x="554" y="801"/>
                  </a:lnTo>
                  <a:lnTo>
                    <a:pt x="587" y="784"/>
                  </a:lnTo>
                  <a:lnTo>
                    <a:pt x="599" y="774"/>
                  </a:lnTo>
                  <a:lnTo>
                    <a:pt x="619" y="790"/>
                  </a:lnTo>
                  <a:lnTo>
                    <a:pt x="637" y="815"/>
                  </a:lnTo>
                  <a:lnTo>
                    <a:pt x="645" y="823"/>
                  </a:lnTo>
                  <a:lnTo>
                    <a:pt x="676" y="841"/>
                  </a:lnTo>
                  <a:lnTo>
                    <a:pt x="723" y="841"/>
                  </a:lnTo>
                  <a:lnTo>
                    <a:pt x="743" y="827"/>
                  </a:lnTo>
                  <a:lnTo>
                    <a:pt x="767" y="809"/>
                  </a:lnTo>
                  <a:lnTo>
                    <a:pt x="796" y="819"/>
                  </a:lnTo>
                  <a:lnTo>
                    <a:pt x="798" y="843"/>
                  </a:lnTo>
                  <a:lnTo>
                    <a:pt x="800" y="882"/>
                  </a:lnTo>
                  <a:lnTo>
                    <a:pt x="812" y="910"/>
                  </a:lnTo>
                  <a:lnTo>
                    <a:pt x="853" y="914"/>
                  </a:lnTo>
                  <a:lnTo>
                    <a:pt x="889" y="931"/>
                  </a:lnTo>
                  <a:lnTo>
                    <a:pt x="916" y="931"/>
                  </a:lnTo>
                  <a:lnTo>
                    <a:pt x="944" y="924"/>
                  </a:lnTo>
                  <a:lnTo>
                    <a:pt x="946" y="912"/>
                  </a:lnTo>
                  <a:lnTo>
                    <a:pt x="934" y="892"/>
                  </a:lnTo>
                  <a:lnTo>
                    <a:pt x="950" y="884"/>
                  </a:lnTo>
                  <a:lnTo>
                    <a:pt x="966" y="882"/>
                  </a:lnTo>
                  <a:lnTo>
                    <a:pt x="997" y="872"/>
                  </a:lnTo>
                  <a:lnTo>
                    <a:pt x="1007" y="847"/>
                  </a:lnTo>
                  <a:lnTo>
                    <a:pt x="1007" y="823"/>
                  </a:lnTo>
                  <a:lnTo>
                    <a:pt x="999" y="813"/>
                  </a:lnTo>
                  <a:lnTo>
                    <a:pt x="1005" y="792"/>
                  </a:lnTo>
                  <a:lnTo>
                    <a:pt x="983" y="770"/>
                  </a:lnTo>
                  <a:lnTo>
                    <a:pt x="960" y="740"/>
                  </a:lnTo>
                  <a:lnTo>
                    <a:pt x="958" y="723"/>
                  </a:lnTo>
                  <a:lnTo>
                    <a:pt x="958" y="713"/>
                  </a:lnTo>
                  <a:lnTo>
                    <a:pt x="971" y="715"/>
                  </a:lnTo>
                  <a:lnTo>
                    <a:pt x="989" y="691"/>
                  </a:lnTo>
                  <a:lnTo>
                    <a:pt x="1021" y="689"/>
                  </a:lnTo>
                  <a:lnTo>
                    <a:pt x="1062" y="675"/>
                  </a:lnTo>
                  <a:lnTo>
                    <a:pt x="1099" y="660"/>
                  </a:lnTo>
                  <a:lnTo>
                    <a:pt x="1135" y="652"/>
                  </a:lnTo>
                  <a:lnTo>
                    <a:pt x="1143" y="620"/>
                  </a:lnTo>
                  <a:lnTo>
                    <a:pt x="1180" y="620"/>
                  </a:lnTo>
                  <a:lnTo>
                    <a:pt x="1168" y="585"/>
                  </a:lnTo>
                  <a:lnTo>
                    <a:pt x="1168" y="585"/>
                  </a:lnTo>
                  <a:lnTo>
                    <a:pt x="1168" y="585"/>
                  </a:lnTo>
                  <a:lnTo>
                    <a:pt x="1176" y="573"/>
                  </a:lnTo>
                  <a:lnTo>
                    <a:pt x="1176" y="573"/>
                  </a:lnTo>
                  <a:lnTo>
                    <a:pt x="1176" y="573"/>
                  </a:lnTo>
                  <a:lnTo>
                    <a:pt x="1178" y="563"/>
                  </a:lnTo>
                  <a:lnTo>
                    <a:pt x="1178" y="555"/>
                  </a:lnTo>
                  <a:lnTo>
                    <a:pt x="1178" y="555"/>
                  </a:lnTo>
                  <a:lnTo>
                    <a:pt x="1178" y="555"/>
                  </a:lnTo>
                  <a:lnTo>
                    <a:pt x="1178" y="555"/>
                  </a:lnTo>
                  <a:lnTo>
                    <a:pt x="1178" y="555"/>
                  </a:lnTo>
                  <a:lnTo>
                    <a:pt x="1178" y="555"/>
                  </a:lnTo>
                  <a:lnTo>
                    <a:pt x="1178" y="555"/>
                  </a:lnTo>
                  <a:lnTo>
                    <a:pt x="1178" y="555"/>
                  </a:lnTo>
                  <a:lnTo>
                    <a:pt x="1178" y="555"/>
                  </a:lnTo>
                  <a:lnTo>
                    <a:pt x="1178" y="555"/>
                  </a:lnTo>
                  <a:lnTo>
                    <a:pt x="1178" y="555"/>
                  </a:lnTo>
                  <a:lnTo>
                    <a:pt x="1178" y="555"/>
                  </a:lnTo>
                  <a:lnTo>
                    <a:pt x="1178" y="555"/>
                  </a:lnTo>
                  <a:lnTo>
                    <a:pt x="1178" y="555"/>
                  </a:lnTo>
                  <a:lnTo>
                    <a:pt x="1178" y="555"/>
                  </a:lnTo>
                  <a:lnTo>
                    <a:pt x="1178" y="555"/>
                  </a:lnTo>
                  <a:lnTo>
                    <a:pt x="1178" y="555"/>
                  </a:lnTo>
                  <a:lnTo>
                    <a:pt x="1178" y="555"/>
                  </a:lnTo>
                  <a:lnTo>
                    <a:pt x="1178" y="555"/>
                  </a:lnTo>
                  <a:lnTo>
                    <a:pt x="1178" y="555"/>
                  </a:lnTo>
                  <a:lnTo>
                    <a:pt x="1178" y="555"/>
                  </a:lnTo>
                  <a:lnTo>
                    <a:pt x="1178" y="555"/>
                  </a:lnTo>
                  <a:lnTo>
                    <a:pt x="1178" y="555"/>
                  </a:lnTo>
                  <a:lnTo>
                    <a:pt x="1178" y="555"/>
                  </a:lnTo>
                  <a:lnTo>
                    <a:pt x="1178" y="555"/>
                  </a:lnTo>
                  <a:lnTo>
                    <a:pt x="1178" y="555"/>
                  </a:lnTo>
                  <a:lnTo>
                    <a:pt x="1178" y="555"/>
                  </a:lnTo>
                  <a:lnTo>
                    <a:pt x="1178" y="555"/>
                  </a:lnTo>
                  <a:lnTo>
                    <a:pt x="1178" y="555"/>
                  </a:lnTo>
                  <a:lnTo>
                    <a:pt x="1178" y="555"/>
                  </a:lnTo>
                  <a:lnTo>
                    <a:pt x="1178" y="555"/>
                  </a:lnTo>
                  <a:lnTo>
                    <a:pt x="1178" y="555"/>
                  </a:lnTo>
                  <a:lnTo>
                    <a:pt x="1178" y="555"/>
                  </a:lnTo>
                  <a:lnTo>
                    <a:pt x="1178" y="555"/>
                  </a:lnTo>
                  <a:lnTo>
                    <a:pt x="1178" y="555"/>
                  </a:lnTo>
                  <a:lnTo>
                    <a:pt x="1178" y="555"/>
                  </a:lnTo>
                  <a:lnTo>
                    <a:pt x="1178" y="555"/>
                  </a:lnTo>
                  <a:lnTo>
                    <a:pt x="1178" y="555"/>
                  </a:lnTo>
                  <a:lnTo>
                    <a:pt x="1178" y="555"/>
                  </a:lnTo>
                  <a:lnTo>
                    <a:pt x="1178" y="555"/>
                  </a:lnTo>
                  <a:lnTo>
                    <a:pt x="1178" y="555"/>
                  </a:lnTo>
                  <a:lnTo>
                    <a:pt x="1178" y="555"/>
                  </a:lnTo>
                  <a:lnTo>
                    <a:pt x="1178" y="555"/>
                  </a:lnTo>
                  <a:lnTo>
                    <a:pt x="1178" y="555"/>
                  </a:lnTo>
                  <a:lnTo>
                    <a:pt x="1178" y="555"/>
                  </a:lnTo>
                  <a:lnTo>
                    <a:pt x="1178" y="555"/>
                  </a:lnTo>
                  <a:lnTo>
                    <a:pt x="1178" y="555"/>
                  </a:lnTo>
                  <a:lnTo>
                    <a:pt x="1178" y="555"/>
                  </a:lnTo>
                  <a:lnTo>
                    <a:pt x="1178" y="555"/>
                  </a:lnTo>
                  <a:lnTo>
                    <a:pt x="1178" y="555"/>
                  </a:lnTo>
                  <a:lnTo>
                    <a:pt x="1178" y="555"/>
                  </a:lnTo>
                  <a:lnTo>
                    <a:pt x="1178" y="555"/>
                  </a:lnTo>
                  <a:lnTo>
                    <a:pt x="1178" y="555"/>
                  </a:lnTo>
                  <a:lnTo>
                    <a:pt x="1178" y="555"/>
                  </a:lnTo>
                  <a:lnTo>
                    <a:pt x="1178" y="555"/>
                  </a:lnTo>
                  <a:lnTo>
                    <a:pt x="1178" y="555"/>
                  </a:lnTo>
                  <a:lnTo>
                    <a:pt x="1166" y="528"/>
                  </a:lnTo>
                  <a:lnTo>
                    <a:pt x="1166" y="528"/>
                  </a:lnTo>
                  <a:lnTo>
                    <a:pt x="1166" y="528"/>
                  </a:lnTo>
                  <a:lnTo>
                    <a:pt x="1202" y="508"/>
                  </a:lnTo>
                  <a:lnTo>
                    <a:pt x="1202" y="508"/>
                  </a:lnTo>
                  <a:lnTo>
                    <a:pt x="1202" y="508"/>
                  </a:lnTo>
                  <a:lnTo>
                    <a:pt x="1202" y="508"/>
                  </a:lnTo>
                  <a:lnTo>
                    <a:pt x="1202" y="508"/>
                  </a:lnTo>
                  <a:lnTo>
                    <a:pt x="1202" y="508"/>
                  </a:lnTo>
                  <a:lnTo>
                    <a:pt x="1202" y="508"/>
                  </a:lnTo>
                  <a:lnTo>
                    <a:pt x="1202" y="508"/>
                  </a:lnTo>
                  <a:lnTo>
                    <a:pt x="1202" y="508"/>
                  </a:lnTo>
                  <a:lnTo>
                    <a:pt x="1202" y="508"/>
                  </a:lnTo>
                  <a:lnTo>
                    <a:pt x="1202" y="508"/>
                  </a:lnTo>
                  <a:lnTo>
                    <a:pt x="1202" y="508"/>
                  </a:lnTo>
                  <a:lnTo>
                    <a:pt x="1202" y="508"/>
                  </a:lnTo>
                  <a:lnTo>
                    <a:pt x="1202" y="508"/>
                  </a:lnTo>
                  <a:lnTo>
                    <a:pt x="1202" y="508"/>
                  </a:lnTo>
                  <a:lnTo>
                    <a:pt x="1202" y="508"/>
                  </a:lnTo>
                  <a:lnTo>
                    <a:pt x="1202" y="508"/>
                  </a:lnTo>
                  <a:lnTo>
                    <a:pt x="1202" y="508"/>
                  </a:lnTo>
                  <a:lnTo>
                    <a:pt x="1202" y="508"/>
                  </a:lnTo>
                  <a:lnTo>
                    <a:pt x="1202" y="508"/>
                  </a:lnTo>
                  <a:lnTo>
                    <a:pt x="1202" y="508"/>
                  </a:lnTo>
                  <a:lnTo>
                    <a:pt x="1202" y="508"/>
                  </a:lnTo>
                  <a:lnTo>
                    <a:pt x="1202" y="508"/>
                  </a:lnTo>
                  <a:lnTo>
                    <a:pt x="1202" y="508"/>
                  </a:lnTo>
                  <a:lnTo>
                    <a:pt x="1218" y="504"/>
                  </a:lnTo>
                  <a:lnTo>
                    <a:pt x="1229" y="500"/>
                  </a:lnTo>
                  <a:lnTo>
                    <a:pt x="1239" y="494"/>
                  </a:lnTo>
                  <a:lnTo>
                    <a:pt x="1239" y="494"/>
                  </a:lnTo>
                  <a:lnTo>
                    <a:pt x="1243" y="490"/>
                  </a:lnTo>
                  <a:lnTo>
                    <a:pt x="1243" y="490"/>
                  </a:lnTo>
                  <a:lnTo>
                    <a:pt x="1243" y="490"/>
                  </a:lnTo>
                  <a:lnTo>
                    <a:pt x="1243" y="490"/>
                  </a:lnTo>
                  <a:lnTo>
                    <a:pt x="1243" y="490"/>
                  </a:lnTo>
                  <a:lnTo>
                    <a:pt x="1243" y="490"/>
                  </a:lnTo>
                  <a:lnTo>
                    <a:pt x="1243" y="490"/>
                  </a:lnTo>
                  <a:lnTo>
                    <a:pt x="1243" y="490"/>
                  </a:lnTo>
                  <a:lnTo>
                    <a:pt x="1243" y="490"/>
                  </a:lnTo>
                  <a:lnTo>
                    <a:pt x="1243" y="490"/>
                  </a:lnTo>
                  <a:lnTo>
                    <a:pt x="1243" y="490"/>
                  </a:lnTo>
                  <a:lnTo>
                    <a:pt x="1243" y="490"/>
                  </a:lnTo>
                  <a:lnTo>
                    <a:pt x="1243" y="490"/>
                  </a:lnTo>
                  <a:lnTo>
                    <a:pt x="1243" y="490"/>
                  </a:lnTo>
                  <a:lnTo>
                    <a:pt x="1243" y="490"/>
                  </a:lnTo>
                  <a:lnTo>
                    <a:pt x="1243" y="490"/>
                  </a:lnTo>
                  <a:lnTo>
                    <a:pt x="1243" y="490"/>
                  </a:lnTo>
                  <a:lnTo>
                    <a:pt x="1243" y="490"/>
                  </a:lnTo>
                  <a:lnTo>
                    <a:pt x="1243" y="490"/>
                  </a:lnTo>
                  <a:lnTo>
                    <a:pt x="1243" y="490"/>
                  </a:lnTo>
                  <a:lnTo>
                    <a:pt x="1243" y="449"/>
                  </a:lnTo>
                  <a:lnTo>
                    <a:pt x="1243" y="449"/>
                  </a:lnTo>
                  <a:lnTo>
                    <a:pt x="1243" y="449"/>
                  </a:lnTo>
                  <a:lnTo>
                    <a:pt x="1257" y="435"/>
                  </a:lnTo>
                  <a:lnTo>
                    <a:pt x="1257" y="435"/>
                  </a:lnTo>
                  <a:lnTo>
                    <a:pt x="1253" y="429"/>
                  </a:lnTo>
                  <a:lnTo>
                    <a:pt x="1253" y="429"/>
                  </a:lnTo>
                  <a:lnTo>
                    <a:pt x="1253" y="429"/>
                  </a:lnTo>
                  <a:lnTo>
                    <a:pt x="1253" y="429"/>
                  </a:lnTo>
                  <a:lnTo>
                    <a:pt x="1253" y="429"/>
                  </a:lnTo>
                  <a:lnTo>
                    <a:pt x="1253" y="429"/>
                  </a:lnTo>
                  <a:lnTo>
                    <a:pt x="1253" y="429"/>
                  </a:lnTo>
                  <a:lnTo>
                    <a:pt x="1253" y="429"/>
                  </a:lnTo>
                  <a:lnTo>
                    <a:pt x="1253" y="429"/>
                  </a:lnTo>
                  <a:lnTo>
                    <a:pt x="1253" y="429"/>
                  </a:lnTo>
                  <a:lnTo>
                    <a:pt x="1253" y="429"/>
                  </a:lnTo>
                  <a:lnTo>
                    <a:pt x="1253" y="429"/>
                  </a:lnTo>
                  <a:lnTo>
                    <a:pt x="1253" y="429"/>
                  </a:lnTo>
                  <a:lnTo>
                    <a:pt x="1253" y="429"/>
                  </a:lnTo>
                  <a:lnTo>
                    <a:pt x="1253" y="429"/>
                  </a:lnTo>
                  <a:lnTo>
                    <a:pt x="1253" y="429"/>
                  </a:lnTo>
                  <a:lnTo>
                    <a:pt x="1253" y="429"/>
                  </a:lnTo>
                  <a:lnTo>
                    <a:pt x="1253" y="429"/>
                  </a:lnTo>
                  <a:lnTo>
                    <a:pt x="1253" y="429"/>
                  </a:lnTo>
                  <a:lnTo>
                    <a:pt x="1253" y="423"/>
                  </a:lnTo>
                  <a:lnTo>
                    <a:pt x="1257" y="417"/>
                  </a:lnTo>
                  <a:lnTo>
                    <a:pt x="1259" y="411"/>
                  </a:lnTo>
                  <a:lnTo>
                    <a:pt x="1267" y="400"/>
                  </a:lnTo>
                  <a:lnTo>
                    <a:pt x="1279" y="358"/>
                  </a:lnTo>
                  <a:lnTo>
                    <a:pt x="1261" y="352"/>
                  </a:lnTo>
                  <a:lnTo>
                    <a:pt x="1257" y="340"/>
                  </a:lnTo>
                  <a:lnTo>
                    <a:pt x="1255" y="340"/>
                  </a:lnTo>
                  <a:lnTo>
                    <a:pt x="1261" y="331"/>
                  </a:lnTo>
                  <a:lnTo>
                    <a:pt x="1261" y="323"/>
                  </a:lnTo>
                  <a:lnTo>
                    <a:pt x="1265" y="319"/>
                  </a:lnTo>
                  <a:lnTo>
                    <a:pt x="1271" y="309"/>
                  </a:lnTo>
                  <a:lnTo>
                    <a:pt x="1279" y="305"/>
                  </a:lnTo>
                  <a:lnTo>
                    <a:pt x="1283" y="297"/>
                  </a:lnTo>
                  <a:lnTo>
                    <a:pt x="1283" y="285"/>
                  </a:lnTo>
                  <a:lnTo>
                    <a:pt x="1271" y="285"/>
                  </a:lnTo>
                  <a:lnTo>
                    <a:pt x="1267" y="279"/>
                  </a:lnTo>
                  <a:lnTo>
                    <a:pt x="1267" y="272"/>
                  </a:lnTo>
                  <a:lnTo>
                    <a:pt x="1263" y="268"/>
                  </a:lnTo>
                  <a:lnTo>
                    <a:pt x="1259" y="256"/>
                  </a:lnTo>
                  <a:lnTo>
                    <a:pt x="1263" y="252"/>
                  </a:lnTo>
                  <a:lnTo>
                    <a:pt x="1257" y="242"/>
                  </a:lnTo>
                  <a:lnTo>
                    <a:pt x="1251" y="238"/>
                  </a:lnTo>
                  <a:lnTo>
                    <a:pt x="1255" y="232"/>
                  </a:lnTo>
                  <a:lnTo>
                    <a:pt x="1263" y="226"/>
                  </a:lnTo>
                  <a:lnTo>
                    <a:pt x="1263" y="216"/>
                  </a:lnTo>
                  <a:lnTo>
                    <a:pt x="1263" y="216"/>
                  </a:lnTo>
                  <a:lnTo>
                    <a:pt x="1255" y="212"/>
                  </a:lnTo>
                  <a:lnTo>
                    <a:pt x="1253" y="210"/>
                  </a:lnTo>
                  <a:lnTo>
                    <a:pt x="1253" y="210"/>
                  </a:lnTo>
                  <a:lnTo>
                    <a:pt x="1253" y="210"/>
                  </a:lnTo>
                  <a:lnTo>
                    <a:pt x="1263" y="203"/>
                  </a:lnTo>
                  <a:lnTo>
                    <a:pt x="1263" y="203"/>
                  </a:lnTo>
                  <a:lnTo>
                    <a:pt x="1269" y="201"/>
                  </a:lnTo>
                  <a:lnTo>
                    <a:pt x="1269" y="201"/>
                  </a:lnTo>
                  <a:lnTo>
                    <a:pt x="1271" y="199"/>
                  </a:lnTo>
                  <a:lnTo>
                    <a:pt x="1273" y="195"/>
                  </a:lnTo>
                  <a:lnTo>
                    <a:pt x="1273" y="191"/>
                  </a:lnTo>
                  <a:lnTo>
                    <a:pt x="1273" y="191"/>
                  </a:lnTo>
                  <a:lnTo>
                    <a:pt x="1273" y="191"/>
                  </a:lnTo>
                  <a:lnTo>
                    <a:pt x="1273" y="191"/>
                  </a:lnTo>
                  <a:lnTo>
                    <a:pt x="1273" y="191"/>
                  </a:lnTo>
                  <a:lnTo>
                    <a:pt x="1273" y="191"/>
                  </a:lnTo>
                  <a:lnTo>
                    <a:pt x="1273" y="191"/>
                  </a:lnTo>
                  <a:lnTo>
                    <a:pt x="1267" y="185"/>
                  </a:lnTo>
                  <a:lnTo>
                    <a:pt x="1261" y="189"/>
                  </a:lnTo>
                  <a:lnTo>
                    <a:pt x="1259" y="195"/>
                  </a:lnTo>
                  <a:lnTo>
                    <a:pt x="1253" y="197"/>
                  </a:lnTo>
                  <a:lnTo>
                    <a:pt x="1249" y="187"/>
                  </a:lnTo>
                  <a:lnTo>
                    <a:pt x="1255" y="177"/>
                  </a:lnTo>
                  <a:lnTo>
                    <a:pt x="1255" y="169"/>
                  </a:lnTo>
                  <a:lnTo>
                    <a:pt x="1265" y="161"/>
                  </a:lnTo>
                  <a:lnTo>
                    <a:pt x="1277" y="155"/>
                  </a:lnTo>
                  <a:lnTo>
                    <a:pt x="1279" y="153"/>
                  </a:lnTo>
                  <a:lnTo>
                    <a:pt x="1269" y="145"/>
                  </a:lnTo>
                  <a:lnTo>
                    <a:pt x="1263" y="128"/>
                  </a:lnTo>
                  <a:lnTo>
                    <a:pt x="1255" y="114"/>
                  </a:lnTo>
                  <a:lnTo>
                    <a:pt x="1253" y="92"/>
                  </a:lnTo>
                  <a:lnTo>
                    <a:pt x="1251" y="80"/>
                  </a:lnTo>
                  <a:lnTo>
                    <a:pt x="1239" y="67"/>
                  </a:lnTo>
                  <a:lnTo>
                    <a:pt x="1224" y="61"/>
                  </a:lnTo>
                  <a:lnTo>
                    <a:pt x="1214" y="49"/>
                  </a:lnTo>
                  <a:lnTo>
                    <a:pt x="1200" y="33"/>
                  </a:lnTo>
                  <a:lnTo>
                    <a:pt x="1188" y="17"/>
                  </a:lnTo>
                  <a:lnTo>
                    <a:pt x="1172" y="15"/>
                  </a:lnTo>
                  <a:lnTo>
                    <a:pt x="1155" y="0"/>
                  </a:lnTo>
                </a:path>
              </a:pathLst>
            </a:custGeom>
            <a:grpFill/>
            <a:ln w="14564" cap="flat">
              <a:solidFill>
                <a:schemeClr val="accent1">
                  <a:alpha val="13000"/>
                </a:schemeClr>
              </a:solidFill>
              <a:prstDash val="solid"/>
              <a:bevel/>
            </a:ln>
          </p:spPr>
          <p:txBody>
            <a:bodyPr rtlCol="0" anchor="ctr"/>
            <a:lstStyle/>
            <a:p>
              <a:endParaRPr lang="en-US" sz="2000">
                <a:solidFill>
                  <a:schemeClr val="accent1"/>
                </a:solidFill>
              </a:endParaRPr>
            </a:p>
          </p:txBody>
        </p:sp>
        <p:sp>
          <p:nvSpPr>
            <p:cNvPr id="20" name="A4_Bretagne">
              <a:extLst>
                <a:ext uri="{FF2B5EF4-FFF2-40B4-BE49-F238E27FC236}">
                  <a16:creationId xmlns:a16="http://schemas.microsoft.com/office/drawing/2014/main" id="{17D4E71A-8903-909B-6E41-AB6FCDF26ED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0808" y="2655055"/>
              <a:ext cx="642812" cy="368257"/>
            </a:xfrm>
            <a:custGeom>
              <a:avLst/>
              <a:gdLst/>
              <a:ahLst/>
              <a:cxnLst>
                <a:cxn ang="0">
                  <a:pos x="429" y="20"/>
                </a:cxn>
                <a:cxn ang="0">
                  <a:pos x="402" y="87"/>
                </a:cxn>
                <a:cxn ang="0">
                  <a:pos x="321" y="122"/>
                </a:cxn>
                <a:cxn ang="0">
                  <a:pos x="160" y="105"/>
                </a:cxn>
                <a:cxn ang="0">
                  <a:pos x="41" y="144"/>
                </a:cxn>
                <a:cxn ang="0">
                  <a:pos x="0" y="239"/>
                </a:cxn>
                <a:cxn ang="0">
                  <a:pos x="98" y="264"/>
                </a:cxn>
                <a:cxn ang="0">
                  <a:pos x="89" y="298"/>
                </a:cxn>
                <a:cxn ang="0">
                  <a:pos x="112" y="331"/>
                </a:cxn>
                <a:cxn ang="0">
                  <a:pos x="53" y="442"/>
                </a:cxn>
                <a:cxn ang="0">
                  <a:pos x="213" y="538"/>
                </a:cxn>
                <a:cxn ang="0">
                  <a:pos x="307" y="540"/>
                </a:cxn>
                <a:cxn ang="0">
                  <a:pos x="420" y="562"/>
                </a:cxn>
                <a:cxn ang="0">
                  <a:pos x="555" y="706"/>
                </a:cxn>
                <a:cxn ang="0">
                  <a:pos x="697" y="660"/>
                </a:cxn>
                <a:cxn ang="0">
                  <a:pos x="672" y="706"/>
                </a:cxn>
                <a:cxn ang="0">
                  <a:pos x="776" y="725"/>
                </a:cxn>
                <a:cxn ang="0">
                  <a:pos x="837" y="715"/>
                </a:cxn>
                <a:cxn ang="0">
                  <a:pos x="900" y="678"/>
                </a:cxn>
                <a:cxn ang="0">
                  <a:pos x="904" y="623"/>
                </a:cxn>
                <a:cxn ang="0">
                  <a:pos x="941" y="609"/>
                </a:cxn>
                <a:cxn ang="0">
                  <a:pos x="943" y="607"/>
                </a:cxn>
                <a:cxn ang="0">
                  <a:pos x="997" y="597"/>
                </a:cxn>
                <a:cxn ang="0">
                  <a:pos x="1062" y="589"/>
                </a:cxn>
                <a:cxn ang="0">
                  <a:pos x="1097" y="558"/>
                </a:cxn>
                <a:cxn ang="0">
                  <a:pos x="1125" y="560"/>
                </a:cxn>
                <a:cxn ang="0">
                  <a:pos x="1127" y="550"/>
                </a:cxn>
                <a:cxn ang="0">
                  <a:pos x="1125" y="536"/>
                </a:cxn>
                <a:cxn ang="0">
                  <a:pos x="1117" y="528"/>
                </a:cxn>
                <a:cxn ang="0">
                  <a:pos x="1138" y="528"/>
                </a:cxn>
                <a:cxn ang="0">
                  <a:pos x="1146" y="534"/>
                </a:cxn>
                <a:cxn ang="0">
                  <a:pos x="1162" y="546"/>
                </a:cxn>
                <a:cxn ang="0">
                  <a:pos x="1184" y="564"/>
                </a:cxn>
                <a:cxn ang="0">
                  <a:pos x="1192" y="560"/>
                </a:cxn>
                <a:cxn ang="0">
                  <a:pos x="1199" y="554"/>
                </a:cxn>
                <a:cxn ang="0">
                  <a:pos x="1209" y="528"/>
                </a:cxn>
                <a:cxn ang="0">
                  <a:pos x="1217" y="512"/>
                </a:cxn>
                <a:cxn ang="0">
                  <a:pos x="1225" y="471"/>
                </a:cxn>
                <a:cxn ang="0">
                  <a:pos x="1231" y="463"/>
                </a:cxn>
                <a:cxn ang="0">
                  <a:pos x="1268" y="438"/>
                </a:cxn>
                <a:cxn ang="0">
                  <a:pos x="1276" y="416"/>
                </a:cxn>
                <a:cxn ang="0">
                  <a:pos x="1253" y="335"/>
                </a:cxn>
                <a:cxn ang="0">
                  <a:pos x="1245" y="319"/>
                </a:cxn>
                <a:cxn ang="0">
                  <a:pos x="1266" y="282"/>
                </a:cxn>
                <a:cxn ang="0">
                  <a:pos x="1259" y="189"/>
                </a:cxn>
                <a:cxn ang="0">
                  <a:pos x="1227" y="185"/>
                </a:cxn>
                <a:cxn ang="0">
                  <a:pos x="1215" y="174"/>
                </a:cxn>
                <a:cxn ang="0">
                  <a:pos x="1162" y="207"/>
                </a:cxn>
                <a:cxn ang="0">
                  <a:pos x="1115" y="189"/>
                </a:cxn>
                <a:cxn ang="0">
                  <a:pos x="1095" y="152"/>
                </a:cxn>
                <a:cxn ang="0">
                  <a:pos x="965" y="93"/>
                </a:cxn>
                <a:cxn ang="0">
                  <a:pos x="819" y="101"/>
                </a:cxn>
                <a:cxn ang="0">
                  <a:pos x="674" y="128"/>
                </a:cxn>
                <a:cxn ang="0">
                  <a:pos x="542" y="0"/>
                </a:cxn>
              </a:cxnLst>
              <a:rect l="0" t="0" r="r" b="b"/>
              <a:pathLst>
                <a:path w="1276" h="731">
                  <a:moveTo>
                    <a:pt x="542" y="0"/>
                  </a:moveTo>
                  <a:lnTo>
                    <a:pt x="526" y="8"/>
                  </a:lnTo>
                  <a:lnTo>
                    <a:pt x="508" y="0"/>
                  </a:lnTo>
                  <a:lnTo>
                    <a:pt x="492" y="12"/>
                  </a:lnTo>
                  <a:lnTo>
                    <a:pt x="451" y="34"/>
                  </a:lnTo>
                  <a:lnTo>
                    <a:pt x="429" y="20"/>
                  </a:lnTo>
                  <a:lnTo>
                    <a:pt x="408" y="34"/>
                  </a:lnTo>
                  <a:lnTo>
                    <a:pt x="406" y="79"/>
                  </a:lnTo>
                  <a:lnTo>
                    <a:pt x="406" y="81"/>
                  </a:lnTo>
                  <a:lnTo>
                    <a:pt x="406" y="81"/>
                  </a:lnTo>
                  <a:lnTo>
                    <a:pt x="406" y="81"/>
                  </a:lnTo>
                  <a:lnTo>
                    <a:pt x="402" y="87"/>
                  </a:lnTo>
                  <a:lnTo>
                    <a:pt x="394" y="93"/>
                  </a:lnTo>
                  <a:lnTo>
                    <a:pt x="374" y="87"/>
                  </a:lnTo>
                  <a:lnTo>
                    <a:pt x="355" y="79"/>
                  </a:lnTo>
                  <a:lnTo>
                    <a:pt x="325" y="75"/>
                  </a:lnTo>
                  <a:lnTo>
                    <a:pt x="315" y="101"/>
                  </a:lnTo>
                  <a:lnTo>
                    <a:pt x="321" y="122"/>
                  </a:lnTo>
                  <a:lnTo>
                    <a:pt x="291" y="109"/>
                  </a:lnTo>
                  <a:lnTo>
                    <a:pt x="270" y="75"/>
                  </a:lnTo>
                  <a:lnTo>
                    <a:pt x="248" y="83"/>
                  </a:lnTo>
                  <a:lnTo>
                    <a:pt x="211" y="89"/>
                  </a:lnTo>
                  <a:lnTo>
                    <a:pt x="181" y="113"/>
                  </a:lnTo>
                  <a:lnTo>
                    <a:pt x="160" y="105"/>
                  </a:lnTo>
                  <a:lnTo>
                    <a:pt x="144" y="103"/>
                  </a:lnTo>
                  <a:lnTo>
                    <a:pt x="120" y="115"/>
                  </a:lnTo>
                  <a:lnTo>
                    <a:pt x="98" y="122"/>
                  </a:lnTo>
                  <a:lnTo>
                    <a:pt x="81" y="122"/>
                  </a:lnTo>
                  <a:lnTo>
                    <a:pt x="77" y="138"/>
                  </a:lnTo>
                  <a:lnTo>
                    <a:pt x="41" y="144"/>
                  </a:lnTo>
                  <a:lnTo>
                    <a:pt x="30" y="162"/>
                  </a:lnTo>
                  <a:lnTo>
                    <a:pt x="10" y="174"/>
                  </a:lnTo>
                  <a:lnTo>
                    <a:pt x="4" y="189"/>
                  </a:lnTo>
                  <a:lnTo>
                    <a:pt x="6" y="203"/>
                  </a:lnTo>
                  <a:lnTo>
                    <a:pt x="2" y="217"/>
                  </a:lnTo>
                  <a:lnTo>
                    <a:pt x="0" y="239"/>
                  </a:lnTo>
                  <a:lnTo>
                    <a:pt x="6" y="252"/>
                  </a:lnTo>
                  <a:lnTo>
                    <a:pt x="0" y="280"/>
                  </a:lnTo>
                  <a:lnTo>
                    <a:pt x="35" y="274"/>
                  </a:lnTo>
                  <a:lnTo>
                    <a:pt x="51" y="264"/>
                  </a:lnTo>
                  <a:lnTo>
                    <a:pt x="79" y="270"/>
                  </a:lnTo>
                  <a:lnTo>
                    <a:pt x="98" y="264"/>
                  </a:lnTo>
                  <a:lnTo>
                    <a:pt x="118" y="280"/>
                  </a:lnTo>
                  <a:lnTo>
                    <a:pt x="152" y="260"/>
                  </a:lnTo>
                  <a:lnTo>
                    <a:pt x="156" y="280"/>
                  </a:lnTo>
                  <a:lnTo>
                    <a:pt x="181" y="290"/>
                  </a:lnTo>
                  <a:lnTo>
                    <a:pt x="132" y="302"/>
                  </a:lnTo>
                  <a:lnTo>
                    <a:pt x="89" y="298"/>
                  </a:lnTo>
                  <a:lnTo>
                    <a:pt x="69" y="294"/>
                  </a:lnTo>
                  <a:lnTo>
                    <a:pt x="55" y="314"/>
                  </a:lnTo>
                  <a:lnTo>
                    <a:pt x="79" y="319"/>
                  </a:lnTo>
                  <a:lnTo>
                    <a:pt x="73" y="331"/>
                  </a:lnTo>
                  <a:lnTo>
                    <a:pt x="77" y="347"/>
                  </a:lnTo>
                  <a:lnTo>
                    <a:pt x="112" y="331"/>
                  </a:lnTo>
                  <a:lnTo>
                    <a:pt x="158" y="347"/>
                  </a:lnTo>
                  <a:lnTo>
                    <a:pt x="175" y="377"/>
                  </a:lnTo>
                  <a:lnTo>
                    <a:pt x="150" y="390"/>
                  </a:lnTo>
                  <a:lnTo>
                    <a:pt x="30" y="414"/>
                  </a:lnTo>
                  <a:lnTo>
                    <a:pt x="16" y="436"/>
                  </a:lnTo>
                  <a:lnTo>
                    <a:pt x="53" y="442"/>
                  </a:lnTo>
                  <a:lnTo>
                    <a:pt x="102" y="446"/>
                  </a:lnTo>
                  <a:lnTo>
                    <a:pt x="136" y="487"/>
                  </a:lnTo>
                  <a:lnTo>
                    <a:pt x="144" y="528"/>
                  </a:lnTo>
                  <a:lnTo>
                    <a:pt x="140" y="548"/>
                  </a:lnTo>
                  <a:lnTo>
                    <a:pt x="201" y="550"/>
                  </a:lnTo>
                  <a:lnTo>
                    <a:pt x="213" y="538"/>
                  </a:lnTo>
                  <a:lnTo>
                    <a:pt x="205" y="514"/>
                  </a:lnTo>
                  <a:lnTo>
                    <a:pt x="254" y="524"/>
                  </a:lnTo>
                  <a:lnTo>
                    <a:pt x="270" y="526"/>
                  </a:lnTo>
                  <a:lnTo>
                    <a:pt x="274" y="499"/>
                  </a:lnTo>
                  <a:lnTo>
                    <a:pt x="290" y="512"/>
                  </a:lnTo>
                  <a:lnTo>
                    <a:pt x="307" y="540"/>
                  </a:lnTo>
                  <a:lnTo>
                    <a:pt x="327" y="554"/>
                  </a:lnTo>
                  <a:lnTo>
                    <a:pt x="358" y="556"/>
                  </a:lnTo>
                  <a:lnTo>
                    <a:pt x="400" y="566"/>
                  </a:lnTo>
                  <a:lnTo>
                    <a:pt x="412" y="532"/>
                  </a:lnTo>
                  <a:lnTo>
                    <a:pt x="416" y="550"/>
                  </a:lnTo>
                  <a:lnTo>
                    <a:pt x="420" y="562"/>
                  </a:lnTo>
                  <a:lnTo>
                    <a:pt x="441" y="599"/>
                  </a:lnTo>
                  <a:lnTo>
                    <a:pt x="463" y="603"/>
                  </a:lnTo>
                  <a:lnTo>
                    <a:pt x="483" y="585"/>
                  </a:lnTo>
                  <a:lnTo>
                    <a:pt x="512" y="609"/>
                  </a:lnTo>
                  <a:lnTo>
                    <a:pt x="551" y="646"/>
                  </a:lnTo>
                  <a:lnTo>
                    <a:pt x="555" y="706"/>
                  </a:lnTo>
                  <a:lnTo>
                    <a:pt x="571" y="713"/>
                  </a:lnTo>
                  <a:lnTo>
                    <a:pt x="563" y="660"/>
                  </a:lnTo>
                  <a:lnTo>
                    <a:pt x="609" y="660"/>
                  </a:lnTo>
                  <a:lnTo>
                    <a:pt x="668" y="642"/>
                  </a:lnTo>
                  <a:lnTo>
                    <a:pt x="701" y="642"/>
                  </a:lnTo>
                  <a:lnTo>
                    <a:pt x="697" y="660"/>
                  </a:lnTo>
                  <a:lnTo>
                    <a:pt x="693" y="676"/>
                  </a:lnTo>
                  <a:lnTo>
                    <a:pt x="634" y="666"/>
                  </a:lnTo>
                  <a:lnTo>
                    <a:pt x="632" y="682"/>
                  </a:lnTo>
                  <a:lnTo>
                    <a:pt x="652" y="684"/>
                  </a:lnTo>
                  <a:lnTo>
                    <a:pt x="658" y="698"/>
                  </a:lnTo>
                  <a:lnTo>
                    <a:pt x="672" y="706"/>
                  </a:lnTo>
                  <a:lnTo>
                    <a:pt x="697" y="694"/>
                  </a:lnTo>
                  <a:lnTo>
                    <a:pt x="737" y="692"/>
                  </a:lnTo>
                  <a:lnTo>
                    <a:pt x="770" y="688"/>
                  </a:lnTo>
                  <a:lnTo>
                    <a:pt x="792" y="700"/>
                  </a:lnTo>
                  <a:lnTo>
                    <a:pt x="774" y="704"/>
                  </a:lnTo>
                  <a:lnTo>
                    <a:pt x="776" y="725"/>
                  </a:lnTo>
                  <a:lnTo>
                    <a:pt x="786" y="731"/>
                  </a:lnTo>
                  <a:lnTo>
                    <a:pt x="792" y="711"/>
                  </a:lnTo>
                  <a:lnTo>
                    <a:pt x="792" y="711"/>
                  </a:lnTo>
                  <a:lnTo>
                    <a:pt x="792" y="711"/>
                  </a:lnTo>
                  <a:lnTo>
                    <a:pt x="813" y="715"/>
                  </a:lnTo>
                  <a:lnTo>
                    <a:pt x="837" y="715"/>
                  </a:lnTo>
                  <a:lnTo>
                    <a:pt x="849" y="706"/>
                  </a:lnTo>
                  <a:lnTo>
                    <a:pt x="851" y="694"/>
                  </a:lnTo>
                  <a:lnTo>
                    <a:pt x="851" y="694"/>
                  </a:lnTo>
                  <a:lnTo>
                    <a:pt x="851" y="694"/>
                  </a:lnTo>
                  <a:lnTo>
                    <a:pt x="880" y="690"/>
                  </a:lnTo>
                  <a:lnTo>
                    <a:pt x="900" y="678"/>
                  </a:lnTo>
                  <a:lnTo>
                    <a:pt x="906" y="668"/>
                  </a:lnTo>
                  <a:lnTo>
                    <a:pt x="908" y="648"/>
                  </a:lnTo>
                  <a:lnTo>
                    <a:pt x="912" y="635"/>
                  </a:lnTo>
                  <a:lnTo>
                    <a:pt x="904" y="625"/>
                  </a:lnTo>
                  <a:lnTo>
                    <a:pt x="904" y="625"/>
                  </a:lnTo>
                  <a:lnTo>
                    <a:pt x="904" y="623"/>
                  </a:lnTo>
                  <a:lnTo>
                    <a:pt x="912" y="625"/>
                  </a:lnTo>
                  <a:lnTo>
                    <a:pt x="930" y="613"/>
                  </a:lnTo>
                  <a:lnTo>
                    <a:pt x="930" y="613"/>
                  </a:lnTo>
                  <a:lnTo>
                    <a:pt x="934" y="611"/>
                  </a:lnTo>
                  <a:lnTo>
                    <a:pt x="941" y="609"/>
                  </a:lnTo>
                  <a:lnTo>
                    <a:pt x="941" y="609"/>
                  </a:lnTo>
                  <a:lnTo>
                    <a:pt x="943" y="609"/>
                  </a:lnTo>
                  <a:lnTo>
                    <a:pt x="943" y="609"/>
                  </a:lnTo>
                  <a:lnTo>
                    <a:pt x="943" y="607"/>
                  </a:lnTo>
                  <a:lnTo>
                    <a:pt x="943" y="607"/>
                  </a:lnTo>
                  <a:lnTo>
                    <a:pt x="943" y="607"/>
                  </a:lnTo>
                  <a:lnTo>
                    <a:pt x="943" y="607"/>
                  </a:lnTo>
                  <a:lnTo>
                    <a:pt x="953" y="607"/>
                  </a:lnTo>
                  <a:lnTo>
                    <a:pt x="953" y="607"/>
                  </a:lnTo>
                  <a:lnTo>
                    <a:pt x="971" y="601"/>
                  </a:lnTo>
                  <a:lnTo>
                    <a:pt x="971" y="601"/>
                  </a:lnTo>
                  <a:lnTo>
                    <a:pt x="985" y="591"/>
                  </a:lnTo>
                  <a:lnTo>
                    <a:pt x="997" y="597"/>
                  </a:lnTo>
                  <a:lnTo>
                    <a:pt x="1004" y="599"/>
                  </a:lnTo>
                  <a:lnTo>
                    <a:pt x="1020" y="601"/>
                  </a:lnTo>
                  <a:lnTo>
                    <a:pt x="1034" y="601"/>
                  </a:lnTo>
                  <a:lnTo>
                    <a:pt x="1046" y="595"/>
                  </a:lnTo>
                  <a:lnTo>
                    <a:pt x="1054" y="589"/>
                  </a:lnTo>
                  <a:lnTo>
                    <a:pt x="1062" y="589"/>
                  </a:lnTo>
                  <a:lnTo>
                    <a:pt x="1075" y="577"/>
                  </a:lnTo>
                  <a:lnTo>
                    <a:pt x="1081" y="572"/>
                  </a:lnTo>
                  <a:lnTo>
                    <a:pt x="1089" y="564"/>
                  </a:lnTo>
                  <a:lnTo>
                    <a:pt x="1089" y="564"/>
                  </a:lnTo>
                  <a:lnTo>
                    <a:pt x="1089" y="564"/>
                  </a:lnTo>
                  <a:lnTo>
                    <a:pt x="1097" y="558"/>
                  </a:lnTo>
                  <a:lnTo>
                    <a:pt x="1105" y="562"/>
                  </a:lnTo>
                  <a:lnTo>
                    <a:pt x="1117" y="562"/>
                  </a:lnTo>
                  <a:lnTo>
                    <a:pt x="1117" y="562"/>
                  </a:lnTo>
                  <a:lnTo>
                    <a:pt x="1121" y="562"/>
                  </a:lnTo>
                  <a:lnTo>
                    <a:pt x="1125" y="560"/>
                  </a:lnTo>
                  <a:lnTo>
                    <a:pt x="1125" y="560"/>
                  </a:lnTo>
                  <a:lnTo>
                    <a:pt x="1127" y="560"/>
                  </a:lnTo>
                  <a:lnTo>
                    <a:pt x="1127" y="560"/>
                  </a:lnTo>
                  <a:lnTo>
                    <a:pt x="1127" y="556"/>
                  </a:lnTo>
                  <a:lnTo>
                    <a:pt x="1127" y="554"/>
                  </a:lnTo>
                  <a:lnTo>
                    <a:pt x="1127" y="550"/>
                  </a:lnTo>
                  <a:lnTo>
                    <a:pt x="1127" y="550"/>
                  </a:lnTo>
                  <a:lnTo>
                    <a:pt x="1125" y="544"/>
                  </a:lnTo>
                  <a:lnTo>
                    <a:pt x="1125" y="542"/>
                  </a:lnTo>
                  <a:lnTo>
                    <a:pt x="1125" y="542"/>
                  </a:lnTo>
                  <a:lnTo>
                    <a:pt x="1125" y="540"/>
                  </a:lnTo>
                  <a:lnTo>
                    <a:pt x="1125" y="538"/>
                  </a:lnTo>
                  <a:lnTo>
                    <a:pt x="1125" y="536"/>
                  </a:lnTo>
                  <a:lnTo>
                    <a:pt x="1125" y="536"/>
                  </a:lnTo>
                  <a:lnTo>
                    <a:pt x="1119" y="532"/>
                  </a:lnTo>
                  <a:lnTo>
                    <a:pt x="1117" y="530"/>
                  </a:lnTo>
                  <a:lnTo>
                    <a:pt x="1117" y="530"/>
                  </a:lnTo>
                  <a:lnTo>
                    <a:pt x="1117" y="528"/>
                  </a:lnTo>
                  <a:lnTo>
                    <a:pt x="1117" y="528"/>
                  </a:lnTo>
                  <a:lnTo>
                    <a:pt x="1134" y="526"/>
                  </a:lnTo>
                  <a:lnTo>
                    <a:pt x="1134" y="526"/>
                  </a:lnTo>
                  <a:lnTo>
                    <a:pt x="1136" y="526"/>
                  </a:lnTo>
                  <a:lnTo>
                    <a:pt x="1138" y="528"/>
                  </a:lnTo>
                  <a:lnTo>
                    <a:pt x="1138" y="528"/>
                  </a:lnTo>
                  <a:lnTo>
                    <a:pt x="1138" y="528"/>
                  </a:lnTo>
                  <a:lnTo>
                    <a:pt x="1142" y="530"/>
                  </a:lnTo>
                  <a:lnTo>
                    <a:pt x="1146" y="534"/>
                  </a:lnTo>
                  <a:lnTo>
                    <a:pt x="1146" y="534"/>
                  </a:lnTo>
                  <a:lnTo>
                    <a:pt x="1146" y="534"/>
                  </a:lnTo>
                  <a:lnTo>
                    <a:pt x="1146" y="534"/>
                  </a:lnTo>
                  <a:lnTo>
                    <a:pt x="1146" y="534"/>
                  </a:lnTo>
                  <a:lnTo>
                    <a:pt x="1154" y="538"/>
                  </a:lnTo>
                  <a:lnTo>
                    <a:pt x="1156" y="542"/>
                  </a:lnTo>
                  <a:lnTo>
                    <a:pt x="1158" y="544"/>
                  </a:lnTo>
                  <a:lnTo>
                    <a:pt x="1158" y="544"/>
                  </a:lnTo>
                  <a:lnTo>
                    <a:pt x="1158" y="544"/>
                  </a:lnTo>
                  <a:lnTo>
                    <a:pt x="1162" y="546"/>
                  </a:lnTo>
                  <a:lnTo>
                    <a:pt x="1162" y="546"/>
                  </a:lnTo>
                  <a:lnTo>
                    <a:pt x="1170" y="552"/>
                  </a:lnTo>
                  <a:lnTo>
                    <a:pt x="1170" y="552"/>
                  </a:lnTo>
                  <a:lnTo>
                    <a:pt x="1174" y="556"/>
                  </a:lnTo>
                  <a:lnTo>
                    <a:pt x="1176" y="560"/>
                  </a:lnTo>
                  <a:lnTo>
                    <a:pt x="1184" y="564"/>
                  </a:lnTo>
                  <a:lnTo>
                    <a:pt x="1184" y="564"/>
                  </a:lnTo>
                  <a:lnTo>
                    <a:pt x="1184" y="564"/>
                  </a:lnTo>
                  <a:lnTo>
                    <a:pt x="1184" y="564"/>
                  </a:lnTo>
                  <a:lnTo>
                    <a:pt x="1184" y="564"/>
                  </a:lnTo>
                  <a:lnTo>
                    <a:pt x="1192" y="560"/>
                  </a:lnTo>
                  <a:lnTo>
                    <a:pt x="1192" y="560"/>
                  </a:lnTo>
                  <a:lnTo>
                    <a:pt x="1192" y="560"/>
                  </a:lnTo>
                  <a:lnTo>
                    <a:pt x="1192" y="560"/>
                  </a:lnTo>
                  <a:lnTo>
                    <a:pt x="1192" y="560"/>
                  </a:lnTo>
                  <a:lnTo>
                    <a:pt x="1192" y="560"/>
                  </a:lnTo>
                  <a:lnTo>
                    <a:pt x="1196" y="556"/>
                  </a:lnTo>
                  <a:lnTo>
                    <a:pt x="1199" y="554"/>
                  </a:lnTo>
                  <a:lnTo>
                    <a:pt x="1199" y="552"/>
                  </a:lnTo>
                  <a:lnTo>
                    <a:pt x="1199" y="552"/>
                  </a:lnTo>
                  <a:lnTo>
                    <a:pt x="1201" y="546"/>
                  </a:lnTo>
                  <a:lnTo>
                    <a:pt x="1201" y="546"/>
                  </a:lnTo>
                  <a:lnTo>
                    <a:pt x="1205" y="538"/>
                  </a:lnTo>
                  <a:lnTo>
                    <a:pt x="1209" y="528"/>
                  </a:lnTo>
                  <a:lnTo>
                    <a:pt x="1209" y="528"/>
                  </a:lnTo>
                  <a:lnTo>
                    <a:pt x="1209" y="518"/>
                  </a:lnTo>
                  <a:lnTo>
                    <a:pt x="1209" y="518"/>
                  </a:lnTo>
                  <a:lnTo>
                    <a:pt x="1209" y="518"/>
                  </a:lnTo>
                  <a:lnTo>
                    <a:pt x="1217" y="512"/>
                  </a:lnTo>
                  <a:lnTo>
                    <a:pt x="1217" y="512"/>
                  </a:lnTo>
                  <a:lnTo>
                    <a:pt x="1217" y="503"/>
                  </a:lnTo>
                  <a:lnTo>
                    <a:pt x="1217" y="503"/>
                  </a:lnTo>
                  <a:lnTo>
                    <a:pt x="1219" y="493"/>
                  </a:lnTo>
                  <a:lnTo>
                    <a:pt x="1223" y="489"/>
                  </a:lnTo>
                  <a:lnTo>
                    <a:pt x="1225" y="479"/>
                  </a:lnTo>
                  <a:lnTo>
                    <a:pt x="1225" y="471"/>
                  </a:lnTo>
                  <a:lnTo>
                    <a:pt x="1225" y="471"/>
                  </a:lnTo>
                  <a:lnTo>
                    <a:pt x="1225" y="471"/>
                  </a:lnTo>
                  <a:lnTo>
                    <a:pt x="1227" y="467"/>
                  </a:lnTo>
                  <a:lnTo>
                    <a:pt x="1229" y="463"/>
                  </a:lnTo>
                  <a:lnTo>
                    <a:pt x="1231" y="463"/>
                  </a:lnTo>
                  <a:lnTo>
                    <a:pt x="1231" y="463"/>
                  </a:lnTo>
                  <a:lnTo>
                    <a:pt x="1245" y="461"/>
                  </a:lnTo>
                  <a:lnTo>
                    <a:pt x="1251" y="453"/>
                  </a:lnTo>
                  <a:lnTo>
                    <a:pt x="1270" y="453"/>
                  </a:lnTo>
                  <a:lnTo>
                    <a:pt x="1272" y="442"/>
                  </a:lnTo>
                  <a:lnTo>
                    <a:pt x="1272" y="442"/>
                  </a:lnTo>
                  <a:lnTo>
                    <a:pt x="1268" y="438"/>
                  </a:lnTo>
                  <a:lnTo>
                    <a:pt x="1266" y="430"/>
                  </a:lnTo>
                  <a:lnTo>
                    <a:pt x="1266" y="430"/>
                  </a:lnTo>
                  <a:lnTo>
                    <a:pt x="1266" y="430"/>
                  </a:lnTo>
                  <a:lnTo>
                    <a:pt x="1266" y="430"/>
                  </a:lnTo>
                  <a:lnTo>
                    <a:pt x="1270" y="422"/>
                  </a:lnTo>
                  <a:lnTo>
                    <a:pt x="1276" y="416"/>
                  </a:lnTo>
                  <a:lnTo>
                    <a:pt x="1268" y="408"/>
                  </a:lnTo>
                  <a:lnTo>
                    <a:pt x="1261" y="386"/>
                  </a:lnTo>
                  <a:lnTo>
                    <a:pt x="1257" y="371"/>
                  </a:lnTo>
                  <a:lnTo>
                    <a:pt x="1257" y="357"/>
                  </a:lnTo>
                  <a:lnTo>
                    <a:pt x="1247" y="349"/>
                  </a:lnTo>
                  <a:lnTo>
                    <a:pt x="1253" y="335"/>
                  </a:lnTo>
                  <a:lnTo>
                    <a:pt x="1253" y="325"/>
                  </a:lnTo>
                  <a:lnTo>
                    <a:pt x="1253" y="325"/>
                  </a:lnTo>
                  <a:lnTo>
                    <a:pt x="1249" y="323"/>
                  </a:lnTo>
                  <a:lnTo>
                    <a:pt x="1247" y="321"/>
                  </a:lnTo>
                  <a:lnTo>
                    <a:pt x="1245" y="319"/>
                  </a:lnTo>
                  <a:lnTo>
                    <a:pt x="1245" y="319"/>
                  </a:lnTo>
                  <a:lnTo>
                    <a:pt x="1245" y="317"/>
                  </a:lnTo>
                  <a:lnTo>
                    <a:pt x="1245" y="317"/>
                  </a:lnTo>
                  <a:lnTo>
                    <a:pt x="1251" y="308"/>
                  </a:lnTo>
                  <a:lnTo>
                    <a:pt x="1255" y="300"/>
                  </a:lnTo>
                  <a:lnTo>
                    <a:pt x="1264" y="290"/>
                  </a:lnTo>
                  <a:lnTo>
                    <a:pt x="1266" y="282"/>
                  </a:lnTo>
                  <a:lnTo>
                    <a:pt x="1257" y="260"/>
                  </a:lnTo>
                  <a:lnTo>
                    <a:pt x="1259" y="241"/>
                  </a:lnTo>
                  <a:lnTo>
                    <a:pt x="1255" y="231"/>
                  </a:lnTo>
                  <a:lnTo>
                    <a:pt x="1261" y="221"/>
                  </a:lnTo>
                  <a:lnTo>
                    <a:pt x="1259" y="207"/>
                  </a:lnTo>
                  <a:lnTo>
                    <a:pt x="1259" y="189"/>
                  </a:lnTo>
                  <a:lnTo>
                    <a:pt x="1257" y="185"/>
                  </a:lnTo>
                  <a:lnTo>
                    <a:pt x="1257" y="185"/>
                  </a:lnTo>
                  <a:lnTo>
                    <a:pt x="1241" y="185"/>
                  </a:lnTo>
                  <a:lnTo>
                    <a:pt x="1241" y="185"/>
                  </a:lnTo>
                  <a:lnTo>
                    <a:pt x="1233" y="185"/>
                  </a:lnTo>
                  <a:lnTo>
                    <a:pt x="1227" y="185"/>
                  </a:lnTo>
                  <a:lnTo>
                    <a:pt x="1223" y="184"/>
                  </a:lnTo>
                  <a:lnTo>
                    <a:pt x="1223" y="184"/>
                  </a:lnTo>
                  <a:lnTo>
                    <a:pt x="1219" y="180"/>
                  </a:lnTo>
                  <a:lnTo>
                    <a:pt x="1217" y="174"/>
                  </a:lnTo>
                  <a:lnTo>
                    <a:pt x="1217" y="174"/>
                  </a:lnTo>
                  <a:lnTo>
                    <a:pt x="1215" y="174"/>
                  </a:lnTo>
                  <a:lnTo>
                    <a:pt x="1209" y="172"/>
                  </a:lnTo>
                  <a:lnTo>
                    <a:pt x="1201" y="172"/>
                  </a:lnTo>
                  <a:lnTo>
                    <a:pt x="1188" y="174"/>
                  </a:lnTo>
                  <a:lnTo>
                    <a:pt x="1186" y="191"/>
                  </a:lnTo>
                  <a:lnTo>
                    <a:pt x="1166" y="195"/>
                  </a:lnTo>
                  <a:lnTo>
                    <a:pt x="1162" y="207"/>
                  </a:lnTo>
                  <a:lnTo>
                    <a:pt x="1152" y="217"/>
                  </a:lnTo>
                  <a:lnTo>
                    <a:pt x="1140" y="213"/>
                  </a:lnTo>
                  <a:lnTo>
                    <a:pt x="1129" y="203"/>
                  </a:lnTo>
                  <a:lnTo>
                    <a:pt x="1117" y="201"/>
                  </a:lnTo>
                  <a:lnTo>
                    <a:pt x="1117" y="201"/>
                  </a:lnTo>
                  <a:lnTo>
                    <a:pt x="1115" y="189"/>
                  </a:lnTo>
                  <a:lnTo>
                    <a:pt x="1115" y="189"/>
                  </a:lnTo>
                  <a:lnTo>
                    <a:pt x="1113" y="185"/>
                  </a:lnTo>
                  <a:lnTo>
                    <a:pt x="1109" y="182"/>
                  </a:lnTo>
                  <a:lnTo>
                    <a:pt x="1105" y="178"/>
                  </a:lnTo>
                  <a:lnTo>
                    <a:pt x="1095" y="164"/>
                  </a:lnTo>
                  <a:lnTo>
                    <a:pt x="1095" y="152"/>
                  </a:lnTo>
                  <a:lnTo>
                    <a:pt x="1093" y="136"/>
                  </a:lnTo>
                  <a:lnTo>
                    <a:pt x="1089" y="130"/>
                  </a:lnTo>
                  <a:lnTo>
                    <a:pt x="1034" y="136"/>
                  </a:lnTo>
                  <a:lnTo>
                    <a:pt x="993" y="128"/>
                  </a:lnTo>
                  <a:lnTo>
                    <a:pt x="999" y="99"/>
                  </a:lnTo>
                  <a:lnTo>
                    <a:pt x="965" y="93"/>
                  </a:lnTo>
                  <a:lnTo>
                    <a:pt x="934" y="103"/>
                  </a:lnTo>
                  <a:lnTo>
                    <a:pt x="896" y="120"/>
                  </a:lnTo>
                  <a:lnTo>
                    <a:pt x="890" y="128"/>
                  </a:lnTo>
                  <a:lnTo>
                    <a:pt x="878" y="144"/>
                  </a:lnTo>
                  <a:lnTo>
                    <a:pt x="845" y="109"/>
                  </a:lnTo>
                  <a:lnTo>
                    <a:pt x="819" y="101"/>
                  </a:lnTo>
                  <a:lnTo>
                    <a:pt x="790" y="122"/>
                  </a:lnTo>
                  <a:lnTo>
                    <a:pt x="764" y="138"/>
                  </a:lnTo>
                  <a:lnTo>
                    <a:pt x="743" y="154"/>
                  </a:lnTo>
                  <a:lnTo>
                    <a:pt x="721" y="178"/>
                  </a:lnTo>
                  <a:lnTo>
                    <a:pt x="681" y="176"/>
                  </a:lnTo>
                  <a:lnTo>
                    <a:pt x="674" y="128"/>
                  </a:lnTo>
                  <a:lnTo>
                    <a:pt x="642" y="101"/>
                  </a:lnTo>
                  <a:lnTo>
                    <a:pt x="615" y="63"/>
                  </a:lnTo>
                  <a:lnTo>
                    <a:pt x="605" y="42"/>
                  </a:lnTo>
                  <a:lnTo>
                    <a:pt x="581" y="26"/>
                  </a:lnTo>
                  <a:lnTo>
                    <a:pt x="579" y="4"/>
                  </a:lnTo>
                  <a:lnTo>
                    <a:pt x="542" y="0"/>
                  </a:lnTo>
                </a:path>
              </a:pathLst>
            </a:custGeom>
            <a:grpFill/>
            <a:ln w="14564" cap="flat">
              <a:solidFill>
                <a:schemeClr val="accent1">
                  <a:alpha val="13000"/>
                </a:schemeClr>
              </a:solidFill>
              <a:prstDash val="solid"/>
              <a:bevel/>
            </a:ln>
          </p:spPr>
          <p:txBody>
            <a:bodyPr rtlCol="0" anchor="ctr"/>
            <a:lstStyle/>
            <a:p>
              <a:endParaRPr lang="en-US" sz="2000">
                <a:solidFill>
                  <a:schemeClr val="accent1"/>
                </a:solidFill>
              </a:endParaRPr>
            </a:p>
          </p:txBody>
        </p:sp>
        <p:sp>
          <p:nvSpPr>
            <p:cNvPr id="21" name="A4_Provence-Alpes-Côte d'Azur">
              <a:extLst>
                <a:ext uri="{FF2B5EF4-FFF2-40B4-BE49-F238E27FC236}">
                  <a16:creationId xmlns:a16="http://schemas.microsoft.com/office/drawing/2014/main" id="{D38B418C-CB64-B45A-5568-8162235288BA}"/>
                </a:ext>
              </a:extLst>
            </p:cNvPr>
            <p:cNvSpPr>
              <a:spLocks/>
            </p:cNvSpPr>
            <p:nvPr/>
          </p:nvSpPr>
          <p:spPr bwMode="auto">
            <a:xfrm>
              <a:off x="7827536" y="3591062"/>
              <a:ext cx="559690" cy="494199"/>
            </a:xfrm>
            <a:custGeom>
              <a:avLst/>
              <a:gdLst/>
              <a:ahLst/>
              <a:cxnLst>
                <a:cxn ang="0">
                  <a:pos x="703" y="31"/>
                </a:cxn>
                <a:cxn ang="0">
                  <a:pos x="656" y="8"/>
                </a:cxn>
                <a:cxn ang="0">
                  <a:pos x="618" y="16"/>
                </a:cxn>
                <a:cxn ang="0">
                  <a:pos x="624" y="63"/>
                </a:cxn>
                <a:cxn ang="0">
                  <a:pos x="644" y="59"/>
                </a:cxn>
                <a:cxn ang="0">
                  <a:pos x="644" y="61"/>
                </a:cxn>
                <a:cxn ang="0">
                  <a:pos x="648" y="134"/>
                </a:cxn>
                <a:cxn ang="0">
                  <a:pos x="632" y="122"/>
                </a:cxn>
                <a:cxn ang="0">
                  <a:pos x="585" y="124"/>
                </a:cxn>
                <a:cxn ang="0">
                  <a:pos x="579" y="126"/>
                </a:cxn>
                <a:cxn ang="0">
                  <a:pos x="579" y="126"/>
                </a:cxn>
                <a:cxn ang="0">
                  <a:pos x="577" y="126"/>
                </a:cxn>
                <a:cxn ang="0">
                  <a:pos x="577" y="126"/>
                </a:cxn>
                <a:cxn ang="0">
                  <a:pos x="573" y="128"/>
                </a:cxn>
                <a:cxn ang="0">
                  <a:pos x="573" y="130"/>
                </a:cxn>
                <a:cxn ang="0">
                  <a:pos x="571" y="130"/>
                </a:cxn>
                <a:cxn ang="0">
                  <a:pos x="546" y="144"/>
                </a:cxn>
                <a:cxn ang="0">
                  <a:pos x="526" y="167"/>
                </a:cxn>
                <a:cxn ang="0">
                  <a:pos x="486" y="181"/>
                </a:cxn>
                <a:cxn ang="0">
                  <a:pos x="490" y="177"/>
                </a:cxn>
                <a:cxn ang="0">
                  <a:pos x="483" y="181"/>
                </a:cxn>
                <a:cxn ang="0">
                  <a:pos x="469" y="205"/>
                </a:cxn>
                <a:cxn ang="0">
                  <a:pos x="475" y="217"/>
                </a:cxn>
                <a:cxn ang="0">
                  <a:pos x="402" y="284"/>
                </a:cxn>
                <a:cxn ang="0">
                  <a:pos x="353" y="301"/>
                </a:cxn>
                <a:cxn ang="0">
                  <a:pos x="347" y="345"/>
                </a:cxn>
                <a:cxn ang="0">
                  <a:pos x="416" y="398"/>
                </a:cxn>
                <a:cxn ang="0">
                  <a:pos x="427" y="447"/>
                </a:cxn>
                <a:cxn ang="0">
                  <a:pos x="384" y="451"/>
                </a:cxn>
                <a:cxn ang="0">
                  <a:pos x="331" y="469"/>
                </a:cxn>
                <a:cxn ang="0">
                  <a:pos x="329" y="443"/>
                </a:cxn>
                <a:cxn ang="0">
                  <a:pos x="258" y="392"/>
                </a:cxn>
                <a:cxn ang="0">
                  <a:pos x="254" y="388"/>
                </a:cxn>
                <a:cxn ang="0">
                  <a:pos x="250" y="388"/>
                </a:cxn>
                <a:cxn ang="0">
                  <a:pos x="128" y="396"/>
                </a:cxn>
                <a:cxn ang="0">
                  <a:pos x="118" y="384"/>
                </a:cxn>
                <a:cxn ang="0">
                  <a:pos x="102" y="461"/>
                </a:cxn>
                <a:cxn ang="0">
                  <a:pos x="112" y="486"/>
                </a:cxn>
                <a:cxn ang="0">
                  <a:pos x="138" y="526"/>
                </a:cxn>
                <a:cxn ang="0">
                  <a:pos x="100" y="595"/>
                </a:cxn>
                <a:cxn ang="0">
                  <a:pos x="87" y="650"/>
                </a:cxn>
                <a:cxn ang="0">
                  <a:pos x="81" y="664"/>
                </a:cxn>
                <a:cxn ang="0">
                  <a:pos x="75" y="680"/>
                </a:cxn>
                <a:cxn ang="0">
                  <a:pos x="71" y="685"/>
                </a:cxn>
                <a:cxn ang="0">
                  <a:pos x="61" y="680"/>
                </a:cxn>
                <a:cxn ang="0">
                  <a:pos x="59" y="680"/>
                </a:cxn>
                <a:cxn ang="0">
                  <a:pos x="43" y="674"/>
                </a:cxn>
                <a:cxn ang="0">
                  <a:pos x="4" y="701"/>
                </a:cxn>
                <a:cxn ang="0">
                  <a:pos x="18" y="727"/>
                </a:cxn>
                <a:cxn ang="0">
                  <a:pos x="4" y="772"/>
                </a:cxn>
                <a:cxn ang="0">
                  <a:pos x="41" y="786"/>
                </a:cxn>
                <a:cxn ang="0">
                  <a:pos x="187" y="813"/>
                </a:cxn>
                <a:cxn ang="0">
                  <a:pos x="351" y="898"/>
                </a:cxn>
                <a:cxn ang="0">
                  <a:pos x="492" y="981"/>
                </a:cxn>
                <a:cxn ang="0">
                  <a:pos x="754" y="914"/>
                </a:cxn>
                <a:cxn ang="0">
                  <a:pos x="863" y="754"/>
                </a:cxn>
                <a:cxn ang="0">
                  <a:pos x="1040" y="613"/>
                </a:cxn>
                <a:cxn ang="0">
                  <a:pos x="969" y="461"/>
                </a:cxn>
                <a:cxn ang="0">
                  <a:pos x="829" y="307"/>
                </a:cxn>
                <a:cxn ang="0">
                  <a:pos x="872" y="156"/>
                </a:cxn>
                <a:cxn ang="0">
                  <a:pos x="750" y="14"/>
                </a:cxn>
              </a:cxnLst>
              <a:rect l="0" t="0" r="r" b="b"/>
              <a:pathLst>
                <a:path w="1111" h="981">
                  <a:moveTo>
                    <a:pt x="737" y="0"/>
                  </a:moveTo>
                  <a:lnTo>
                    <a:pt x="725" y="12"/>
                  </a:lnTo>
                  <a:lnTo>
                    <a:pt x="705" y="12"/>
                  </a:lnTo>
                  <a:lnTo>
                    <a:pt x="699" y="26"/>
                  </a:lnTo>
                  <a:lnTo>
                    <a:pt x="699" y="26"/>
                  </a:lnTo>
                  <a:lnTo>
                    <a:pt x="701" y="28"/>
                  </a:lnTo>
                  <a:lnTo>
                    <a:pt x="703" y="31"/>
                  </a:lnTo>
                  <a:lnTo>
                    <a:pt x="703" y="31"/>
                  </a:lnTo>
                  <a:lnTo>
                    <a:pt x="701" y="33"/>
                  </a:lnTo>
                  <a:lnTo>
                    <a:pt x="701" y="35"/>
                  </a:lnTo>
                  <a:lnTo>
                    <a:pt x="701" y="35"/>
                  </a:lnTo>
                  <a:lnTo>
                    <a:pt x="689" y="35"/>
                  </a:lnTo>
                  <a:lnTo>
                    <a:pt x="683" y="35"/>
                  </a:lnTo>
                  <a:lnTo>
                    <a:pt x="670" y="29"/>
                  </a:lnTo>
                  <a:lnTo>
                    <a:pt x="652" y="22"/>
                  </a:lnTo>
                  <a:lnTo>
                    <a:pt x="656" y="8"/>
                  </a:lnTo>
                  <a:lnTo>
                    <a:pt x="638" y="14"/>
                  </a:lnTo>
                  <a:lnTo>
                    <a:pt x="628" y="6"/>
                  </a:lnTo>
                  <a:lnTo>
                    <a:pt x="628" y="6"/>
                  </a:lnTo>
                  <a:lnTo>
                    <a:pt x="628" y="6"/>
                  </a:lnTo>
                  <a:lnTo>
                    <a:pt x="626" y="8"/>
                  </a:lnTo>
                  <a:lnTo>
                    <a:pt x="626" y="8"/>
                  </a:lnTo>
                  <a:lnTo>
                    <a:pt x="622" y="12"/>
                  </a:lnTo>
                  <a:lnTo>
                    <a:pt x="618" y="16"/>
                  </a:lnTo>
                  <a:lnTo>
                    <a:pt x="618" y="16"/>
                  </a:lnTo>
                  <a:lnTo>
                    <a:pt x="618" y="16"/>
                  </a:lnTo>
                  <a:lnTo>
                    <a:pt x="618" y="16"/>
                  </a:lnTo>
                  <a:lnTo>
                    <a:pt x="618" y="16"/>
                  </a:lnTo>
                  <a:lnTo>
                    <a:pt x="611" y="41"/>
                  </a:lnTo>
                  <a:lnTo>
                    <a:pt x="609" y="53"/>
                  </a:lnTo>
                  <a:lnTo>
                    <a:pt x="616" y="59"/>
                  </a:lnTo>
                  <a:lnTo>
                    <a:pt x="624" y="63"/>
                  </a:lnTo>
                  <a:lnTo>
                    <a:pt x="636" y="63"/>
                  </a:lnTo>
                  <a:lnTo>
                    <a:pt x="636" y="63"/>
                  </a:lnTo>
                  <a:lnTo>
                    <a:pt x="636" y="63"/>
                  </a:lnTo>
                  <a:lnTo>
                    <a:pt x="636" y="63"/>
                  </a:lnTo>
                  <a:lnTo>
                    <a:pt x="638" y="59"/>
                  </a:lnTo>
                  <a:lnTo>
                    <a:pt x="644" y="59"/>
                  </a:lnTo>
                  <a:lnTo>
                    <a:pt x="644" y="59"/>
                  </a:lnTo>
                  <a:lnTo>
                    <a:pt x="644" y="59"/>
                  </a:lnTo>
                  <a:lnTo>
                    <a:pt x="644" y="59"/>
                  </a:lnTo>
                  <a:lnTo>
                    <a:pt x="644" y="59"/>
                  </a:lnTo>
                  <a:lnTo>
                    <a:pt x="644" y="59"/>
                  </a:lnTo>
                  <a:lnTo>
                    <a:pt x="644" y="59"/>
                  </a:lnTo>
                  <a:lnTo>
                    <a:pt x="644" y="61"/>
                  </a:lnTo>
                  <a:lnTo>
                    <a:pt x="644" y="61"/>
                  </a:lnTo>
                  <a:lnTo>
                    <a:pt x="644" y="61"/>
                  </a:lnTo>
                  <a:lnTo>
                    <a:pt x="644" y="61"/>
                  </a:lnTo>
                  <a:lnTo>
                    <a:pt x="644" y="61"/>
                  </a:lnTo>
                  <a:lnTo>
                    <a:pt x="644" y="79"/>
                  </a:lnTo>
                  <a:lnTo>
                    <a:pt x="656" y="94"/>
                  </a:lnTo>
                  <a:lnTo>
                    <a:pt x="658" y="116"/>
                  </a:lnTo>
                  <a:lnTo>
                    <a:pt x="656" y="132"/>
                  </a:lnTo>
                  <a:lnTo>
                    <a:pt x="656" y="132"/>
                  </a:lnTo>
                  <a:lnTo>
                    <a:pt x="654" y="132"/>
                  </a:lnTo>
                  <a:lnTo>
                    <a:pt x="648" y="134"/>
                  </a:lnTo>
                  <a:lnTo>
                    <a:pt x="648" y="134"/>
                  </a:lnTo>
                  <a:lnTo>
                    <a:pt x="644" y="132"/>
                  </a:lnTo>
                  <a:lnTo>
                    <a:pt x="640" y="128"/>
                  </a:lnTo>
                  <a:lnTo>
                    <a:pt x="632" y="120"/>
                  </a:lnTo>
                  <a:lnTo>
                    <a:pt x="632" y="120"/>
                  </a:lnTo>
                  <a:lnTo>
                    <a:pt x="630" y="124"/>
                  </a:lnTo>
                  <a:lnTo>
                    <a:pt x="630" y="124"/>
                  </a:lnTo>
                  <a:lnTo>
                    <a:pt x="632" y="122"/>
                  </a:lnTo>
                  <a:lnTo>
                    <a:pt x="632" y="122"/>
                  </a:lnTo>
                  <a:lnTo>
                    <a:pt x="624" y="124"/>
                  </a:lnTo>
                  <a:lnTo>
                    <a:pt x="624" y="124"/>
                  </a:lnTo>
                  <a:lnTo>
                    <a:pt x="618" y="126"/>
                  </a:lnTo>
                  <a:lnTo>
                    <a:pt x="612" y="130"/>
                  </a:lnTo>
                  <a:lnTo>
                    <a:pt x="609" y="134"/>
                  </a:lnTo>
                  <a:lnTo>
                    <a:pt x="595" y="134"/>
                  </a:lnTo>
                  <a:lnTo>
                    <a:pt x="585" y="124"/>
                  </a:lnTo>
                  <a:lnTo>
                    <a:pt x="579" y="128"/>
                  </a:lnTo>
                  <a:lnTo>
                    <a:pt x="579" y="128"/>
                  </a:lnTo>
                  <a:lnTo>
                    <a:pt x="579" y="128"/>
                  </a:lnTo>
                  <a:lnTo>
                    <a:pt x="579" y="128"/>
                  </a:lnTo>
                  <a:lnTo>
                    <a:pt x="579" y="128"/>
                  </a:lnTo>
                  <a:lnTo>
                    <a:pt x="579" y="128"/>
                  </a:lnTo>
                  <a:lnTo>
                    <a:pt x="579" y="126"/>
                  </a:lnTo>
                  <a:lnTo>
                    <a:pt x="579" y="126"/>
                  </a:lnTo>
                  <a:lnTo>
                    <a:pt x="579" y="126"/>
                  </a:lnTo>
                  <a:lnTo>
                    <a:pt x="579" y="126"/>
                  </a:lnTo>
                  <a:lnTo>
                    <a:pt x="579" y="126"/>
                  </a:lnTo>
                  <a:lnTo>
                    <a:pt x="579" y="126"/>
                  </a:lnTo>
                  <a:lnTo>
                    <a:pt x="579" y="126"/>
                  </a:lnTo>
                  <a:lnTo>
                    <a:pt x="579" y="126"/>
                  </a:lnTo>
                  <a:lnTo>
                    <a:pt x="579" y="126"/>
                  </a:lnTo>
                  <a:lnTo>
                    <a:pt x="579" y="126"/>
                  </a:lnTo>
                  <a:lnTo>
                    <a:pt x="579" y="126"/>
                  </a:lnTo>
                  <a:lnTo>
                    <a:pt x="579" y="126"/>
                  </a:lnTo>
                  <a:lnTo>
                    <a:pt x="577" y="126"/>
                  </a:lnTo>
                  <a:lnTo>
                    <a:pt x="577" y="126"/>
                  </a:lnTo>
                  <a:lnTo>
                    <a:pt x="577" y="126"/>
                  </a:lnTo>
                  <a:lnTo>
                    <a:pt x="577" y="126"/>
                  </a:lnTo>
                  <a:lnTo>
                    <a:pt x="577" y="126"/>
                  </a:lnTo>
                  <a:lnTo>
                    <a:pt x="577" y="126"/>
                  </a:lnTo>
                  <a:lnTo>
                    <a:pt x="577" y="126"/>
                  </a:lnTo>
                  <a:lnTo>
                    <a:pt x="577" y="126"/>
                  </a:lnTo>
                  <a:lnTo>
                    <a:pt x="577" y="126"/>
                  </a:lnTo>
                  <a:lnTo>
                    <a:pt x="577" y="126"/>
                  </a:lnTo>
                  <a:lnTo>
                    <a:pt x="577" y="126"/>
                  </a:lnTo>
                  <a:lnTo>
                    <a:pt x="577" y="126"/>
                  </a:lnTo>
                  <a:lnTo>
                    <a:pt x="577" y="126"/>
                  </a:lnTo>
                  <a:lnTo>
                    <a:pt x="577" y="126"/>
                  </a:lnTo>
                  <a:lnTo>
                    <a:pt x="577" y="126"/>
                  </a:lnTo>
                  <a:lnTo>
                    <a:pt x="577" y="126"/>
                  </a:lnTo>
                  <a:lnTo>
                    <a:pt x="577" y="126"/>
                  </a:lnTo>
                  <a:lnTo>
                    <a:pt x="577" y="126"/>
                  </a:lnTo>
                  <a:lnTo>
                    <a:pt x="577" y="126"/>
                  </a:lnTo>
                  <a:lnTo>
                    <a:pt x="577" y="126"/>
                  </a:lnTo>
                  <a:lnTo>
                    <a:pt x="577" y="126"/>
                  </a:lnTo>
                  <a:lnTo>
                    <a:pt x="573" y="128"/>
                  </a:lnTo>
                  <a:lnTo>
                    <a:pt x="573" y="128"/>
                  </a:lnTo>
                  <a:lnTo>
                    <a:pt x="573" y="128"/>
                  </a:lnTo>
                  <a:lnTo>
                    <a:pt x="573" y="128"/>
                  </a:lnTo>
                  <a:lnTo>
                    <a:pt x="573" y="128"/>
                  </a:lnTo>
                  <a:lnTo>
                    <a:pt x="573" y="128"/>
                  </a:lnTo>
                  <a:lnTo>
                    <a:pt x="573" y="128"/>
                  </a:lnTo>
                  <a:lnTo>
                    <a:pt x="573" y="128"/>
                  </a:lnTo>
                  <a:lnTo>
                    <a:pt x="573" y="130"/>
                  </a:lnTo>
                  <a:lnTo>
                    <a:pt x="573" y="130"/>
                  </a:lnTo>
                  <a:lnTo>
                    <a:pt x="573" y="130"/>
                  </a:lnTo>
                  <a:lnTo>
                    <a:pt x="573" y="130"/>
                  </a:lnTo>
                  <a:lnTo>
                    <a:pt x="571" y="130"/>
                  </a:lnTo>
                  <a:lnTo>
                    <a:pt x="571" y="130"/>
                  </a:lnTo>
                  <a:lnTo>
                    <a:pt x="571" y="130"/>
                  </a:lnTo>
                  <a:lnTo>
                    <a:pt x="571" y="130"/>
                  </a:lnTo>
                  <a:lnTo>
                    <a:pt x="571" y="130"/>
                  </a:lnTo>
                  <a:lnTo>
                    <a:pt x="571" y="130"/>
                  </a:lnTo>
                  <a:lnTo>
                    <a:pt x="571" y="130"/>
                  </a:lnTo>
                  <a:lnTo>
                    <a:pt x="571" y="130"/>
                  </a:lnTo>
                  <a:lnTo>
                    <a:pt x="571" y="130"/>
                  </a:lnTo>
                  <a:lnTo>
                    <a:pt x="571" y="130"/>
                  </a:lnTo>
                  <a:lnTo>
                    <a:pt x="571" y="130"/>
                  </a:lnTo>
                  <a:lnTo>
                    <a:pt x="561" y="136"/>
                  </a:lnTo>
                  <a:lnTo>
                    <a:pt x="546" y="144"/>
                  </a:lnTo>
                  <a:lnTo>
                    <a:pt x="540" y="144"/>
                  </a:lnTo>
                  <a:lnTo>
                    <a:pt x="526" y="148"/>
                  </a:lnTo>
                  <a:lnTo>
                    <a:pt x="526" y="154"/>
                  </a:lnTo>
                  <a:lnTo>
                    <a:pt x="526" y="154"/>
                  </a:lnTo>
                  <a:lnTo>
                    <a:pt x="526" y="158"/>
                  </a:lnTo>
                  <a:lnTo>
                    <a:pt x="528" y="161"/>
                  </a:lnTo>
                  <a:lnTo>
                    <a:pt x="528" y="161"/>
                  </a:lnTo>
                  <a:lnTo>
                    <a:pt x="526" y="167"/>
                  </a:lnTo>
                  <a:lnTo>
                    <a:pt x="526" y="167"/>
                  </a:lnTo>
                  <a:lnTo>
                    <a:pt x="522" y="173"/>
                  </a:lnTo>
                  <a:lnTo>
                    <a:pt x="518" y="177"/>
                  </a:lnTo>
                  <a:lnTo>
                    <a:pt x="518" y="177"/>
                  </a:lnTo>
                  <a:lnTo>
                    <a:pt x="496" y="181"/>
                  </a:lnTo>
                  <a:lnTo>
                    <a:pt x="486" y="181"/>
                  </a:lnTo>
                  <a:lnTo>
                    <a:pt x="486" y="181"/>
                  </a:lnTo>
                  <a:lnTo>
                    <a:pt x="486" y="181"/>
                  </a:lnTo>
                  <a:lnTo>
                    <a:pt x="486" y="181"/>
                  </a:lnTo>
                  <a:lnTo>
                    <a:pt x="486" y="181"/>
                  </a:lnTo>
                  <a:lnTo>
                    <a:pt x="488" y="179"/>
                  </a:lnTo>
                  <a:lnTo>
                    <a:pt x="490" y="177"/>
                  </a:lnTo>
                  <a:lnTo>
                    <a:pt x="490" y="177"/>
                  </a:lnTo>
                  <a:lnTo>
                    <a:pt x="490" y="177"/>
                  </a:lnTo>
                  <a:lnTo>
                    <a:pt x="490" y="177"/>
                  </a:lnTo>
                  <a:lnTo>
                    <a:pt x="490" y="177"/>
                  </a:lnTo>
                  <a:lnTo>
                    <a:pt x="490" y="177"/>
                  </a:lnTo>
                  <a:lnTo>
                    <a:pt x="490" y="177"/>
                  </a:lnTo>
                  <a:lnTo>
                    <a:pt x="488" y="177"/>
                  </a:lnTo>
                  <a:lnTo>
                    <a:pt x="488" y="177"/>
                  </a:lnTo>
                  <a:lnTo>
                    <a:pt x="488" y="177"/>
                  </a:lnTo>
                  <a:lnTo>
                    <a:pt x="488" y="177"/>
                  </a:lnTo>
                  <a:lnTo>
                    <a:pt x="483" y="181"/>
                  </a:lnTo>
                  <a:lnTo>
                    <a:pt x="483" y="181"/>
                  </a:lnTo>
                  <a:lnTo>
                    <a:pt x="481" y="181"/>
                  </a:lnTo>
                  <a:lnTo>
                    <a:pt x="481" y="181"/>
                  </a:lnTo>
                  <a:lnTo>
                    <a:pt x="481" y="181"/>
                  </a:lnTo>
                  <a:lnTo>
                    <a:pt x="463" y="195"/>
                  </a:lnTo>
                  <a:lnTo>
                    <a:pt x="469" y="203"/>
                  </a:lnTo>
                  <a:lnTo>
                    <a:pt x="469" y="203"/>
                  </a:lnTo>
                  <a:lnTo>
                    <a:pt x="469" y="205"/>
                  </a:lnTo>
                  <a:lnTo>
                    <a:pt x="469" y="205"/>
                  </a:lnTo>
                  <a:lnTo>
                    <a:pt x="469" y="205"/>
                  </a:lnTo>
                  <a:lnTo>
                    <a:pt x="469" y="205"/>
                  </a:lnTo>
                  <a:lnTo>
                    <a:pt x="469" y="205"/>
                  </a:lnTo>
                  <a:lnTo>
                    <a:pt x="473" y="207"/>
                  </a:lnTo>
                  <a:lnTo>
                    <a:pt x="473" y="211"/>
                  </a:lnTo>
                  <a:lnTo>
                    <a:pt x="475" y="217"/>
                  </a:lnTo>
                  <a:lnTo>
                    <a:pt x="475" y="217"/>
                  </a:lnTo>
                  <a:lnTo>
                    <a:pt x="475" y="217"/>
                  </a:lnTo>
                  <a:lnTo>
                    <a:pt x="457" y="221"/>
                  </a:lnTo>
                  <a:lnTo>
                    <a:pt x="449" y="224"/>
                  </a:lnTo>
                  <a:lnTo>
                    <a:pt x="437" y="228"/>
                  </a:lnTo>
                  <a:lnTo>
                    <a:pt x="421" y="236"/>
                  </a:lnTo>
                  <a:lnTo>
                    <a:pt x="414" y="246"/>
                  </a:lnTo>
                  <a:lnTo>
                    <a:pt x="408" y="260"/>
                  </a:lnTo>
                  <a:lnTo>
                    <a:pt x="402" y="274"/>
                  </a:lnTo>
                  <a:lnTo>
                    <a:pt x="402" y="284"/>
                  </a:lnTo>
                  <a:lnTo>
                    <a:pt x="414" y="293"/>
                  </a:lnTo>
                  <a:lnTo>
                    <a:pt x="421" y="301"/>
                  </a:lnTo>
                  <a:lnTo>
                    <a:pt x="406" y="313"/>
                  </a:lnTo>
                  <a:lnTo>
                    <a:pt x="394" y="319"/>
                  </a:lnTo>
                  <a:lnTo>
                    <a:pt x="386" y="313"/>
                  </a:lnTo>
                  <a:lnTo>
                    <a:pt x="364" y="299"/>
                  </a:lnTo>
                  <a:lnTo>
                    <a:pt x="364" y="299"/>
                  </a:lnTo>
                  <a:lnTo>
                    <a:pt x="353" y="301"/>
                  </a:lnTo>
                  <a:lnTo>
                    <a:pt x="349" y="301"/>
                  </a:lnTo>
                  <a:lnTo>
                    <a:pt x="351" y="315"/>
                  </a:lnTo>
                  <a:lnTo>
                    <a:pt x="356" y="321"/>
                  </a:lnTo>
                  <a:lnTo>
                    <a:pt x="362" y="325"/>
                  </a:lnTo>
                  <a:lnTo>
                    <a:pt x="364" y="337"/>
                  </a:lnTo>
                  <a:lnTo>
                    <a:pt x="345" y="335"/>
                  </a:lnTo>
                  <a:lnTo>
                    <a:pt x="339" y="341"/>
                  </a:lnTo>
                  <a:lnTo>
                    <a:pt x="347" y="345"/>
                  </a:lnTo>
                  <a:lnTo>
                    <a:pt x="343" y="356"/>
                  </a:lnTo>
                  <a:lnTo>
                    <a:pt x="351" y="364"/>
                  </a:lnTo>
                  <a:lnTo>
                    <a:pt x="366" y="376"/>
                  </a:lnTo>
                  <a:lnTo>
                    <a:pt x="372" y="386"/>
                  </a:lnTo>
                  <a:lnTo>
                    <a:pt x="386" y="384"/>
                  </a:lnTo>
                  <a:lnTo>
                    <a:pt x="398" y="384"/>
                  </a:lnTo>
                  <a:lnTo>
                    <a:pt x="402" y="392"/>
                  </a:lnTo>
                  <a:lnTo>
                    <a:pt x="416" y="398"/>
                  </a:lnTo>
                  <a:lnTo>
                    <a:pt x="418" y="414"/>
                  </a:lnTo>
                  <a:lnTo>
                    <a:pt x="435" y="425"/>
                  </a:lnTo>
                  <a:lnTo>
                    <a:pt x="425" y="433"/>
                  </a:lnTo>
                  <a:lnTo>
                    <a:pt x="427" y="447"/>
                  </a:lnTo>
                  <a:lnTo>
                    <a:pt x="427" y="447"/>
                  </a:lnTo>
                  <a:lnTo>
                    <a:pt x="427" y="447"/>
                  </a:lnTo>
                  <a:lnTo>
                    <a:pt x="427" y="447"/>
                  </a:lnTo>
                  <a:lnTo>
                    <a:pt x="427" y="447"/>
                  </a:lnTo>
                  <a:lnTo>
                    <a:pt x="419" y="443"/>
                  </a:lnTo>
                  <a:lnTo>
                    <a:pt x="419" y="443"/>
                  </a:lnTo>
                  <a:lnTo>
                    <a:pt x="402" y="443"/>
                  </a:lnTo>
                  <a:lnTo>
                    <a:pt x="402" y="443"/>
                  </a:lnTo>
                  <a:lnTo>
                    <a:pt x="392" y="445"/>
                  </a:lnTo>
                  <a:lnTo>
                    <a:pt x="386" y="447"/>
                  </a:lnTo>
                  <a:lnTo>
                    <a:pt x="384" y="449"/>
                  </a:lnTo>
                  <a:lnTo>
                    <a:pt x="384" y="451"/>
                  </a:lnTo>
                  <a:lnTo>
                    <a:pt x="384" y="451"/>
                  </a:lnTo>
                  <a:lnTo>
                    <a:pt x="382" y="459"/>
                  </a:lnTo>
                  <a:lnTo>
                    <a:pt x="378" y="469"/>
                  </a:lnTo>
                  <a:lnTo>
                    <a:pt x="372" y="481"/>
                  </a:lnTo>
                  <a:lnTo>
                    <a:pt x="362" y="490"/>
                  </a:lnTo>
                  <a:lnTo>
                    <a:pt x="351" y="475"/>
                  </a:lnTo>
                  <a:lnTo>
                    <a:pt x="331" y="469"/>
                  </a:lnTo>
                  <a:lnTo>
                    <a:pt x="331" y="469"/>
                  </a:lnTo>
                  <a:lnTo>
                    <a:pt x="331" y="465"/>
                  </a:lnTo>
                  <a:lnTo>
                    <a:pt x="329" y="457"/>
                  </a:lnTo>
                  <a:lnTo>
                    <a:pt x="329" y="457"/>
                  </a:lnTo>
                  <a:lnTo>
                    <a:pt x="329" y="455"/>
                  </a:lnTo>
                  <a:lnTo>
                    <a:pt x="329" y="455"/>
                  </a:lnTo>
                  <a:lnTo>
                    <a:pt x="331" y="451"/>
                  </a:lnTo>
                  <a:lnTo>
                    <a:pt x="331" y="451"/>
                  </a:lnTo>
                  <a:lnTo>
                    <a:pt x="329" y="443"/>
                  </a:lnTo>
                  <a:lnTo>
                    <a:pt x="327" y="439"/>
                  </a:lnTo>
                  <a:lnTo>
                    <a:pt x="303" y="437"/>
                  </a:lnTo>
                  <a:lnTo>
                    <a:pt x="288" y="423"/>
                  </a:lnTo>
                  <a:lnTo>
                    <a:pt x="266" y="433"/>
                  </a:lnTo>
                  <a:lnTo>
                    <a:pt x="252" y="425"/>
                  </a:lnTo>
                  <a:lnTo>
                    <a:pt x="252" y="406"/>
                  </a:lnTo>
                  <a:lnTo>
                    <a:pt x="258" y="392"/>
                  </a:lnTo>
                  <a:lnTo>
                    <a:pt x="258" y="392"/>
                  </a:lnTo>
                  <a:lnTo>
                    <a:pt x="258" y="390"/>
                  </a:lnTo>
                  <a:lnTo>
                    <a:pt x="256" y="388"/>
                  </a:lnTo>
                  <a:lnTo>
                    <a:pt x="254" y="388"/>
                  </a:lnTo>
                  <a:lnTo>
                    <a:pt x="254" y="388"/>
                  </a:lnTo>
                  <a:lnTo>
                    <a:pt x="254" y="388"/>
                  </a:lnTo>
                  <a:lnTo>
                    <a:pt x="254" y="388"/>
                  </a:lnTo>
                  <a:lnTo>
                    <a:pt x="254" y="388"/>
                  </a:lnTo>
                  <a:lnTo>
                    <a:pt x="254" y="388"/>
                  </a:lnTo>
                  <a:lnTo>
                    <a:pt x="250" y="388"/>
                  </a:lnTo>
                  <a:lnTo>
                    <a:pt x="250" y="388"/>
                  </a:lnTo>
                  <a:lnTo>
                    <a:pt x="250" y="388"/>
                  </a:lnTo>
                  <a:lnTo>
                    <a:pt x="250" y="388"/>
                  </a:lnTo>
                  <a:lnTo>
                    <a:pt x="250" y="388"/>
                  </a:lnTo>
                  <a:lnTo>
                    <a:pt x="250" y="388"/>
                  </a:lnTo>
                  <a:lnTo>
                    <a:pt x="250" y="388"/>
                  </a:lnTo>
                  <a:lnTo>
                    <a:pt x="250" y="388"/>
                  </a:lnTo>
                  <a:lnTo>
                    <a:pt x="228" y="396"/>
                  </a:lnTo>
                  <a:lnTo>
                    <a:pt x="211" y="398"/>
                  </a:lnTo>
                  <a:lnTo>
                    <a:pt x="195" y="398"/>
                  </a:lnTo>
                  <a:lnTo>
                    <a:pt x="171" y="412"/>
                  </a:lnTo>
                  <a:lnTo>
                    <a:pt x="156" y="414"/>
                  </a:lnTo>
                  <a:lnTo>
                    <a:pt x="138" y="427"/>
                  </a:lnTo>
                  <a:lnTo>
                    <a:pt x="128" y="396"/>
                  </a:lnTo>
                  <a:lnTo>
                    <a:pt x="128" y="396"/>
                  </a:lnTo>
                  <a:lnTo>
                    <a:pt x="128" y="396"/>
                  </a:lnTo>
                  <a:lnTo>
                    <a:pt x="128" y="394"/>
                  </a:lnTo>
                  <a:lnTo>
                    <a:pt x="128" y="394"/>
                  </a:lnTo>
                  <a:lnTo>
                    <a:pt x="128" y="392"/>
                  </a:lnTo>
                  <a:lnTo>
                    <a:pt x="126" y="388"/>
                  </a:lnTo>
                  <a:lnTo>
                    <a:pt x="124" y="384"/>
                  </a:lnTo>
                  <a:lnTo>
                    <a:pt x="118" y="384"/>
                  </a:lnTo>
                  <a:lnTo>
                    <a:pt x="118" y="384"/>
                  </a:lnTo>
                  <a:lnTo>
                    <a:pt x="93" y="384"/>
                  </a:lnTo>
                  <a:lnTo>
                    <a:pt x="79" y="384"/>
                  </a:lnTo>
                  <a:lnTo>
                    <a:pt x="79" y="410"/>
                  </a:lnTo>
                  <a:lnTo>
                    <a:pt x="91" y="423"/>
                  </a:lnTo>
                  <a:lnTo>
                    <a:pt x="100" y="433"/>
                  </a:lnTo>
                  <a:lnTo>
                    <a:pt x="106" y="447"/>
                  </a:lnTo>
                  <a:lnTo>
                    <a:pt x="102" y="461"/>
                  </a:lnTo>
                  <a:lnTo>
                    <a:pt x="102" y="461"/>
                  </a:lnTo>
                  <a:lnTo>
                    <a:pt x="102" y="467"/>
                  </a:lnTo>
                  <a:lnTo>
                    <a:pt x="106" y="473"/>
                  </a:lnTo>
                  <a:lnTo>
                    <a:pt x="110" y="477"/>
                  </a:lnTo>
                  <a:lnTo>
                    <a:pt x="110" y="477"/>
                  </a:lnTo>
                  <a:lnTo>
                    <a:pt x="112" y="479"/>
                  </a:lnTo>
                  <a:lnTo>
                    <a:pt x="114" y="481"/>
                  </a:lnTo>
                  <a:lnTo>
                    <a:pt x="114" y="481"/>
                  </a:lnTo>
                  <a:lnTo>
                    <a:pt x="112" y="486"/>
                  </a:lnTo>
                  <a:lnTo>
                    <a:pt x="110" y="490"/>
                  </a:lnTo>
                  <a:lnTo>
                    <a:pt x="110" y="502"/>
                  </a:lnTo>
                  <a:lnTo>
                    <a:pt x="124" y="518"/>
                  </a:lnTo>
                  <a:lnTo>
                    <a:pt x="124" y="518"/>
                  </a:lnTo>
                  <a:lnTo>
                    <a:pt x="128" y="522"/>
                  </a:lnTo>
                  <a:lnTo>
                    <a:pt x="134" y="526"/>
                  </a:lnTo>
                  <a:lnTo>
                    <a:pt x="138" y="526"/>
                  </a:lnTo>
                  <a:lnTo>
                    <a:pt x="138" y="526"/>
                  </a:lnTo>
                  <a:lnTo>
                    <a:pt x="142" y="528"/>
                  </a:lnTo>
                  <a:lnTo>
                    <a:pt x="144" y="534"/>
                  </a:lnTo>
                  <a:lnTo>
                    <a:pt x="148" y="540"/>
                  </a:lnTo>
                  <a:lnTo>
                    <a:pt x="148" y="540"/>
                  </a:lnTo>
                  <a:lnTo>
                    <a:pt x="148" y="540"/>
                  </a:lnTo>
                  <a:lnTo>
                    <a:pt x="136" y="559"/>
                  </a:lnTo>
                  <a:lnTo>
                    <a:pt x="118" y="567"/>
                  </a:lnTo>
                  <a:lnTo>
                    <a:pt x="100" y="595"/>
                  </a:lnTo>
                  <a:lnTo>
                    <a:pt x="77" y="601"/>
                  </a:lnTo>
                  <a:lnTo>
                    <a:pt x="69" y="618"/>
                  </a:lnTo>
                  <a:lnTo>
                    <a:pt x="69" y="618"/>
                  </a:lnTo>
                  <a:lnTo>
                    <a:pt x="71" y="624"/>
                  </a:lnTo>
                  <a:lnTo>
                    <a:pt x="75" y="632"/>
                  </a:lnTo>
                  <a:lnTo>
                    <a:pt x="83" y="644"/>
                  </a:lnTo>
                  <a:lnTo>
                    <a:pt x="83" y="644"/>
                  </a:lnTo>
                  <a:lnTo>
                    <a:pt x="87" y="650"/>
                  </a:lnTo>
                  <a:lnTo>
                    <a:pt x="89" y="654"/>
                  </a:lnTo>
                  <a:lnTo>
                    <a:pt x="89" y="654"/>
                  </a:lnTo>
                  <a:lnTo>
                    <a:pt x="87" y="656"/>
                  </a:lnTo>
                  <a:lnTo>
                    <a:pt x="85" y="656"/>
                  </a:lnTo>
                  <a:lnTo>
                    <a:pt x="83" y="658"/>
                  </a:lnTo>
                  <a:lnTo>
                    <a:pt x="83" y="660"/>
                  </a:lnTo>
                  <a:lnTo>
                    <a:pt x="83" y="660"/>
                  </a:lnTo>
                  <a:lnTo>
                    <a:pt x="81" y="664"/>
                  </a:lnTo>
                  <a:lnTo>
                    <a:pt x="79" y="670"/>
                  </a:lnTo>
                  <a:lnTo>
                    <a:pt x="75" y="680"/>
                  </a:lnTo>
                  <a:lnTo>
                    <a:pt x="75" y="680"/>
                  </a:lnTo>
                  <a:lnTo>
                    <a:pt x="75" y="680"/>
                  </a:lnTo>
                  <a:lnTo>
                    <a:pt x="75" y="680"/>
                  </a:lnTo>
                  <a:lnTo>
                    <a:pt x="75" y="680"/>
                  </a:lnTo>
                  <a:lnTo>
                    <a:pt x="75" y="680"/>
                  </a:lnTo>
                  <a:lnTo>
                    <a:pt x="75" y="680"/>
                  </a:lnTo>
                  <a:lnTo>
                    <a:pt x="73" y="683"/>
                  </a:lnTo>
                  <a:lnTo>
                    <a:pt x="71" y="685"/>
                  </a:lnTo>
                  <a:lnTo>
                    <a:pt x="71" y="685"/>
                  </a:lnTo>
                  <a:lnTo>
                    <a:pt x="71" y="685"/>
                  </a:lnTo>
                  <a:lnTo>
                    <a:pt x="71" y="685"/>
                  </a:lnTo>
                  <a:lnTo>
                    <a:pt x="71" y="685"/>
                  </a:lnTo>
                  <a:lnTo>
                    <a:pt x="71" y="685"/>
                  </a:lnTo>
                  <a:lnTo>
                    <a:pt x="71" y="685"/>
                  </a:lnTo>
                  <a:lnTo>
                    <a:pt x="71" y="685"/>
                  </a:lnTo>
                  <a:lnTo>
                    <a:pt x="65" y="682"/>
                  </a:lnTo>
                  <a:lnTo>
                    <a:pt x="65" y="682"/>
                  </a:lnTo>
                  <a:lnTo>
                    <a:pt x="65" y="682"/>
                  </a:lnTo>
                  <a:lnTo>
                    <a:pt x="65" y="682"/>
                  </a:lnTo>
                  <a:lnTo>
                    <a:pt x="63" y="682"/>
                  </a:lnTo>
                  <a:lnTo>
                    <a:pt x="63" y="682"/>
                  </a:lnTo>
                  <a:lnTo>
                    <a:pt x="61" y="680"/>
                  </a:lnTo>
                  <a:lnTo>
                    <a:pt x="61" y="680"/>
                  </a:lnTo>
                  <a:lnTo>
                    <a:pt x="61" y="680"/>
                  </a:lnTo>
                  <a:lnTo>
                    <a:pt x="61" y="680"/>
                  </a:lnTo>
                  <a:lnTo>
                    <a:pt x="61" y="680"/>
                  </a:lnTo>
                  <a:lnTo>
                    <a:pt x="61" y="680"/>
                  </a:lnTo>
                  <a:lnTo>
                    <a:pt x="59" y="680"/>
                  </a:lnTo>
                  <a:lnTo>
                    <a:pt x="59" y="680"/>
                  </a:lnTo>
                  <a:lnTo>
                    <a:pt x="59" y="680"/>
                  </a:lnTo>
                  <a:lnTo>
                    <a:pt x="59" y="680"/>
                  </a:lnTo>
                  <a:lnTo>
                    <a:pt x="59" y="680"/>
                  </a:lnTo>
                  <a:lnTo>
                    <a:pt x="59" y="680"/>
                  </a:lnTo>
                  <a:lnTo>
                    <a:pt x="59" y="680"/>
                  </a:lnTo>
                  <a:lnTo>
                    <a:pt x="59" y="680"/>
                  </a:lnTo>
                  <a:lnTo>
                    <a:pt x="59" y="680"/>
                  </a:lnTo>
                  <a:lnTo>
                    <a:pt x="59" y="680"/>
                  </a:lnTo>
                  <a:lnTo>
                    <a:pt x="43" y="674"/>
                  </a:lnTo>
                  <a:lnTo>
                    <a:pt x="33" y="670"/>
                  </a:lnTo>
                  <a:lnTo>
                    <a:pt x="33" y="670"/>
                  </a:lnTo>
                  <a:lnTo>
                    <a:pt x="6" y="685"/>
                  </a:lnTo>
                  <a:lnTo>
                    <a:pt x="6" y="685"/>
                  </a:lnTo>
                  <a:lnTo>
                    <a:pt x="4" y="689"/>
                  </a:lnTo>
                  <a:lnTo>
                    <a:pt x="4" y="693"/>
                  </a:lnTo>
                  <a:lnTo>
                    <a:pt x="4" y="693"/>
                  </a:lnTo>
                  <a:lnTo>
                    <a:pt x="4" y="701"/>
                  </a:lnTo>
                  <a:lnTo>
                    <a:pt x="6" y="705"/>
                  </a:lnTo>
                  <a:lnTo>
                    <a:pt x="6" y="705"/>
                  </a:lnTo>
                  <a:lnTo>
                    <a:pt x="16" y="717"/>
                  </a:lnTo>
                  <a:lnTo>
                    <a:pt x="16" y="717"/>
                  </a:lnTo>
                  <a:lnTo>
                    <a:pt x="18" y="721"/>
                  </a:lnTo>
                  <a:lnTo>
                    <a:pt x="20" y="723"/>
                  </a:lnTo>
                  <a:lnTo>
                    <a:pt x="20" y="723"/>
                  </a:lnTo>
                  <a:lnTo>
                    <a:pt x="18" y="727"/>
                  </a:lnTo>
                  <a:lnTo>
                    <a:pt x="0" y="737"/>
                  </a:lnTo>
                  <a:lnTo>
                    <a:pt x="0" y="737"/>
                  </a:lnTo>
                  <a:lnTo>
                    <a:pt x="6" y="758"/>
                  </a:lnTo>
                  <a:lnTo>
                    <a:pt x="6" y="758"/>
                  </a:lnTo>
                  <a:lnTo>
                    <a:pt x="6" y="760"/>
                  </a:lnTo>
                  <a:lnTo>
                    <a:pt x="6" y="760"/>
                  </a:lnTo>
                  <a:lnTo>
                    <a:pt x="4" y="772"/>
                  </a:lnTo>
                  <a:lnTo>
                    <a:pt x="4" y="772"/>
                  </a:lnTo>
                  <a:lnTo>
                    <a:pt x="6" y="780"/>
                  </a:lnTo>
                  <a:lnTo>
                    <a:pt x="6" y="780"/>
                  </a:lnTo>
                  <a:lnTo>
                    <a:pt x="6" y="780"/>
                  </a:lnTo>
                  <a:lnTo>
                    <a:pt x="24" y="780"/>
                  </a:lnTo>
                  <a:lnTo>
                    <a:pt x="24" y="747"/>
                  </a:lnTo>
                  <a:lnTo>
                    <a:pt x="67" y="743"/>
                  </a:lnTo>
                  <a:lnTo>
                    <a:pt x="57" y="764"/>
                  </a:lnTo>
                  <a:lnTo>
                    <a:pt x="41" y="786"/>
                  </a:lnTo>
                  <a:lnTo>
                    <a:pt x="79" y="798"/>
                  </a:lnTo>
                  <a:lnTo>
                    <a:pt x="94" y="821"/>
                  </a:lnTo>
                  <a:lnTo>
                    <a:pt x="110" y="841"/>
                  </a:lnTo>
                  <a:lnTo>
                    <a:pt x="148" y="849"/>
                  </a:lnTo>
                  <a:lnTo>
                    <a:pt x="161" y="833"/>
                  </a:lnTo>
                  <a:lnTo>
                    <a:pt x="138" y="790"/>
                  </a:lnTo>
                  <a:lnTo>
                    <a:pt x="167" y="780"/>
                  </a:lnTo>
                  <a:lnTo>
                    <a:pt x="187" y="813"/>
                  </a:lnTo>
                  <a:lnTo>
                    <a:pt x="217" y="849"/>
                  </a:lnTo>
                  <a:lnTo>
                    <a:pt x="262" y="851"/>
                  </a:lnTo>
                  <a:lnTo>
                    <a:pt x="276" y="839"/>
                  </a:lnTo>
                  <a:lnTo>
                    <a:pt x="309" y="847"/>
                  </a:lnTo>
                  <a:lnTo>
                    <a:pt x="323" y="880"/>
                  </a:lnTo>
                  <a:lnTo>
                    <a:pt x="313" y="894"/>
                  </a:lnTo>
                  <a:lnTo>
                    <a:pt x="315" y="912"/>
                  </a:lnTo>
                  <a:lnTo>
                    <a:pt x="351" y="898"/>
                  </a:lnTo>
                  <a:lnTo>
                    <a:pt x="376" y="910"/>
                  </a:lnTo>
                  <a:lnTo>
                    <a:pt x="394" y="928"/>
                  </a:lnTo>
                  <a:lnTo>
                    <a:pt x="400" y="928"/>
                  </a:lnTo>
                  <a:lnTo>
                    <a:pt x="427" y="924"/>
                  </a:lnTo>
                  <a:lnTo>
                    <a:pt x="443" y="940"/>
                  </a:lnTo>
                  <a:lnTo>
                    <a:pt x="469" y="953"/>
                  </a:lnTo>
                  <a:lnTo>
                    <a:pt x="467" y="973"/>
                  </a:lnTo>
                  <a:lnTo>
                    <a:pt x="492" y="981"/>
                  </a:lnTo>
                  <a:lnTo>
                    <a:pt x="508" y="953"/>
                  </a:lnTo>
                  <a:lnTo>
                    <a:pt x="549" y="961"/>
                  </a:lnTo>
                  <a:lnTo>
                    <a:pt x="595" y="961"/>
                  </a:lnTo>
                  <a:lnTo>
                    <a:pt x="616" y="949"/>
                  </a:lnTo>
                  <a:lnTo>
                    <a:pt x="650" y="961"/>
                  </a:lnTo>
                  <a:lnTo>
                    <a:pt x="670" y="944"/>
                  </a:lnTo>
                  <a:lnTo>
                    <a:pt x="717" y="924"/>
                  </a:lnTo>
                  <a:lnTo>
                    <a:pt x="754" y="914"/>
                  </a:lnTo>
                  <a:lnTo>
                    <a:pt x="772" y="877"/>
                  </a:lnTo>
                  <a:lnTo>
                    <a:pt x="748" y="873"/>
                  </a:lnTo>
                  <a:lnTo>
                    <a:pt x="772" y="851"/>
                  </a:lnTo>
                  <a:lnTo>
                    <a:pt x="788" y="819"/>
                  </a:lnTo>
                  <a:lnTo>
                    <a:pt x="813" y="817"/>
                  </a:lnTo>
                  <a:lnTo>
                    <a:pt x="847" y="798"/>
                  </a:lnTo>
                  <a:lnTo>
                    <a:pt x="851" y="788"/>
                  </a:lnTo>
                  <a:lnTo>
                    <a:pt x="863" y="754"/>
                  </a:lnTo>
                  <a:lnTo>
                    <a:pt x="892" y="745"/>
                  </a:lnTo>
                  <a:lnTo>
                    <a:pt x="918" y="723"/>
                  </a:lnTo>
                  <a:lnTo>
                    <a:pt x="926" y="705"/>
                  </a:lnTo>
                  <a:lnTo>
                    <a:pt x="967" y="687"/>
                  </a:lnTo>
                  <a:lnTo>
                    <a:pt x="999" y="680"/>
                  </a:lnTo>
                  <a:lnTo>
                    <a:pt x="1030" y="654"/>
                  </a:lnTo>
                  <a:lnTo>
                    <a:pt x="1058" y="642"/>
                  </a:lnTo>
                  <a:lnTo>
                    <a:pt x="1040" y="613"/>
                  </a:lnTo>
                  <a:lnTo>
                    <a:pt x="1056" y="583"/>
                  </a:lnTo>
                  <a:lnTo>
                    <a:pt x="1093" y="542"/>
                  </a:lnTo>
                  <a:lnTo>
                    <a:pt x="1111" y="494"/>
                  </a:lnTo>
                  <a:lnTo>
                    <a:pt x="1103" y="449"/>
                  </a:lnTo>
                  <a:lnTo>
                    <a:pt x="1065" y="461"/>
                  </a:lnTo>
                  <a:lnTo>
                    <a:pt x="1014" y="471"/>
                  </a:lnTo>
                  <a:lnTo>
                    <a:pt x="985" y="467"/>
                  </a:lnTo>
                  <a:lnTo>
                    <a:pt x="969" y="461"/>
                  </a:lnTo>
                  <a:lnTo>
                    <a:pt x="939" y="437"/>
                  </a:lnTo>
                  <a:lnTo>
                    <a:pt x="892" y="431"/>
                  </a:lnTo>
                  <a:lnTo>
                    <a:pt x="869" y="412"/>
                  </a:lnTo>
                  <a:lnTo>
                    <a:pt x="859" y="394"/>
                  </a:lnTo>
                  <a:lnTo>
                    <a:pt x="837" y="366"/>
                  </a:lnTo>
                  <a:lnTo>
                    <a:pt x="833" y="360"/>
                  </a:lnTo>
                  <a:lnTo>
                    <a:pt x="851" y="329"/>
                  </a:lnTo>
                  <a:lnTo>
                    <a:pt x="829" y="307"/>
                  </a:lnTo>
                  <a:lnTo>
                    <a:pt x="821" y="289"/>
                  </a:lnTo>
                  <a:lnTo>
                    <a:pt x="847" y="256"/>
                  </a:lnTo>
                  <a:lnTo>
                    <a:pt x="863" y="240"/>
                  </a:lnTo>
                  <a:lnTo>
                    <a:pt x="863" y="228"/>
                  </a:lnTo>
                  <a:lnTo>
                    <a:pt x="863" y="219"/>
                  </a:lnTo>
                  <a:lnTo>
                    <a:pt x="884" y="211"/>
                  </a:lnTo>
                  <a:lnTo>
                    <a:pt x="892" y="189"/>
                  </a:lnTo>
                  <a:lnTo>
                    <a:pt x="872" y="156"/>
                  </a:lnTo>
                  <a:lnTo>
                    <a:pt x="882" y="140"/>
                  </a:lnTo>
                  <a:lnTo>
                    <a:pt x="861" y="130"/>
                  </a:lnTo>
                  <a:lnTo>
                    <a:pt x="839" y="136"/>
                  </a:lnTo>
                  <a:lnTo>
                    <a:pt x="796" y="110"/>
                  </a:lnTo>
                  <a:lnTo>
                    <a:pt x="792" y="71"/>
                  </a:lnTo>
                  <a:lnTo>
                    <a:pt x="786" y="53"/>
                  </a:lnTo>
                  <a:lnTo>
                    <a:pt x="766" y="51"/>
                  </a:lnTo>
                  <a:lnTo>
                    <a:pt x="750" y="14"/>
                  </a:lnTo>
                  <a:lnTo>
                    <a:pt x="754" y="8"/>
                  </a:lnTo>
                  <a:lnTo>
                    <a:pt x="737" y="0"/>
                  </a:lnTo>
                </a:path>
              </a:pathLst>
            </a:custGeom>
            <a:grpFill/>
            <a:ln w="14564" cap="flat">
              <a:solidFill>
                <a:schemeClr val="accent1">
                  <a:alpha val="13000"/>
                </a:schemeClr>
              </a:solidFill>
              <a:prstDash val="solid"/>
              <a:bevel/>
            </a:ln>
          </p:spPr>
          <p:txBody>
            <a:bodyPr rtlCol="0" anchor="ctr"/>
            <a:lstStyle/>
            <a:p>
              <a:endParaRPr lang="en-US" sz="2000">
                <a:solidFill>
                  <a:schemeClr val="accent1"/>
                </a:solidFill>
              </a:endParaRPr>
            </a:p>
          </p:txBody>
        </p:sp>
        <p:sp>
          <p:nvSpPr>
            <p:cNvPr id="22" name="A4_Languedoc-Roussillon-Midi-Pyrénées">
              <a:extLst>
                <a:ext uri="{FF2B5EF4-FFF2-40B4-BE49-F238E27FC236}">
                  <a16:creationId xmlns:a16="http://schemas.microsoft.com/office/drawing/2014/main" id="{B0E0D304-0659-493B-10BD-2BF640BE13CC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9991" y="3606678"/>
              <a:ext cx="882103" cy="641301"/>
            </a:xfrm>
            <a:custGeom>
              <a:avLst/>
              <a:gdLst/>
              <a:ahLst/>
              <a:cxnLst>
                <a:cxn ang="0">
                  <a:pos x="622" y="4"/>
                </a:cxn>
                <a:cxn ang="0">
                  <a:pos x="612" y="10"/>
                </a:cxn>
                <a:cxn ang="0">
                  <a:pos x="461" y="219"/>
                </a:cxn>
                <a:cxn ang="0">
                  <a:pos x="470" y="312"/>
                </a:cxn>
                <a:cxn ang="0">
                  <a:pos x="463" y="361"/>
                </a:cxn>
                <a:cxn ang="0">
                  <a:pos x="372" y="457"/>
                </a:cxn>
                <a:cxn ang="0">
                  <a:pos x="250" y="491"/>
                </a:cxn>
                <a:cxn ang="0">
                  <a:pos x="138" y="513"/>
                </a:cxn>
                <a:cxn ang="0">
                  <a:pos x="142" y="548"/>
                </a:cxn>
                <a:cxn ang="0">
                  <a:pos x="86" y="530"/>
                </a:cxn>
                <a:cxn ang="0">
                  <a:pos x="75" y="536"/>
                </a:cxn>
                <a:cxn ang="0">
                  <a:pos x="55" y="526"/>
                </a:cxn>
                <a:cxn ang="0">
                  <a:pos x="33" y="554"/>
                </a:cxn>
                <a:cxn ang="0">
                  <a:pos x="33" y="656"/>
                </a:cxn>
                <a:cxn ang="0">
                  <a:pos x="21" y="684"/>
                </a:cxn>
                <a:cxn ang="0">
                  <a:pos x="45" y="688"/>
                </a:cxn>
                <a:cxn ang="0">
                  <a:pos x="108" y="767"/>
                </a:cxn>
                <a:cxn ang="0">
                  <a:pos x="90" y="822"/>
                </a:cxn>
                <a:cxn ang="0">
                  <a:pos x="39" y="932"/>
                </a:cxn>
                <a:cxn ang="0">
                  <a:pos x="144" y="1106"/>
                </a:cxn>
                <a:cxn ang="0">
                  <a:pos x="403" y="1064"/>
                </a:cxn>
                <a:cxn ang="0">
                  <a:pos x="711" y="1171"/>
                </a:cxn>
                <a:cxn ang="0">
                  <a:pos x="973" y="1273"/>
                </a:cxn>
                <a:cxn ang="0">
                  <a:pos x="1136" y="1135"/>
                </a:cxn>
                <a:cxn ang="0">
                  <a:pos x="1207" y="875"/>
                </a:cxn>
                <a:cxn ang="0">
                  <a:pos x="1493" y="719"/>
                </a:cxn>
                <a:cxn ang="0">
                  <a:pos x="1609" y="727"/>
                </a:cxn>
                <a:cxn ang="0">
                  <a:pos x="1609" y="674"/>
                </a:cxn>
                <a:cxn ang="0">
                  <a:pos x="1662" y="649"/>
                </a:cxn>
                <a:cxn ang="0">
                  <a:pos x="1664" y="649"/>
                </a:cxn>
                <a:cxn ang="0">
                  <a:pos x="1674" y="654"/>
                </a:cxn>
                <a:cxn ang="0">
                  <a:pos x="1678" y="649"/>
                </a:cxn>
                <a:cxn ang="0">
                  <a:pos x="1692" y="623"/>
                </a:cxn>
                <a:cxn ang="0">
                  <a:pos x="1721" y="536"/>
                </a:cxn>
                <a:cxn ang="0">
                  <a:pos x="1713" y="471"/>
                </a:cxn>
                <a:cxn ang="0">
                  <a:pos x="1705" y="436"/>
                </a:cxn>
                <a:cxn ang="0">
                  <a:pos x="1627" y="343"/>
                </a:cxn>
                <a:cxn ang="0">
                  <a:pos x="1595" y="347"/>
                </a:cxn>
                <a:cxn ang="0">
                  <a:pos x="1577" y="357"/>
                </a:cxn>
                <a:cxn ang="0">
                  <a:pos x="1550" y="377"/>
                </a:cxn>
                <a:cxn ang="0">
                  <a:pos x="1548" y="377"/>
                </a:cxn>
                <a:cxn ang="0">
                  <a:pos x="1504" y="349"/>
                </a:cxn>
                <a:cxn ang="0">
                  <a:pos x="1465" y="292"/>
                </a:cxn>
                <a:cxn ang="0">
                  <a:pos x="1438" y="239"/>
                </a:cxn>
                <a:cxn ang="0">
                  <a:pos x="1418" y="152"/>
                </a:cxn>
                <a:cxn ang="0">
                  <a:pos x="1374" y="103"/>
                </a:cxn>
                <a:cxn ang="0">
                  <a:pos x="1286" y="125"/>
                </a:cxn>
                <a:cxn ang="0">
                  <a:pos x="1235" y="62"/>
                </a:cxn>
                <a:cxn ang="0">
                  <a:pos x="1178" y="79"/>
                </a:cxn>
                <a:cxn ang="0">
                  <a:pos x="1101" y="176"/>
                </a:cxn>
                <a:cxn ang="0">
                  <a:pos x="1085" y="125"/>
                </a:cxn>
                <a:cxn ang="0">
                  <a:pos x="1053" y="103"/>
                </a:cxn>
                <a:cxn ang="0">
                  <a:pos x="1055" y="71"/>
                </a:cxn>
                <a:cxn ang="0">
                  <a:pos x="1038" y="67"/>
                </a:cxn>
                <a:cxn ang="0">
                  <a:pos x="996" y="125"/>
                </a:cxn>
                <a:cxn ang="0">
                  <a:pos x="949" y="203"/>
                </a:cxn>
                <a:cxn ang="0">
                  <a:pos x="941" y="205"/>
                </a:cxn>
                <a:cxn ang="0">
                  <a:pos x="912" y="205"/>
                </a:cxn>
                <a:cxn ang="0">
                  <a:pos x="813" y="50"/>
                </a:cxn>
                <a:cxn ang="0">
                  <a:pos x="646" y="0"/>
                </a:cxn>
              </a:cxnLst>
              <a:rect l="0" t="0" r="r" b="b"/>
              <a:pathLst>
                <a:path w="1751" h="1273">
                  <a:moveTo>
                    <a:pt x="646" y="0"/>
                  </a:moveTo>
                  <a:lnTo>
                    <a:pt x="646" y="0"/>
                  </a:lnTo>
                  <a:lnTo>
                    <a:pt x="646" y="0"/>
                  </a:lnTo>
                  <a:lnTo>
                    <a:pt x="646" y="0"/>
                  </a:lnTo>
                  <a:lnTo>
                    <a:pt x="632" y="0"/>
                  </a:lnTo>
                  <a:lnTo>
                    <a:pt x="626" y="2"/>
                  </a:lnTo>
                  <a:lnTo>
                    <a:pt x="622" y="4"/>
                  </a:lnTo>
                  <a:lnTo>
                    <a:pt x="622" y="4"/>
                  </a:lnTo>
                  <a:lnTo>
                    <a:pt x="622" y="4"/>
                  </a:lnTo>
                  <a:lnTo>
                    <a:pt x="622" y="4"/>
                  </a:lnTo>
                  <a:lnTo>
                    <a:pt x="622" y="4"/>
                  </a:lnTo>
                  <a:lnTo>
                    <a:pt x="622" y="4"/>
                  </a:lnTo>
                  <a:lnTo>
                    <a:pt x="622" y="4"/>
                  </a:lnTo>
                  <a:lnTo>
                    <a:pt x="622" y="4"/>
                  </a:lnTo>
                  <a:lnTo>
                    <a:pt x="622" y="4"/>
                  </a:lnTo>
                  <a:lnTo>
                    <a:pt x="622" y="4"/>
                  </a:lnTo>
                  <a:lnTo>
                    <a:pt x="622" y="4"/>
                  </a:lnTo>
                  <a:lnTo>
                    <a:pt x="622" y="4"/>
                  </a:lnTo>
                  <a:lnTo>
                    <a:pt x="622" y="4"/>
                  </a:lnTo>
                  <a:lnTo>
                    <a:pt x="622" y="4"/>
                  </a:lnTo>
                  <a:lnTo>
                    <a:pt x="618" y="8"/>
                  </a:lnTo>
                  <a:lnTo>
                    <a:pt x="612" y="10"/>
                  </a:lnTo>
                  <a:lnTo>
                    <a:pt x="598" y="12"/>
                  </a:lnTo>
                  <a:lnTo>
                    <a:pt x="604" y="24"/>
                  </a:lnTo>
                  <a:lnTo>
                    <a:pt x="591" y="44"/>
                  </a:lnTo>
                  <a:lnTo>
                    <a:pt x="591" y="77"/>
                  </a:lnTo>
                  <a:lnTo>
                    <a:pt x="585" y="107"/>
                  </a:lnTo>
                  <a:lnTo>
                    <a:pt x="553" y="128"/>
                  </a:lnTo>
                  <a:lnTo>
                    <a:pt x="551" y="158"/>
                  </a:lnTo>
                  <a:lnTo>
                    <a:pt x="549" y="178"/>
                  </a:lnTo>
                  <a:lnTo>
                    <a:pt x="506" y="182"/>
                  </a:lnTo>
                  <a:lnTo>
                    <a:pt x="502" y="203"/>
                  </a:lnTo>
                  <a:lnTo>
                    <a:pt x="461" y="219"/>
                  </a:lnTo>
                  <a:lnTo>
                    <a:pt x="478" y="229"/>
                  </a:lnTo>
                  <a:lnTo>
                    <a:pt x="455" y="247"/>
                  </a:lnTo>
                  <a:lnTo>
                    <a:pt x="447" y="253"/>
                  </a:lnTo>
                  <a:lnTo>
                    <a:pt x="455" y="276"/>
                  </a:lnTo>
                  <a:lnTo>
                    <a:pt x="455" y="276"/>
                  </a:lnTo>
                  <a:lnTo>
                    <a:pt x="470" y="296"/>
                  </a:lnTo>
                  <a:lnTo>
                    <a:pt x="470" y="296"/>
                  </a:lnTo>
                  <a:lnTo>
                    <a:pt x="472" y="300"/>
                  </a:lnTo>
                  <a:lnTo>
                    <a:pt x="472" y="304"/>
                  </a:lnTo>
                  <a:lnTo>
                    <a:pt x="472" y="304"/>
                  </a:lnTo>
                  <a:lnTo>
                    <a:pt x="470" y="312"/>
                  </a:lnTo>
                  <a:lnTo>
                    <a:pt x="470" y="314"/>
                  </a:lnTo>
                  <a:lnTo>
                    <a:pt x="476" y="322"/>
                  </a:lnTo>
                  <a:lnTo>
                    <a:pt x="482" y="333"/>
                  </a:lnTo>
                  <a:lnTo>
                    <a:pt x="482" y="333"/>
                  </a:lnTo>
                  <a:lnTo>
                    <a:pt x="482" y="333"/>
                  </a:lnTo>
                  <a:lnTo>
                    <a:pt x="480" y="347"/>
                  </a:lnTo>
                  <a:lnTo>
                    <a:pt x="480" y="347"/>
                  </a:lnTo>
                  <a:lnTo>
                    <a:pt x="478" y="351"/>
                  </a:lnTo>
                  <a:lnTo>
                    <a:pt x="474" y="353"/>
                  </a:lnTo>
                  <a:lnTo>
                    <a:pt x="468" y="357"/>
                  </a:lnTo>
                  <a:lnTo>
                    <a:pt x="463" y="361"/>
                  </a:lnTo>
                  <a:lnTo>
                    <a:pt x="463" y="361"/>
                  </a:lnTo>
                  <a:lnTo>
                    <a:pt x="457" y="363"/>
                  </a:lnTo>
                  <a:lnTo>
                    <a:pt x="453" y="367"/>
                  </a:lnTo>
                  <a:lnTo>
                    <a:pt x="445" y="367"/>
                  </a:lnTo>
                  <a:lnTo>
                    <a:pt x="433" y="377"/>
                  </a:lnTo>
                  <a:lnTo>
                    <a:pt x="423" y="396"/>
                  </a:lnTo>
                  <a:lnTo>
                    <a:pt x="415" y="422"/>
                  </a:lnTo>
                  <a:lnTo>
                    <a:pt x="415" y="434"/>
                  </a:lnTo>
                  <a:lnTo>
                    <a:pt x="382" y="434"/>
                  </a:lnTo>
                  <a:lnTo>
                    <a:pt x="380" y="448"/>
                  </a:lnTo>
                  <a:lnTo>
                    <a:pt x="372" y="457"/>
                  </a:lnTo>
                  <a:lnTo>
                    <a:pt x="364" y="467"/>
                  </a:lnTo>
                  <a:lnTo>
                    <a:pt x="380" y="481"/>
                  </a:lnTo>
                  <a:lnTo>
                    <a:pt x="364" y="489"/>
                  </a:lnTo>
                  <a:lnTo>
                    <a:pt x="362" y="477"/>
                  </a:lnTo>
                  <a:lnTo>
                    <a:pt x="346" y="477"/>
                  </a:lnTo>
                  <a:lnTo>
                    <a:pt x="333" y="483"/>
                  </a:lnTo>
                  <a:lnTo>
                    <a:pt x="313" y="471"/>
                  </a:lnTo>
                  <a:lnTo>
                    <a:pt x="281" y="489"/>
                  </a:lnTo>
                  <a:lnTo>
                    <a:pt x="272" y="475"/>
                  </a:lnTo>
                  <a:lnTo>
                    <a:pt x="264" y="477"/>
                  </a:lnTo>
                  <a:lnTo>
                    <a:pt x="250" y="491"/>
                  </a:lnTo>
                  <a:lnTo>
                    <a:pt x="224" y="499"/>
                  </a:lnTo>
                  <a:lnTo>
                    <a:pt x="212" y="501"/>
                  </a:lnTo>
                  <a:lnTo>
                    <a:pt x="199" y="495"/>
                  </a:lnTo>
                  <a:lnTo>
                    <a:pt x="185" y="497"/>
                  </a:lnTo>
                  <a:lnTo>
                    <a:pt x="185" y="497"/>
                  </a:lnTo>
                  <a:lnTo>
                    <a:pt x="183" y="501"/>
                  </a:lnTo>
                  <a:lnTo>
                    <a:pt x="175" y="505"/>
                  </a:lnTo>
                  <a:lnTo>
                    <a:pt x="175" y="505"/>
                  </a:lnTo>
                  <a:lnTo>
                    <a:pt x="153" y="515"/>
                  </a:lnTo>
                  <a:lnTo>
                    <a:pt x="138" y="513"/>
                  </a:lnTo>
                  <a:lnTo>
                    <a:pt x="138" y="513"/>
                  </a:lnTo>
                  <a:lnTo>
                    <a:pt x="140" y="517"/>
                  </a:lnTo>
                  <a:lnTo>
                    <a:pt x="140" y="520"/>
                  </a:lnTo>
                  <a:lnTo>
                    <a:pt x="140" y="520"/>
                  </a:lnTo>
                  <a:lnTo>
                    <a:pt x="140" y="522"/>
                  </a:lnTo>
                  <a:lnTo>
                    <a:pt x="140" y="522"/>
                  </a:lnTo>
                  <a:lnTo>
                    <a:pt x="142" y="536"/>
                  </a:lnTo>
                  <a:lnTo>
                    <a:pt x="145" y="544"/>
                  </a:lnTo>
                  <a:lnTo>
                    <a:pt x="145" y="544"/>
                  </a:lnTo>
                  <a:lnTo>
                    <a:pt x="145" y="544"/>
                  </a:lnTo>
                  <a:lnTo>
                    <a:pt x="145" y="544"/>
                  </a:lnTo>
                  <a:lnTo>
                    <a:pt x="142" y="548"/>
                  </a:lnTo>
                  <a:lnTo>
                    <a:pt x="138" y="552"/>
                  </a:lnTo>
                  <a:lnTo>
                    <a:pt x="134" y="554"/>
                  </a:lnTo>
                  <a:lnTo>
                    <a:pt x="134" y="554"/>
                  </a:lnTo>
                  <a:lnTo>
                    <a:pt x="124" y="554"/>
                  </a:lnTo>
                  <a:lnTo>
                    <a:pt x="104" y="542"/>
                  </a:lnTo>
                  <a:lnTo>
                    <a:pt x="110" y="528"/>
                  </a:lnTo>
                  <a:lnTo>
                    <a:pt x="104" y="511"/>
                  </a:lnTo>
                  <a:lnTo>
                    <a:pt x="86" y="530"/>
                  </a:lnTo>
                  <a:lnTo>
                    <a:pt x="86" y="530"/>
                  </a:lnTo>
                  <a:lnTo>
                    <a:pt x="86" y="530"/>
                  </a:lnTo>
                  <a:lnTo>
                    <a:pt x="86" y="530"/>
                  </a:lnTo>
                  <a:lnTo>
                    <a:pt x="82" y="534"/>
                  </a:lnTo>
                  <a:lnTo>
                    <a:pt x="80" y="536"/>
                  </a:lnTo>
                  <a:lnTo>
                    <a:pt x="77" y="536"/>
                  </a:lnTo>
                  <a:lnTo>
                    <a:pt x="77" y="536"/>
                  </a:lnTo>
                  <a:lnTo>
                    <a:pt x="77" y="536"/>
                  </a:lnTo>
                  <a:lnTo>
                    <a:pt x="77" y="536"/>
                  </a:lnTo>
                  <a:lnTo>
                    <a:pt x="77" y="536"/>
                  </a:lnTo>
                  <a:lnTo>
                    <a:pt x="77" y="536"/>
                  </a:lnTo>
                  <a:lnTo>
                    <a:pt x="77" y="536"/>
                  </a:lnTo>
                  <a:lnTo>
                    <a:pt x="77" y="536"/>
                  </a:lnTo>
                  <a:lnTo>
                    <a:pt x="75" y="536"/>
                  </a:lnTo>
                  <a:lnTo>
                    <a:pt x="75" y="536"/>
                  </a:lnTo>
                  <a:lnTo>
                    <a:pt x="75" y="536"/>
                  </a:lnTo>
                  <a:lnTo>
                    <a:pt x="75" y="536"/>
                  </a:lnTo>
                  <a:lnTo>
                    <a:pt x="75" y="536"/>
                  </a:lnTo>
                  <a:lnTo>
                    <a:pt x="61" y="528"/>
                  </a:lnTo>
                  <a:lnTo>
                    <a:pt x="61" y="528"/>
                  </a:lnTo>
                  <a:lnTo>
                    <a:pt x="55" y="526"/>
                  </a:lnTo>
                  <a:lnTo>
                    <a:pt x="55" y="526"/>
                  </a:lnTo>
                  <a:lnTo>
                    <a:pt x="55" y="526"/>
                  </a:lnTo>
                  <a:lnTo>
                    <a:pt x="55" y="526"/>
                  </a:lnTo>
                  <a:lnTo>
                    <a:pt x="55" y="526"/>
                  </a:lnTo>
                  <a:lnTo>
                    <a:pt x="55" y="526"/>
                  </a:lnTo>
                  <a:lnTo>
                    <a:pt x="53" y="528"/>
                  </a:lnTo>
                  <a:lnTo>
                    <a:pt x="51" y="530"/>
                  </a:lnTo>
                  <a:lnTo>
                    <a:pt x="51" y="530"/>
                  </a:lnTo>
                  <a:lnTo>
                    <a:pt x="49" y="530"/>
                  </a:lnTo>
                  <a:lnTo>
                    <a:pt x="49" y="530"/>
                  </a:lnTo>
                  <a:lnTo>
                    <a:pt x="43" y="536"/>
                  </a:lnTo>
                  <a:lnTo>
                    <a:pt x="39" y="540"/>
                  </a:lnTo>
                  <a:lnTo>
                    <a:pt x="37" y="544"/>
                  </a:lnTo>
                  <a:lnTo>
                    <a:pt x="37" y="544"/>
                  </a:lnTo>
                  <a:lnTo>
                    <a:pt x="33" y="554"/>
                  </a:lnTo>
                  <a:lnTo>
                    <a:pt x="39" y="564"/>
                  </a:lnTo>
                  <a:lnTo>
                    <a:pt x="39" y="578"/>
                  </a:lnTo>
                  <a:lnTo>
                    <a:pt x="47" y="586"/>
                  </a:lnTo>
                  <a:lnTo>
                    <a:pt x="37" y="599"/>
                  </a:lnTo>
                  <a:lnTo>
                    <a:pt x="33" y="609"/>
                  </a:lnTo>
                  <a:lnTo>
                    <a:pt x="47" y="631"/>
                  </a:lnTo>
                  <a:lnTo>
                    <a:pt x="39" y="637"/>
                  </a:lnTo>
                  <a:lnTo>
                    <a:pt x="27" y="647"/>
                  </a:lnTo>
                  <a:lnTo>
                    <a:pt x="31" y="654"/>
                  </a:lnTo>
                  <a:lnTo>
                    <a:pt x="31" y="654"/>
                  </a:lnTo>
                  <a:lnTo>
                    <a:pt x="33" y="656"/>
                  </a:lnTo>
                  <a:lnTo>
                    <a:pt x="33" y="658"/>
                  </a:lnTo>
                  <a:lnTo>
                    <a:pt x="33" y="658"/>
                  </a:lnTo>
                  <a:lnTo>
                    <a:pt x="33" y="660"/>
                  </a:lnTo>
                  <a:lnTo>
                    <a:pt x="31" y="660"/>
                  </a:lnTo>
                  <a:lnTo>
                    <a:pt x="31" y="660"/>
                  </a:lnTo>
                  <a:lnTo>
                    <a:pt x="6" y="670"/>
                  </a:lnTo>
                  <a:lnTo>
                    <a:pt x="12" y="682"/>
                  </a:lnTo>
                  <a:lnTo>
                    <a:pt x="19" y="684"/>
                  </a:lnTo>
                  <a:lnTo>
                    <a:pt x="19" y="684"/>
                  </a:lnTo>
                  <a:lnTo>
                    <a:pt x="21" y="684"/>
                  </a:lnTo>
                  <a:lnTo>
                    <a:pt x="21" y="684"/>
                  </a:lnTo>
                  <a:lnTo>
                    <a:pt x="27" y="686"/>
                  </a:lnTo>
                  <a:lnTo>
                    <a:pt x="27" y="686"/>
                  </a:lnTo>
                  <a:lnTo>
                    <a:pt x="35" y="688"/>
                  </a:lnTo>
                  <a:lnTo>
                    <a:pt x="35" y="688"/>
                  </a:lnTo>
                  <a:lnTo>
                    <a:pt x="41" y="688"/>
                  </a:lnTo>
                  <a:lnTo>
                    <a:pt x="41" y="688"/>
                  </a:lnTo>
                  <a:lnTo>
                    <a:pt x="45" y="686"/>
                  </a:lnTo>
                  <a:lnTo>
                    <a:pt x="45" y="686"/>
                  </a:lnTo>
                  <a:lnTo>
                    <a:pt x="45" y="686"/>
                  </a:lnTo>
                  <a:lnTo>
                    <a:pt x="45" y="686"/>
                  </a:lnTo>
                  <a:lnTo>
                    <a:pt x="45" y="688"/>
                  </a:lnTo>
                  <a:lnTo>
                    <a:pt x="49" y="688"/>
                  </a:lnTo>
                  <a:lnTo>
                    <a:pt x="73" y="704"/>
                  </a:lnTo>
                  <a:lnTo>
                    <a:pt x="84" y="719"/>
                  </a:lnTo>
                  <a:lnTo>
                    <a:pt x="92" y="725"/>
                  </a:lnTo>
                  <a:lnTo>
                    <a:pt x="84" y="735"/>
                  </a:lnTo>
                  <a:lnTo>
                    <a:pt x="98" y="737"/>
                  </a:lnTo>
                  <a:lnTo>
                    <a:pt x="108" y="749"/>
                  </a:lnTo>
                  <a:lnTo>
                    <a:pt x="86" y="755"/>
                  </a:lnTo>
                  <a:lnTo>
                    <a:pt x="92" y="769"/>
                  </a:lnTo>
                  <a:lnTo>
                    <a:pt x="100" y="781"/>
                  </a:lnTo>
                  <a:lnTo>
                    <a:pt x="108" y="767"/>
                  </a:lnTo>
                  <a:lnTo>
                    <a:pt x="114" y="781"/>
                  </a:lnTo>
                  <a:lnTo>
                    <a:pt x="114" y="796"/>
                  </a:lnTo>
                  <a:lnTo>
                    <a:pt x="128" y="804"/>
                  </a:lnTo>
                  <a:lnTo>
                    <a:pt x="126" y="828"/>
                  </a:lnTo>
                  <a:lnTo>
                    <a:pt x="128" y="838"/>
                  </a:lnTo>
                  <a:lnTo>
                    <a:pt x="102" y="838"/>
                  </a:lnTo>
                  <a:lnTo>
                    <a:pt x="102" y="838"/>
                  </a:lnTo>
                  <a:lnTo>
                    <a:pt x="98" y="830"/>
                  </a:lnTo>
                  <a:lnTo>
                    <a:pt x="94" y="826"/>
                  </a:lnTo>
                  <a:lnTo>
                    <a:pt x="90" y="822"/>
                  </a:lnTo>
                  <a:lnTo>
                    <a:pt x="90" y="822"/>
                  </a:lnTo>
                  <a:lnTo>
                    <a:pt x="84" y="824"/>
                  </a:lnTo>
                  <a:lnTo>
                    <a:pt x="77" y="826"/>
                  </a:lnTo>
                  <a:lnTo>
                    <a:pt x="71" y="830"/>
                  </a:lnTo>
                  <a:lnTo>
                    <a:pt x="82" y="853"/>
                  </a:lnTo>
                  <a:lnTo>
                    <a:pt x="96" y="857"/>
                  </a:lnTo>
                  <a:lnTo>
                    <a:pt x="92" y="873"/>
                  </a:lnTo>
                  <a:lnTo>
                    <a:pt x="82" y="885"/>
                  </a:lnTo>
                  <a:lnTo>
                    <a:pt x="80" y="897"/>
                  </a:lnTo>
                  <a:lnTo>
                    <a:pt x="65" y="899"/>
                  </a:lnTo>
                  <a:lnTo>
                    <a:pt x="55" y="924"/>
                  </a:lnTo>
                  <a:lnTo>
                    <a:pt x="39" y="932"/>
                  </a:lnTo>
                  <a:lnTo>
                    <a:pt x="35" y="950"/>
                  </a:lnTo>
                  <a:lnTo>
                    <a:pt x="14" y="972"/>
                  </a:lnTo>
                  <a:lnTo>
                    <a:pt x="17" y="987"/>
                  </a:lnTo>
                  <a:lnTo>
                    <a:pt x="12" y="1007"/>
                  </a:lnTo>
                  <a:lnTo>
                    <a:pt x="0" y="1029"/>
                  </a:lnTo>
                  <a:lnTo>
                    <a:pt x="2" y="1043"/>
                  </a:lnTo>
                  <a:lnTo>
                    <a:pt x="25" y="1046"/>
                  </a:lnTo>
                  <a:lnTo>
                    <a:pt x="51" y="1064"/>
                  </a:lnTo>
                  <a:lnTo>
                    <a:pt x="71" y="1098"/>
                  </a:lnTo>
                  <a:lnTo>
                    <a:pt x="104" y="1119"/>
                  </a:lnTo>
                  <a:lnTo>
                    <a:pt x="144" y="1106"/>
                  </a:lnTo>
                  <a:lnTo>
                    <a:pt x="175" y="1098"/>
                  </a:lnTo>
                  <a:lnTo>
                    <a:pt x="201" y="1119"/>
                  </a:lnTo>
                  <a:lnTo>
                    <a:pt x="234" y="1100"/>
                  </a:lnTo>
                  <a:lnTo>
                    <a:pt x="252" y="1111"/>
                  </a:lnTo>
                  <a:lnTo>
                    <a:pt x="281" y="1109"/>
                  </a:lnTo>
                  <a:lnTo>
                    <a:pt x="307" y="1109"/>
                  </a:lnTo>
                  <a:lnTo>
                    <a:pt x="335" y="1109"/>
                  </a:lnTo>
                  <a:lnTo>
                    <a:pt x="335" y="1072"/>
                  </a:lnTo>
                  <a:lnTo>
                    <a:pt x="335" y="1046"/>
                  </a:lnTo>
                  <a:lnTo>
                    <a:pt x="352" y="1039"/>
                  </a:lnTo>
                  <a:lnTo>
                    <a:pt x="403" y="1064"/>
                  </a:lnTo>
                  <a:lnTo>
                    <a:pt x="405" y="1064"/>
                  </a:lnTo>
                  <a:lnTo>
                    <a:pt x="441" y="1072"/>
                  </a:lnTo>
                  <a:lnTo>
                    <a:pt x="474" y="1072"/>
                  </a:lnTo>
                  <a:lnTo>
                    <a:pt x="494" y="1094"/>
                  </a:lnTo>
                  <a:lnTo>
                    <a:pt x="524" y="1106"/>
                  </a:lnTo>
                  <a:lnTo>
                    <a:pt x="563" y="1102"/>
                  </a:lnTo>
                  <a:lnTo>
                    <a:pt x="597" y="1155"/>
                  </a:lnTo>
                  <a:lnTo>
                    <a:pt x="616" y="1139"/>
                  </a:lnTo>
                  <a:lnTo>
                    <a:pt x="646" y="1145"/>
                  </a:lnTo>
                  <a:lnTo>
                    <a:pt x="693" y="1149"/>
                  </a:lnTo>
                  <a:lnTo>
                    <a:pt x="711" y="1171"/>
                  </a:lnTo>
                  <a:lnTo>
                    <a:pt x="717" y="1178"/>
                  </a:lnTo>
                  <a:lnTo>
                    <a:pt x="740" y="1220"/>
                  </a:lnTo>
                  <a:lnTo>
                    <a:pt x="768" y="1226"/>
                  </a:lnTo>
                  <a:lnTo>
                    <a:pt x="768" y="1236"/>
                  </a:lnTo>
                  <a:lnTo>
                    <a:pt x="790" y="1267"/>
                  </a:lnTo>
                  <a:lnTo>
                    <a:pt x="809" y="1265"/>
                  </a:lnTo>
                  <a:lnTo>
                    <a:pt x="835" y="1240"/>
                  </a:lnTo>
                  <a:lnTo>
                    <a:pt x="864" y="1236"/>
                  </a:lnTo>
                  <a:lnTo>
                    <a:pt x="906" y="1245"/>
                  </a:lnTo>
                  <a:lnTo>
                    <a:pt x="947" y="1261"/>
                  </a:lnTo>
                  <a:lnTo>
                    <a:pt x="973" y="1273"/>
                  </a:lnTo>
                  <a:lnTo>
                    <a:pt x="1010" y="1273"/>
                  </a:lnTo>
                  <a:lnTo>
                    <a:pt x="1010" y="1249"/>
                  </a:lnTo>
                  <a:lnTo>
                    <a:pt x="1016" y="1236"/>
                  </a:lnTo>
                  <a:lnTo>
                    <a:pt x="1050" y="1232"/>
                  </a:lnTo>
                  <a:lnTo>
                    <a:pt x="1083" y="1208"/>
                  </a:lnTo>
                  <a:lnTo>
                    <a:pt x="1116" y="1208"/>
                  </a:lnTo>
                  <a:lnTo>
                    <a:pt x="1154" y="1236"/>
                  </a:lnTo>
                  <a:lnTo>
                    <a:pt x="1178" y="1224"/>
                  </a:lnTo>
                  <a:lnTo>
                    <a:pt x="1176" y="1204"/>
                  </a:lnTo>
                  <a:lnTo>
                    <a:pt x="1148" y="1178"/>
                  </a:lnTo>
                  <a:lnTo>
                    <a:pt x="1136" y="1135"/>
                  </a:lnTo>
                  <a:lnTo>
                    <a:pt x="1140" y="1102"/>
                  </a:lnTo>
                  <a:lnTo>
                    <a:pt x="1136" y="1078"/>
                  </a:lnTo>
                  <a:lnTo>
                    <a:pt x="1142" y="1039"/>
                  </a:lnTo>
                  <a:lnTo>
                    <a:pt x="1144" y="1027"/>
                  </a:lnTo>
                  <a:lnTo>
                    <a:pt x="1132" y="1001"/>
                  </a:lnTo>
                  <a:lnTo>
                    <a:pt x="1140" y="964"/>
                  </a:lnTo>
                  <a:lnTo>
                    <a:pt x="1120" y="930"/>
                  </a:lnTo>
                  <a:lnTo>
                    <a:pt x="1116" y="909"/>
                  </a:lnTo>
                  <a:lnTo>
                    <a:pt x="1146" y="930"/>
                  </a:lnTo>
                  <a:lnTo>
                    <a:pt x="1178" y="901"/>
                  </a:lnTo>
                  <a:lnTo>
                    <a:pt x="1207" y="875"/>
                  </a:lnTo>
                  <a:lnTo>
                    <a:pt x="1217" y="863"/>
                  </a:lnTo>
                  <a:lnTo>
                    <a:pt x="1217" y="861"/>
                  </a:lnTo>
                  <a:lnTo>
                    <a:pt x="1241" y="848"/>
                  </a:lnTo>
                  <a:lnTo>
                    <a:pt x="1260" y="840"/>
                  </a:lnTo>
                  <a:lnTo>
                    <a:pt x="1274" y="840"/>
                  </a:lnTo>
                  <a:lnTo>
                    <a:pt x="1304" y="842"/>
                  </a:lnTo>
                  <a:lnTo>
                    <a:pt x="1339" y="796"/>
                  </a:lnTo>
                  <a:lnTo>
                    <a:pt x="1386" y="773"/>
                  </a:lnTo>
                  <a:lnTo>
                    <a:pt x="1412" y="735"/>
                  </a:lnTo>
                  <a:lnTo>
                    <a:pt x="1432" y="719"/>
                  </a:lnTo>
                  <a:lnTo>
                    <a:pt x="1493" y="719"/>
                  </a:lnTo>
                  <a:lnTo>
                    <a:pt x="1506" y="751"/>
                  </a:lnTo>
                  <a:lnTo>
                    <a:pt x="1538" y="751"/>
                  </a:lnTo>
                  <a:lnTo>
                    <a:pt x="1577" y="753"/>
                  </a:lnTo>
                  <a:lnTo>
                    <a:pt x="1609" y="749"/>
                  </a:lnTo>
                  <a:lnTo>
                    <a:pt x="1609" y="749"/>
                  </a:lnTo>
                  <a:lnTo>
                    <a:pt x="1607" y="741"/>
                  </a:lnTo>
                  <a:lnTo>
                    <a:pt x="1607" y="741"/>
                  </a:lnTo>
                  <a:lnTo>
                    <a:pt x="1609" y="729"/>
                  </a:lnTo>
                  <a:lnTo>
                    <a:pt x="1609" y="729"/>
                  </a:lnTo>
                  <a:lnTo>
                    <a:pt x="1609" y="727"/>
                  </a:lnTo>
                  <a:lnTo>
                    <a:pt x="1609" y="727"/>
                  </a:lnTo>
                  <a:lnTo>
                    <a:pt x="1603" y="706"/>
                  </a:lnTo>
                  <a:lnTo>
                    <a:pt x="1603" y="706"/>
                  </a:lnTo>
                  <a:lnTo>
                    <a:pt x="1603" y="706"/>
                  </a:lnTo>
                  <a:lnTo>
                    <a:pt x="1621" y="696"/>
                  </a:lnTo>
                  <a:lnTo>
                    <a:pt x="1621" y="696"/>
                  </a:lnTo>
                  <a:lnTo>
                    <a:pt x="1623" y="692"/>
                  </a:lnTo>
                  <a:lnTo>
                    <a:pt x="1623" y="692"/>
                  </a:lnTo>
                  <a:lnTo>
                    <a:pt x="1621" y="690"/>
                  </a:lnTo>
                  <a:lnTo>
                    <a:pt x="1619" y="686"/>
                  </a:lnTo>
                  <a:lnTo>
                    <a:pt x="1619" y="686"/>
                  </a:lnTo>
                  <a:lnTo>
                    <a:pt x="1609" y="674"/>
                  </a:lnTo>
                  <a:lnTo>
                    <a:pt x="1609" y="674"/>
                  </a:lnTo>
                  <a:lnTo>
                    <a:pt x="1607" y="670"/>
                  </a:lnTo>
                  <a:lnTo>
                    <a:pt x="1607" y="662"/>
                  </a:lnTo>
                  <a:lnTo>
                    <a:pt x="1607" y="662"/>
                  </a:lnTo>
                  <a:lnTo>
                    <a:pt x="1607" y="658"/>
                  </a:lnTo>
                  <a:lnTo>
                    <a:pt x="1609" y="654"/>
                  </a:lnTo>
                  <a:lnTo>
                    <a:pt x="1609" y="654"/>
                  </a:lnTo>
                  <a:lnTo>
                    <a:pt x="1636" y="639"/>
                  </a:lnTo>
                  <a:lnTo>
                    <a:pt x="1636" y="639"/>
                  </a:lnTo>
                  <a:lnTo>
                    <a:pt x="1646" y="643"/>
                  </a:lnTo>
                  <a:lnTo>
                    <a:pt x="1662" y="649"/>
                  </a:lnTo>
                  <a:lnTo>
                    <a:pt x="1662" y="649"/>
                  </a:lnTo>
                  <a:lnTo>
                    <a:pt x="1662" y="649"/>
                  </a:lnTo>
                  <a:lnTo>
                    <a:pt x="1662" y="649"/>
                  </a:lnTo>
                  <a:lnTo>
                    <a:pt x="1662" y="649"/>
                  </a:lnTo>
                  <a:lnTo>
                    <a:pt x="1662" y="649"/>
                  </a:lnTo>
                  <a:lnTo>
                    <a:pt x="1662" y="649"/>
                  </a:lnTo>
                  <a:lnTo>
                    <a:pt x="1662" y="649"/>
                  </a:lnTo>
                  <a:lnTo>
                    <a:pt x="1662" y="649"/>
                  </a:lnTo>
                  <a:lnTo>
                    <a:pt x="1662" y="649"/>
                  </a:lnTo>
                  <a:lnTo>
                    <a:pt x="1664" y="649"/>
                  </a:lnTo>
                  <a:lnTo>
                    <a:pt x="1664" y="649"/>
                  </a:lnTo>
                  <a:lnTo>
                    <a:pt x="1664" y="649"/>
                  </a:lnTo>
                  <a:lnTo>
                    <a:pt x="1664" y="649"/>
                  </a:lnTo>
                  <a:lnTo>
                    <a:pt x="1664" y="649"/>
                  </a:lnTo>
                  <a:lnTo>
                    <a:pt x="1664" y="649"/>
                  </a:lnTo>
                  <a:lnTo>
                    <a:pt x="1666" y="651"/>
                  </a:lnTo>
                  <a:lnTo>
                    <a:pt x="1666" y="651"/>
                  </a:lnTo>
                  <a:lnTo>
                    <a:pt x="1668" y="651"/>
                  </a:lnTo>
                  <a:lnTo>
                    <a:pt x="1668" y="651"/>
                  </a:lnTo>
                  <a:lnTo>
                    <a:pt x="1668" y="651"/>
                  </a:lnTo>
                  <a:lnTo>
                    <a:pt x="1668" y="651"/>
                  </a:lnTo>
                  <a:lnTo>
                    <a:pt x="1674" y="654"/>
                  </a:lnTo>
                  <a:lnTo>
                    <a:pt x="1674" y="654"/>
                  </a:lnTo>
                  <a:lnTo>
                    <a:pt x="1674" y="654"/>
                  </a:lnTo>
                  <a:lnTo>
                    <a:pt x="1674" y="654"/>
                  </a:lnTo>
                  <a:lnTo>
                    <a:pt x="1674" y="654"/>
                  </a:lnTo>
                  <a:lnTo>
                    <a:pt x="1674" y="654"/>
                  </a:lnTo>
                  <a:lnTo>
                    <a:pt x="1676" y="652"/>
                  </a:lnTo>
                  <a:lnTo>
                    <a:pt x="1678" y="649"/>
                  </a:lnTo>
                  <a:lnTo>
                    <a:pt x="1678" y="649"/>
                  </a:lnTo>
                  <a:lnTo>
                    <a:pt x="1678" y="649"/>
                  </a:lnTo>
                  <a:lnTo>
                    <a:pt x="1678" y="649"/>
                  </a:lnTo>
                  <a:lnTo>
                    <a:pt x="1678" y="649"/>
                  </a:lnTo>
                  <a:lnTo>
                    <a:pt x="1678" y="649"/>
                  </a:lnTo>
                  <a:lnTo>
                    <a:pt x="1678" y="649"/>
                  </a:lnTo>
                  <a:lnTo>
                    <a:pt x="1682" y="639"/>
                  </a:lnTo>
                  <a:lnTo>
                    <a:pt x="1684" y="633"/>
                  </a:lnTo>
                  <a:lnTo>
                    <a:pt x="1686" y="629"/>
                  </a:lnTo>
                  <a:lnTo>
                    <a:pt x="1686" y="629"/>
                  </a:lnTo>
                  <a:lnTo>
                    <a:pt x="1686" y="627"/>
                  </a:lnTo>
                  <a:lnTo>
                    <a:pt x="1688" y="625"/>
                  </a:lnTo>
                  <a:lnTo>
                    <a:pt x="1690" y="625"/>
                  </a:lnTo>
                  <a:lnTo>
                    <a:pt x="1692" y="623"/>
                  </a:lnTo>
                  <a:lnTo>
                    <a:pt x="1692" y="623"/>
                  </a:lnTo>
                  <a:lnTo>
                    <a:pt x="1690" y="619"/>
                  </a:lnTo>
                  <a:lnTo>
                    <a:pt x="1686" y="613"/>
                  </a:lnTo>
                  <a:lnTo>
                    <a:pt x="1686" y="613"/>
                  </a:lnTo>
                  <a:lnTo>
                    <a:pt x="1678" y="601"/>
                  </a:lnTo>
                  <a:lnTo>
                    <a:pt x="1674" y="593"/>
                  </a:lnTo>
                  <a:lnTo>
                    <a:pt x="1672" y="587"/>
                  </a:lnTo>
                  <a:lnTo>
                    <a:pt x="1672" y="587"/>
                  </a:lnTo>
                  <a:lnTo>
                    <a:pt x="1672" y="587"/>
                  </a:lnTo>
                  <a:lnTo>
                    <a:pt x="1680" y="570"/>
                  </a:lnTo>
                  <a:lnTo>
                    <a:pt x="1703" y="564"/>
                  </a:lnTo>
                  <a:lnTo>
                    <a:pt x="1721" y="536"/>
                  </a:lnTo>
                  <a:lnTo>
                    <a:pt x="1739" y="528"/>
                  </a:lnTo>
                  <a:lnTo>
                    <a:pt x="1751" y="509"/>
                  </a:lnTo>
                  <a:lnTo>
                    <a:pt x="1751" y="509"/>
                  </a:lnTo>
                  <a:lnTo>
                    <a:pt x="1747" y="503"/>
                  </a:lnTo>
                  <a:lnTo>
                    <a:pt x="1745" y="497"/>
                  </a:lnTo>
                  <a:lnTo>
                    <a:pt x="1741" y="495"/>
                  </a:lnTo>
                  <a:lnTo>
                    <a:pt x="1741" y="495"/>
                  </a:lnTo>
                  <a:lnTo>
                    <a:pt x="1737" y="495"/>
                  </a:lnTo>
                  <a:lnTo>
                    <a:pt x="1731" y="491"/>
                  </a:lnTo>
                  <a:lnTo>
                    <a:pt x="1727" y="487"/>
                  </a:lnTo>
                  <a:lnTo>
                    <a:pt x="1713" y="471"/>
                  </a:lnTo>
                  <a:lnTo>
                    <a:pt x="1713" y="459"/>
                  </a:lnTo>
                  <a:lnTo>
                    <a:pt x="1713" y="459"/>
                  </a:lnTo>
                  <a:lnTo>
                    <a:pt x="1713" y="459"/>
                  </a:lnTo>
                  <a:lnTo>
                    <a:pt x="1715" y="455"/>
                  </a:lnTo>
                  <a:lnTo>
                    <a:pt x="1717" y="450"/>
                  </a:lnTo>
                  <a:lnTo>
                    <a:pt x="1717" y="450"/>
                  </a:lnTo>
                  <a:lnTo>
                    <a:pt x="1715" y="448"/>
                  </a:lnTo>
                  <a:lnTo>
                    <a:pt x="1713" y="446"/>
                  </a:lnTo>
                  <a:lnTo>
                    <a:pt x="1713" y="446"/>
                  </a:lnTo>
                  <a:lnTo>
                    <a:pt x="1709" y="442"/>
                  </a:lnTo>
                  <a:lnTo>
                    <a:pt x="1705" y="436"/>
                  </a:lnTo>
                  <a:lnTo>
                    <a:pt x="1705" y="430"/>
                  </a:lnTo>
                  <a:lnTo>
                    <a:pt x="1705" y="430"/>
                  </a:lnTo>
                  <a:lnTo>
                    <a:pt x="1705" y="430"/>
                  </a:lnTo>
                  <a:lnTo>
                    <a:pt x="1709" y="416"/>
                  </a:lnTo>
                  <a:lnTo>
                    <a:pt x="1703" y="402"/>
                  </a:lnTo>
                  <a:lnTo>
                    <a:pt x="1694" y="392"/>
                  </a:lnTo>
                  <a:lnTo>
                    <a:pt x="1674" y="371"/>
                  </a:lnTo>
                  <a:lnTo>
                    <a:pt x="1660" y="361"/>
                  </a:lnTo>
                  <a:lnTo>
                    <a:pt x="1650" y="351"/>
                  </a:lnTo>
                  <a:lnTo>
                    <a:pt x="1638" y="343"/>
                  </a:lnTo>
                  <a:lnTo>
                    <a:pt x="1627" y="343"/>
                  </a:lnTo>
                  <a:lnTo>
                    <a:pt x="1617" y="351"/>
                  </a:lnTo>
                  <a:lnTo>
                    <a:pt x="1615" y="371"/>
                  </a:lnTo>
                  <a:lnTo>
                    <a:pt x="1615" y="371"/>
                  </a:lnTo>
                  <a:lnTo>
                    <a:pt x="1609" y="371"/>
                  </a:lnTo>
                  <a:lnTo>
                    <a:pt x="1601" y="369"/>
                  </a:lnTo>
                  <a:lnTo>
                    <a:pt x="1601" y="369"/>
                  </a:lnTo>
                  <a:lnTo>
                    <a:pt x="1593" y="365"/>
                  </a:lnTo>
                  <a:lnTo>
                    <a:pt x="1589" y="361"/>
                  </a:lnTo>
                  <a:lnTo>
                    <a:pt x="1589" y="361"/>
                  </a:lnTo>
                  <a:lnTo>
                    <a:pt x="1589" y="361"/>
                  </a:lnTo>
                  <a:lnTo>
                    <a:pt x="1595" y="347"/>
                  </a:lnTo>
                  <a:lnTo>
                    <a:pt x="1595" y="347"/>
                  </a:lnTo>
                  <a:lnTo>
                    <a:pt x="1593" y="345"/>
                  </a:lnTo>
                  <a:lnTo>
                    <a:pt x="1591" y="343"/>
                  </a:lnTo>
                  <a:lnTo>
                    <a:pt x="1589" y="341"/>
                  </a:lnTo>
                  <a:lnTo>
                    <a:pt x="1589" y="341"/>
                  </a:lnTo>
                  <a:lnTo>
                    <a:pt x="1583" y="343"/>
                  </a:lnTo>
                  <a:lnTo>
                    <a:pt x="1579" y="347"/>
                  </a:lnTo>
                  <a:lnTo>
                    <a:pt x="1573" y="355"/>
                  </a:lnTo>
                  <a:lnTo>
                    <a:pt x="1573" y="355"/>
                  </a:lnTo>
                  <a:lnTo>
                    <a:pt x="1575" y="355"/>
                  </a:lnTo>
                  <a:lnTo>
                    <a:pt x="1577" y="357"/>
                  </a:lnTo>
                  <a:lnTo>
                    <a:pt x="1577" y="357"/>
                  </a:lnTo>
                  <a:lnTo>
                    <a:pt x="1575" y="359"/>
                  </a:lnTo>
                  <a:lnTo>
                    <a:pt x="1571" y="361"/>
                  </a:lnTo>
                  <a:lnTo>
                    <a:pt x="1571" y="361"/>
                  </a:lnTo>
                  <a:lnTo>
                    <a:pt x="1566" y="367"/>
                  </a:lnTo>
                  <a:lnTo>
                    <a:pt x="1562" y="371"/>
                  </a:lnTo>
                  <a:lnTo>
                    <a:pt x="1560" y="375"/>
                  </a:lnTo>
                  <a:lnTo>
                    <a:pt x="1560" y="375"/>
                  </a:lnTo>
                  <a:lnTo>
                    <a:pt x="1560" y="375"/>
                  </a:lnTo>
                  <a:lnTo>
                    <a:pt x="1560" y="375"/>
                  </a:lnTo>
                  <a:lnTo>
                    <a:pt x="1550" y="377"/>
                  </a:lnTo>
                  <a:lnTo>
                    <a:pt x="1550" y="377"/>
                  </a:lnTo>
                  <a:lnTo>
                    <a:pt x="1550" y="377"/>
                  </a:lnTo>
                  <a:lnTo>
                    <a:pt x="1550" y="377"/>
                  </a:lnTo>
                  <a:lnTo>
                    <a:pt x="1550" y="377"/>
                  </a:lnTo>
                  <a:lnTo>
                    <a:pt x="1550" y="377"/>
                  </a:lnTo>
                  <a:lnTo>
                    <a:pt x="1550" y="377"/>
                  </a:lnTo>
                  <a:lnTo>
                    <a:pt x="1550" y="377"/>
                  </a:lnTo>
                  <a:lnTo>
                    <a:pt x="1548" y="377"/>
                  </a:lnTo>
                  <a:lnTo>
                    <a:pt x="1548" y="377"/>
                  </a:lnTo>
                  <a:lnTo>
                    <a:pt x="1548" y="377"/>
                  </a:lnTo>
                  <a:lnTo>
                    <a:pt x="1548" y="377"/>
                  </a:lnTo>
                  <a:lnTo>
                    <a:pt x="1548" y="377"/>
                  </a:lnTo>
                  <a:lnTo>
                    <a:pt x="1540" y="373"/>
                  </a:lnTo>
                  <a:lnTo>
                    <a:pt x="1534" y="369"/>
                  </a:lnTo>
                  <a:lnTo>
                    <a:pt x="1520" y="353"/>
                  </a:lnTo>
                  <a:lnTo>
                    <a:pt x="1520" y="353"/>
                  </a:lnTo>
                  <a:lnTo>
                    <a:pt x="1516" y="349"/>
                  </a:lnTo>
                  <a:lnTo>
                    <a:pt x="1514" y="347"/>
                  </a:lnTo>
                  <a:lnTo>
                    <a:pt x="1510" y="347"/>
                  </a:lnTo>
                  <a:lnTo>
                    <a:pt x="1510" y="347"/>
                  </a:lnTo>
                  <a:lnTo>
                    <a:pt x="1506" y="347"/>
                  </a:lnTo>
                  <a:lnTo>
                    <a:pt x="1504" y="349"/>
                  </a:lnTo>
                  <a:lnTo>
                    <a:pt x="1501" y="353"/>
                  </a:lnTo>
                  <a:lnTo>
                    <a:pt x="1491" y="351"/>
                  </a:lnTo>
                  <a:lnTo>
                    <a:pt x="1483" y="337"/>
                  </a:lnTo>
                  <a:lnTo>
                    <a:pt x="1481" y="325"/>
                  </a:lnTo>
                  <a:lnTo>
                    <a:pt x="1491" y="318"/>
                  </a:lnTo>
                  <a:lnTo>
                    <a:pt x="1479" y="304"/>
                  </a:lnTo>
                  <a:lnTo>
                    <a:pt x="1471" y="294"/>
                  </a:lnTo>
                  <a:lnTo>
                    <a:pt x="1471" y="294"/>
                  </a:lnTo>
                  <a:lnTo>
                    <a:pt x="1469" y="292"/>
                  </a:lnTo>
                  <a:lnTo>
                    <a:pt x="1465" y="292"/>
                  </a:lnTo>
                  <a:lnTo>
                    <a:pt x="1465" y="292"/>
                  </a:lnTo>
                  <a:lnTo>
                    <a:pt x="1465" y="292"/>
                  </a:lnTo>
                  <a:lnTo>
                    <a:pt x="1465" y="292"/>
                  </a:lnTo>
                  <a:lnTo>
                    <a:pt x="1465" y="292"/>
                  </a:lnTo>
                  <a:lnTo>
                    <a:pt x="1465" y="292"/>
                  </a:lnTo>
                  <a:lnTo>
                    <a:pt x="1463" y="292"/>
                  </a:lnTo>
                  <a:lnTo>
                    <a:pt x="1463" y="296"/>
                  </a:lnTo>
                  <a:lnTo>
                    <a:pt x="1463" y="296"/>
                  </a:lnTo>
                  <a:lnTo>
                    <a:pt x="1459" y="284"/>
                  </a:lnTo>
                  <a:lnTo>
                    <a:pt x="1457" y="262"/>
                  </a:lnTo>
                  <a:lnTo>
                    <a:pt x="1449" y="249"/>
                  </a:lnTo>
                  <a:lnTo>
                    <a:pt x="1438" y="239"/>
                  </a:lnTo>
                  <a:lnTo>
                    <a:pt x="1443" y="229"/>
                  </a:lnTo>
                  <a:lnTo>
                    <a:pt x="1422" y="207"/>
                  </a:lnTo>
                  <a:lnTo>
                    <a:pt x="1422" y="207"/>
                  </a:lnTo>
                  <a:lnTo>
                    <a:pt x="1422" y="193"/>
                  </a:lnTo>
                  <a:lnTo>
                    <a:pt x="1422" y="193"/>
                  </a:lnTo>
                  <a:lnTo>
                    <a:pt x="1422" y="184"/>
                  </a:lnTo>
                  <a:lnTo>
                    <a:pt x="1418" y="168"/>
                  </a:lnTo>
                  <a:lnTo>
                    <a:pt x="1418" y="168"/>
                  </a:lnTo>
                  <a:lnTo>
                    <a:pt x="1416" y="158"/>
                  </a:lnTo>
                  <a:lnTo>
                    <a:pt x="1416" y="158"/>
                  </a:lnTo>
                  <a:lnTo>
                    <a:pt x="1418" y="152"/>
                  </a:lnTo>
                  <a:lnTo>
                    <a:pt x="1418" y="150"/>
                  </a:lnTo>
                  <a:lnTo>
                    <a:pt x="1408" y="146"/>
                  </a:lnTo>
                  <a:lnTo>
                    <a:pt x="1392" y="140"/>
                  </a:lnTo>
                  <a:lnTo>
                    <a:pt x="1382" y="130"/>
                  </a:lnTo>
                  <a:lnTo>
                    <a:pt x="1382" y="130"/>
                  </a:lnTo>
                  <a:lnTo>
                    <a:pt x="1378" y="107"/>
                  </a:lnTo>
                  <a:lnTo>
                    <a:pt x="1378" y="107"/>
                  </a:lnTo>
                  <a:lnTo>
                    <a:pt x="1376" y="105"/>
                  </a:lnTo>
                  <a:lnTo>
                    <a:pt x="1374" y="103"/>
                  </a:lnTo>
                  <a:lnTo>
                    <a:pt x="1374" y="103"/>
                  </a:lnTo>
                  <a:lnTo>
                    <a:pt x="1374" y="103"/>
                  </a:lnTo>
                  <a:lnTo>
                    <a:pt x="1374" y="103"/>
                  </a:lnTo>
                  <a:lnTo>
                    <a:pt x="1369" y="105"/>
                  </a:lnTo>
                  <a:lnTo>
                    <a:pt x="1365" y="107"/>
                  </a:lnTo>
                  <a:lnTo>
                    <a:pt x="1347" y="109"/>
                  </a:lnTo>
                  <a:lnTo>
                    <a:pt x="1347" y="109"/>
                  </a:lnTo>
                  <a:lnTo>
                    <a:pt x="1333" y="91"/>
                  </a:lnTo>
                  <a:lnTo>
                    <a:pt x="1321" y="99"/>
                  </a:lnTo>
                  <a:lnTo>
                    <a:pt x="1319" y="111"/>
                  </a:lnTo>
                  <a:lnTo>
                    <a:pt x="1313" y="123"/>
                  </a:lnTo>
                  <a:lnTo>
                    <a:pt x="1286" y="125"/>
                  </a:lnTo>
                  <a:lnTo>
                    <a:pt x="1286" y="125"/>
                  </a:lnTo>
                  <a:lnTo>
                    <a:pt x="1272" y="105"/>
                  </a:lnTo>
                  <a:lnTo>
                    <a:pt x="1272" y="105"/>
                  </a:lnTo>
                  <a:lnTo>
                    <a:pt x="1270" y="99"/>
                  </a:lnTo>
                  <a:lnTo>
                    <a:pt x="1270" y="99"/>
                  </a:lnTo>
                  <a:lnTo>
                    <a:pt x="1272" y="91"/>
                  </a:lnTo>
                  <a:lnTo>
                    <a:pt x="1274" y="87"/>
                  </a:lnTo>
                  <a:lnTo>
                    <a:pt x="1268" y="75"/>
                  </a:lnTo>
                  <a:lnTo>
                    <a:pt x="1260" y="52"/>
                  </a:lnTo>
                  <a:lnTo>
                    <a:pt x="1254" y="48"/>
                  </a:lnTo>
                  <a:lnTo>
                    <a:pt x="1250" y="52"/>
                  </a:lnTo>
                  <a:lnTo>
                    <a:pt x="1235" y="62"/>
                  </a:lnTo>
                  <a:lnTo>
                    <a:pt x="1235" y="62"/>
                  </a:lnTo>
                  <a:lnTo>
                    <a:pt x="1221" y="65"/>
                  </a:lnTo>
                  <a:lnTo>
                    <a:pt x="1221" y="65"/>
                  </a:lnTo>
                  <a:lnTo>
                    <a:pt x="1215" y="67"/>
                  </a:lnTo>
                  <a:lnTo>
                    <a:pt x="1207" y="99"/>
                  </a:lnTo>
                  <a:lnTo>
                    <a:pt x="1183" y="87"/>
                  </a:lnTo>
                  <a:lnTo>
                    <a:pt x="1183" y="87"/>
                  </a:lnTo>
                  <a:lnTo>
                    <a:pt x="1183" y="83"/>
                  </a:lnTo>
                  <a:lnTo>
                    <a:pt x="1181" y="81"/>
                  </a:lnTo>
                  <a:lnTo>
                    <a:pt x="1178" y="79"/>
                  </a:lnTo>
                  <a:lnTo>
                    <a:pt x="1178" y="79"/>
                  </a:lnTo>
                  <a:lnTo>
                    <a:pt x="1166" y="83"/>
                  </a:lnTo>
                  <a:lnTo>
                    <a:pt x="1160" y="85"/>
                  </a:lnTo>
                  <a:lnTo>
                    <a:pt x="1158" y="107"/>
                  </a:lnTo>
                  <a:lnTo>
                    <a:pt x="1148" y="123"/>
                  </a:lnTo>
                  <a:lnTo>
                    <a:pt x="1142" y="140"/>
                  </a:lnTo>
                  <a:lnTo>
                    <a:pt x="1138" y="158"/>
                  </a:lnTo>
                  <a:lnTo>
                    <a:pt x="1126" y="190"/>
                  </a:lnTo>
                  <a:lnTo>
                    <a:pt x="1120" y="197"/>
                  </a:lnTo>
                  <a:lnTo>
                    <a:pt x="1113" y="199"/>
                  </a:lnTo>
                  <a:lnTo>
                    <a:pt x="1101" y="176"/>
                  </a:lnTo>
                  <a:lnTo>
                    <a:pt x="1101" y="176"/>
                  </a:lnTo>
                  <a:lnTo>
                    <a:pt x="1101" y="164"/>
                  </a:lnTo>
                  <a:lnTo>
                    <a:pt x="1101" y="164"/>
                  </a:lnTo>
                  <a:lnTo>
                    <a:pt x="1101" y="154"/>
                  </a:lnTo>
                  <a:lnTo>
                    <a:pt x="1103" y="146"/>
                  </a:lnTo>
                  <a:lnTo>
                    <a:pt x="1103" y="146"/>
                  </a:lnTo>
                  <a:lnTo>
                    <a:pt x="1105" y="142"/>
                  </a:lnTo>
                  <a:lnTo>
                    <a:pt x="1105" y="142"/>
                  </a:lnTo>
                  <a:lnTo>
                    <a:pt x="1103" y="136"/>
                  </a:lnTo>
                  <a:lnTo>
                    <a:pt x="1101" y="136"/>
                  </a:lnTo>
                  <a:lnTo>
                    <a:pt x="1085" y="125"/>
                  </a:lnTo>
                  <a:lnTo>
                    <a:pt x="1085" y="125"/>
                  </a:lnTo>
                  <a:lnTo>
                    <a:pt x="1081" y="115"/>
                  </a:lnTo>
                  <a:lnTo>
                    <a:pt x="1077" y="107"/>
                  </a:lnTo>
                  <a:lnTo>
                    <a:pt x="1069" y="99"/>
                  </a:lnTo>
                  <a:lnTo>
                    <a:pt x="1053" y="103"/>
                  </a:lnTo>
                  <a:lnTo>
                    <a:pt x="1053" y="103"/>
                  </a:lnTo>
                  <a:lnTo>
                    <a:pt x="1053" y="103"/>
                  </a:lnTo>
                  <a:lnTo>
                    <a:pt x="1053" y="103"/>
                  </a:lnTo>
                  <a:lnTo>
                    <a:pt x="1053" y="103"/>
                  </a:lnTo>
                  <a:lnTo>
                    <a:pt x="1053" y="103"/>
                  </a:lnTo>
                  <a:lnTo>
                    <a:pt x="1053" y="103"/>
                  </a:lnTo>
                  <a:lnTo>
                    <a:pt x="1053" y="103"/>
                  </a:lnTo>
                  <a:lnTo>
                    <a:pt x="1053" y="103"/>
                  </a:lnTo>
                  <a:lnTo>
                    <a:pt x="1053" y="103"/>
                  </a:lnTo>
                  <a:lnTo>
                    <a:pt x="1053" y="103"/>
                  </a:lnTo>
                  <a:lnTo>
                    <a:pt x="1053" y="103"/>
                  </a:lnTo>
                  <a:lnTo>
                    <a:pt x="1053" y="103"/>
                  </a:lnTo>
                  <a:lnTo>
                    <a:pt x="1053" y="103"/>
                  </a:lnTo>
                  <a:lnTo>
                    <a:pt x="1053" y="103"/>
                  </a:lnTo>
                  <a:lnTo>
                    <a:pt x="1053" y="89"/>
                  </a:lnTo>
                  <a:lnTo>
                    <a:pt x="1055" y="71"/>
                  </a:lnTo>
                  <a:lnTo>
                    <a:pt x="1055" y="71"/>
                  </a:lnTo>
                  <a:lnTo>
                    <a:pt x="1055" y="71"/>
                  </a:lnTo>
                  <a:lnTo>
                    <a:pt x="1055" y="71"/>
                  </a:lnTo>
                  <a:lnTo>
                    <a:pt x="1053" y="67"/>
                  </a:lnTo>
                  <a:lnTo>
                    <a:pt x="1053" y="65"/>
                  </a:lnTo>
                  <a:lnTo>
                    <a:pt x="1048" y="65"/>
                  </a:lnTo>
                  <a:lnTo>
                    <a:pt x="1048" y="65"/>
                  </a:lnTo>
                  <a:lnTo>
                    <a:pt x="1048" y="65"/>
                  </a:lnTo>
                  <a:lnTo>
                    <a:pt x="1048" y="65"/>
                  </a:lnTo>
                  <a:lnTo>
                    <a:pt x="1048" y="65"/>
                  </a:lnTo>
                  <a:lnTo>
                    <a:pt x="1048" y="65"/>
                  </a:lnTo>
                  <a:lnTo>
                    <a:pt x="1038" y="67"/>
                  </a:lnTo>
                  <a:lnTo>
                    <a:pt x="1038" y="67"/>
                  </a:lnTo>
                  <a:lnTo>
                    <a:pt x="1038" y="67"/>
                  </a:lnTo>
                  <a:lnTo>
                    <a:pt x="1024" y="75"/>
                  </a:lnTo>
                  <a:lnTo>
                    <a:pt x="1024" y="91"/>
                  </a:lnTo>
                  <a:lnTo>
                    <a:pt x="1008" y="93"/>
                  </a:lnTo>
                  <a:lnTo>
                    <a:pt x="1008" y="93"/>
                  </a:lnTo>
                  <a:lnTo>
                    <a:pt x="1002" y="97"/>
                  </a:lnTo>
                  <a:lnTo>
                    <a:pt x="998" y="101"/>
                  </a:lnTo>
                  <a:lnTo>
                    <a:pt x="996" y="107"/>
                  </a:lnTo>
                  <a:lnTo>
                    <a:pt x="996" y="107"/>
                  </a:lnTo>
                  <a:lnTo>
                    <a:pt x="996" y="125"/>
                  </a:lnTo>
                  <a:lnTo>
                    <a:pt x="996" y="125"/>
                  </a:lnTo>
                  <a:lnTo>
                    <a:pt x="996" y="125"/>
                  </a:lnTo>
                  <a:lnTo>
                    <a:pt x="996" y="125"/>
                  </a:lnTo>
                  <a:lnTo>
                    <a:pt x="983" y="130"/>
                  </a:lnTo>
                  <a:lnTo>
                    <a:pt x="983" y="130"/>
                  </a:lnTo>
                  <a:lnTo>
                    <a:pt x="979" y="132"/>
                  </a:lnTo>
                  <a:lnTo>
                    <a:pt x="977" y="138"/>
                  </a:lnTo>
                  <a:lnTo>
                    <a:pt x="975" y="144"/>
                  </a:lnTo>
                  <a:lnTo>
                    <a:pt x="981" y="172"/>
                  </a:lnTo>
                  <a:lnTo>
                    <a:pt x="967" y="180"/>
                  </a:lnTo>
                  <a:lnTo>
                    <a:pt x="955" y="188"/>
                  </a:lnTo>
                  <a:lnTo>
                    <a:pt x="949" y="203"/>
                  </a:lnTo>
                  <a:lnTo>
                    <a:pt x="949" y="203"/>
                  </a:lnTo>
                  <a:lnTo>
                    <a:pt x="949" y="203"/>
                  </a:lnTo>
                  <a:lnTo>
                    <a:pt x="949" y="203"/>
                  </a:lnTo>
                  <a:lnTo>
                    <a:pt x="941" y="205"/>
                  </a:lnTo>
                  <a:lnTo>
                    <a:pt x="941" y="205"/>
                  </a:lnTo>
                  <a:lnTo>
                    <a:pt x="941" y="205"/>
                  </a:lnTo>
                  <a:lnTo>
                    <a:pt x="941" y="205"/>
                  </a:lnTo>
                  <a:lnTo>
                    <a:pt x="941" y="205"/>
                  </a:lnTo>
                  <a:lnTo>
                    <a:pt x="941" y="205"/>
                  </a:lnTo>
                  <a:lnTo>
                    <a:pt x="941" y="205"/>
                  </a:lnTo>
                  <a:lnTo>
                    <a:pt x="941" y="205"/>
                  </a:lnTo>
                  <a:lnTo>
                    <a:pt x="935" y="205"/>
                  </a:lnTo>
                  <a:lnTo>
                    <a:pt x="935" y="205"/>
                  </a:lnTo>
                  <a:lnTo>
                    <a:pt x="935" y="203"/>
                  </a:lnTo>
                  <a:lnTo>
                    <a:pt x="935" y="203"/>
                  </a:lnTo>
                  <a:lnTo>
                    <a:pt x="935" y="203"/>
                  </a:lnTo>
                  <a:lnTo>
                    <a:pt x="931" y="203"/>
                  </a:lnTo>
                  <a:lnTo>
                    <a:pt x="931" y="203"/>
                  </a:lnTo>
                  <a:lnTo>
                    <a:pt x="931" y="203"/>
                  </a:lnTo>
                  <a:lnTo>
                    <a:pt x="931" y="203"/>
                  </a:lnTo>
                  <a:lnTo>
                    <a:pt x="918" y="205"/>
                  </a:lnTo>
                  <a:lnTo>
                    <a:pt x="912" y="205"/>
                  </a:lnTo>
                  <a:lnTo>
                    <a:pt x="896" y="184"/>
                  </a:lnTo>
                  <a:lnTo>
                    <a:pt x="868" y="195"/>
                  </a:lnTo>
                  <a:lnTo>
                    <a:pt x="855" y="209"/>
                  </a:lnTo>
                  <a:lnTo>
                    <a:pt x="855" y="209"/>
                  </a:lnTo>
                  <a:lnTo>
                    <a:pt x="843" y="195"/>
                  </a:lnTo>
                  <a:lnTo>
                    <a:pt x="829" y="176"/>
                  </a:lnTo>
                  <a:lnTo>
                    <a:pt x="839" y="144"/>
                  </a:lnTo>
                  <a:lnTo>
                    <a:pt x="839" y="119"/>
                  </a:lnTo>
                  <a:lnTo>
                    <a:pt x="829" y="95"/>
                  </a:lnTo>
                  <a:lnTo>
                    <a:pt x="807" y="71"/>
                  </a:lnTo>
                  <a:lnTo>
                    <a:pt x="813" y="50"/>
                  </a:lnTo>
                  <a:lnTo>
                    <a:pt x="803" y="38"/>
                  </a:lnTo>
                  <a:lnTo>
                    <a:pt x="772" y="34"/>
                  </a:lnTo>
                  <a:lnTo>
                    <a:pt x="748" y="40"/>
                  </a:lnTo>
                  <a:lnTo>
                    <a:pt x="717" y="40"/>
                  </a:lnTo>
                  <a:lnTo>
                    <a:pt x="695" y="34"/>
                  </a:lnTo>
                  <a:lnTo>
                    <a:pt x="685" y="58"/>
                  </a:lnTo>
                  <a:lnTo>
                    <a:pt x="667" y="18"/>
                  </a:lnTo>
                  <a:lnTo>
                    <a:pt x="658" y="0"/>
                  </a:lnTo>
                  <a:lnTo>
                    <a:pt x="658" y="0"/>
                  </a:lnTo>
                  <a:lnTo>
                    <a:pt x="646" y="0"/>
                  </a:lnTo>
                  <a:lnTo>
                    <a:pt x="646" y="0"/>
                  </a:lnTo>
                  <a:lnTo>
                    <a:pt x="646" y="0"/>
                  </a:lnTo>
                </a:path>
              </a:pathLst>
            </a:custGeom>
            <a:grpFill/>
            <a:ln w="14564" cap="flat">
              <a:solidFill>
                <a:schemeClr val="accent1">
                  <a:alpha val="13000"/>
                </a:schemeClr>
              </a:solidFill>
              <a:prstDash val="solid"/>
              <a:bevel/>
            </a:ln>
          </p:spPr>
          <p:txBody>
            <a:bodyPr rtlCol="0" anchor="ctr"/>
            <a:lstStyle/>
            <a:p>
              <a:endParaRPr lang="en-US" sz="2000">
                <a:solidFill>
                  <a:schemeClr val="accent1"/>
                </a:solidFill>
              </a:endParaRPr>
            </a:p>
          </p:txBody>
        </p:sp>
        <p:sp>
          <p:nvSpPr>
            <p:cNvPr id="23" name="A4_Aquitaine-Limousin-Poitou-Charente">
              <a:extLst>
                <a:ext uri="{FF2B5EF4-FFF2-40B4-BE49-F238E27FC236}">
                  <a16:creationId xmlns:a16="http://schemas.microsoft.com/office/drawing/2014/main" id="{CE217EC1-D0B6-4116-6B2B-7A72FB602E28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4075" y="3084772"/>
              <a:ext cx="757672" cy="1060942"/>
            </a:xfrm>
            <a:custGeom>
              <a:avLst/>
              <a:gdLst/>
              <a:ahLst/>
              <a:cxnLst>
                <a:cxn ang="0">
                  <a:pos x="431" y="65"/>
                </a:cxn>
                <a:cxn ang="0">
                  <a:pos x="340" y="158"/>
                </a:cxn>
                <a:cxn ang="0">
                  <a:pos x="395" y="250"/>
                </a:cxn>
                <a:cxn ang="0">
                  <a:pos x="407" y="369"/>
                </a:cxn>
                <a:cxn ang="0">
                  <a:pos x="370" y="432"/>
                </a:cxn>
                <a:cxn ang="0">
                  <a:pos x="336" y="416"/>
                </a:cxn>
                <a:cxn ang="0">
                  <a:pos x="269" y="412"/>
                </a:cxn>
                <a:cxn ang="0">
                  <a:pos x="260" y="420"/>
                </a:cxn>
                <a:cxn ang="0">
                  <a:pos x="258" y="420"/>
                </a:cxn>
                <a:cxn ang="0">
                  <a:pos x="258" y="422"/>
                </a:cxn>
                <a:cxn ang="0">
                  <a:pos x="246" y="434"/>
                </a:cxn>
                <a:cxn ang="0">
                  <a:pos x="128" y="491"/>
                </a:cxn>
                <a:cxn ang="0">
                  <a:pos x="193" y="585"/>
                </a:cxn>
                <a:cxn ang="0">
                  <a:pos x="267" y="769"/>
                </a:cxn>
                <a:cxn ang="0">
                  <a:pos x="260" y="822"/>
                </a:cxn>
                <a:cxn ang="0">
                  <a:pos x="197" y="1157"/>
                </a:cxn>
                <a:cxn ang="0">
                  <a:pos x="197" y="1306"/>
                </a:cxn>
                <a:cxn ang="0">
                  <a:pos x="122" y="1698"/>
                </a:cxn>
                <a:cxn ang="0">
                  <a:pos x="80" y="1891"/>
                </a:cxn>
                <a:cxn ang="0">
                  <a:pos x="181" y="1982"/>
                </a:cxn>
                <a:cxn ang="0">
                  <a:pos x="435" y="2106"/>
                </a:cxn>
                <a:cxn ang="0">
                  <a:pos x="543" y="1986"/>
                </a:cxn>
                <a:cxn ang="0">
                  <a:pos x="579" y="1866"/>
                </a:cxn>
                <a:cxn ang="0">
                  <a:pos x="610" y="1874"/>
                </a:cxn>
                <a:cxn ang="0">
                  <a:pos x="594" y="1791"/>
                </a:cxn>
                <a:cxn ang="0">
                  <a:pos x="553" y="1724"/>
                </a:cxn>
                <a:cxn ang="0">
                  <a:pos x="543" y="1724"/>
                </a:cxn>
                <a:cxn ang="0">
                  <a:pos x="514" y="1706"/>
                </a:cxn>
                <a:cxn ang="0">
                  <a:pos x="539" y="1690"/>
                </a:cxn>
                <a:cxn ang="0">
                  <a:pos x="541" y="1590"/>
                </a:cxn>
                <a:cxn ang="0">
                  <a:pos x="559" y="1566"/>
                </a:cxn>
                <a:cxn ang="0">
                  <a:pos x="563" y="1562"/>
                </a:cxn>
                <a:cxn ang="0">
                  <a:pos x="585" y="1572"/>
                </a:cxn>
                <a:cxn ang="0">
                  <a:pos x="594" y="1566"/>
                </a:cxn>
                <a:cxn ang="0">
                  <a:pos x="646" y="1588"/>
                </a:cxn>
                <a:cxn ang="0">
                  <a:pos x="648" y="1553"/>
                </a:cxn>
                <a:cxn ang="0">
                  <a:pos x="707" y="1531"/>
                </a:cxn>
                <a:cxn ang="0">
                  <a:pos x="854" y="1513"/>
                </a:cxn>
                <a:cxn ang="0">
                  <a:pos x="923" y="1458"/>
                </a:cxn>
                <a:cxn ang="0">
                  <a:pos x="976" y="1393"/>
                </a:cxn>
                <a:cxn ang="0">
                  <a:pos x="978" y="1350"/>
                </a:cxn>
                <a:cxn ang="0">
                  <a:pos x="963" y="1283"/>
                </a:cxn>
                <a:cxn ang="0">
                  <a:pos x="1099" y="1113"/>
                </a:cxn>
                <a:cxn ang="0">
                  <a:pos x="1130" y="1040"/>
                </a:cxn>
                <a:cxn ang="0">
                  <a:pos x="1130" y="1040"/>
                </a:cxn>
                <a:cxn ang="0">
                  <a:pos x="1154" y="1036"/>
                </a:cxn>
                <a:cxn ang="0">
                  <a:pos x="1256" y="1076"/>
                </a:cxn>
                <a:cxn ang="0">
                  <a:pos x="1366" y="993"/>
                </a:cxn>
                <a:cxn ang="0">
                  <a:pos x="1388" y="920"/>
                </a:cxn>
                <a:cxn ang="0">
                  <a:pos x="1463" y="851"/>
                </a:cxn>
                <a:cxn ang="0">
                  <a:pos x="1408" y="735"/>
                </a:cxn>
                <a:cxn ang="0">
                  <a:pos x="1424" y="670"/>
                </a:cxn>
                <a:cxn ang="0">
                  <a:pos x="1504" y="591"/>
                </a:cxn>
                <a:cxn ang="0">
                  <a:pos x="1428" y="428"/>
                </a:cxn>
                <a:cxn ang="0">
                  <a:pos x="1193" y="382"/>
                </a:cxn>
                <a:cxn ang="0">
                  <a:pos x="1030" y="398"/>
                </a:cxn>
                <a:cxn ang="0">
                  <a:pos x="1010" y="337"/>
                </a:cxn>
                <a:cxn ang="0">
                  <a:pos x="915" y="215"/>
                </a:cxn>
                <a:cxn ang="0">
                  <a:pos x="823" y="113"/>
                </a:cxn>
                <a:cxn ang="0">
                  <a:pos x="807" y="116"/>
                </a:cxn>
                <a:cxn ang="0">
                  <a:pos x="732" y="118"/>
                </a:cxn>
              </a:cxnLst>
              <a:rect l="0" t="0" r="r" b="b"/>
              <a:pathLst>
                <a:path w="1504" h="2106">
                  <a:moveTo>
                    <a:pt x="648" y="0"/>
                  </a:moveTo>
                  <a:lnTo>
                    <a:pt x="650" y="16"/>
                  </a:lnTo>
                  <a:lnTo>
                    <a:pt x="600" y="12"/>
                  </a:lnTo>
                  <a:lnTo>
                    <a:pt x="596" y="48"/>
                  </a:lnTo>
                  <a:lnTo>
                    <a:pt x="583" y="51"/>
                  </a:lnTo>
                  <a:lnTo>
                    <a:pt x="565" y="55"/>
                  </a:lnTo>
                  <a:lnTo>
                    <a:pt x="525" y="55"/>
                  </a:lnTo>
                  <a:lnTo>
                    <a:pt x="480" y="63"/>
                  </a:lnTo>
                  <a:lnTo>
                    <a:pt x="431" y="65"/>
                  </a:lnTo>
                  <a:lnTo>
                    <a:pt x="427" y="83"/>
                  </a:lnTo>
                  <a:lnTo>
                    <a:pt x="378" y="91"/>
                  </a:lnTo>
                  <a:lnTo>
                    <a:pt x="344" y="89"/>
                  </a:lnTo>
                  <a:lnTo>
                    <a:pt x="301" y="107"/>
                  </a:lnTo>
                  <a:lnTo>
                    <a:pt x="315" y="109"/>
                  </a:lnTo>
                  <a:lnTo>
                    <a:pt x="330" y="115"/>
                  </a:lnTo>
                  <a:lnTo>
                    <a:pt x="336" y="134"/>
                  </a:lnTo>
                  <a:lnTo>
                    <a:pt x="344" y="142"/>
                  </a:lnTo>
                  <a:lnTo>
                    <a:pt x="340" y="158"/>
                  </a:lnTo>
                  <a:lnTo>
                    <a:pt x="350" y="170"/>
                  </a:lnTo>
                  <a:lnTo>
                    <a:pt x="366" y="178"/>
                  </a:lnTo>
                  <a:lnTo>
                    <a:pt x="378" y="176"/>
                  </a:lnTo>
                  <a:lnTo>
                    <a:pt x="382" y="189"/>
                  </a:lnTo>
                  <a:lnTo>
                    <a:pt x="378" y="203"/>
                  </a:lnTo>
                  <a:lnTo>
                    <a:pt x="380" y="211"/>
                  </a:lnTo>
                  <a:lnTo>
                    <a:pt x="382" y="225"/>
                  </a:lnTo>
                  <a:lnTo>
                    <a:pt x="399" y="243"/>
                  </a:lnTo>
                  <a:lnTo>
                    <a:pt x="395" y="250"/>
                  </a:lnTo>
                  <a:lnTo>
                    <a:pt x="399" y="264"/>
                  </a:lnTo>
                  <a:lnTo>
                    <a:pt x="405" y="278"/>
                  </a:lnTo>
                  <a:lnTo>
                    <a:pt x="409" y="292"/>
                  </a:lnTo>
                  <a:lnTo>
                    <a:pt x="403" y="304"/>
                  </a:lnTo>
                  <a:lnTo>
                    <a:pt x="397" y="323"/>
                  </a:lnTo>
                  <a:lnTo>
                    <a:pt x="407" y="335"/>
                  </a:lnTo>
                  <a:lnTo>
                    <a:pt x="415" y="343"/>
                  </a:lnTo>
                  <a:lnTo>
                    <a:pt x="413" y="361"/>
                  </a:lnTo>
                  <a:lnTo>
                    <a:pt x="407" y="369"/>
                  </a:lnTo>
                  <a:lnTo>
                    <a:pt x="405" y="384"/>
                  </a:lnTo>
                  <a:lnTo>
                    <a:pt x="411" y="406"/>
                  </a:lnTo>
                  <a:lnTo>
                    <a:pt x="401" y="428"/>
                  </a:lnTo>
                  <a:lnTo>
                    <a:pt x="393" y="432"/>
                  </a:lnTo>
                  <a:lnTo>
                    <a:pt x="370" y="432"/>
                  </a:lnTo>
                  <a:lnTo>
                    <a:pt x="370" y="432"/>
                  </a:lnTo>
                  <a:lnTo>
                    <a:pt x="370" y="432"/>
                  </a:lnTo>
                  <a:lnTo>
                    <a:pt x="370" y="432"/>
                  </a:lnTo>
                  <a:lnTo>
                    <a:pt x="370" y="432"/>
                  </a:lnTo>
                  <a:lnTo>
                    <a:pt x="370" y="432"/>
                  </a:lnTo>
                  <a:lnTo>
                    <a:pt x="370" y="432"/>
                  </a:lnTo>
                  <a:lnTo>
                    <a:pt x="370" y="432"/>
                  </a:lnTo>
                  <a:lnTo>
                    <a:pt x="356" y="428"/>
                  </a:lnTo>
                  <a:lnTo>
                    <a:pt x="356" y="428"/>
                  </a:lnTo>
                  <a:lnTo>
                    <a:pt x="356" y="428"/>
                  </a:lnTo>
                  <a:lnTo>
                    <a:pt x="344" y="422"/>
                  </a:lnTo>
                  <a:lnTo>
                    <a:pt x="336" y="416"/>
                  </a:lnTo>
                  <a:lnTo>
                    <a:pt x="336" y="416"/>
                  </a:lnTo>
                  <a:lnTo>
                    <a:pt x="330" y="418"/>
                  </a:lnTo>
                  <a:lnTo>
                    <a:pt x="321" y="420"/>
                  </a:lnTo>
                  <a:lnTo>
                    <a:pt x="321" y="420"/>
                  </a:lnTo>
                  <a:lnTo>
                    <a:pt x="313" y="422"/>
                  </a:lnTo>
                  <a:lnTo>
                    <a:pt x="307" y="424"/>
                  </a:lnTo>
                  <a:lnTo>
                    <a:pt x="301" y="426"/>
                  </a:lnTo>
                  <a:lnTo>
                    <a:pt x="301" y="410"/>
                  </a:lnTo>
                  <a:lnTo>
                    <a:pt x="285" y="408"/>
                  </a:lnTo>
                  <a:lnTo>
                    <a:pt x="269" y="412"/>
                  </a:lnTo>
                  <a:lnTo>
                    <a:pt x="269" y="412"/>
                  </a:lnTo>
                  <a:lnTo>
                    <a:pt x="267" y="412"/>
                  </a:lnTo>
                  <a:lnTo>
                    <a:pt x="267" y="412"/>
                  </a:lnTo>
                  <a:lnTo>
                    <a:pt x="267" y="412"/>
                  </a:lnTo>
                  <a:lnTo>
                    <a:pt x="267" y="412"/>
                  </a:lnTo>
                  <a:lnTo>
                    <a:pt x="267" y="412"/>
                  </a:lnTo>
                  <a:lnTo>
                    <a:pt x="267" y="412"/>
                  </a:lnTo>
                  <a:lnTo>
                    <a:pt x="263" y="414"/>
                  </a:lnTo>
                  <a:lnTo>
                    <a:pt x="260" y="420"/>
                  </a:lnTo>
                  <a:lnTo>
                    <a:pt x="260" y="420"/>
                  </a:lnTo>
                  <a:lnTo>
                    <a:pt x="260" y="420"/>
                  </a:lnTo>
                  <a:lnTo>
                    <a:pt x="260" y="420"/>
                  </a:lnTo>
                  <a:lnTo>
                    <a:pt x="258" y="420"/>
                  </a:lnTo>
                  <a:lnTo>
                    <a:pt x="258" y="420"/>
                  </a:lnTo>
                  <a:lnTo>
                    <a:pt x="258" y="420"/>
                  </a:lnTo>
                  <a:lnTo>
                    <a:pt x="258" y="420"/>
                  </a:lnTo>
                  <a:lnTo>
                    <a:pt x="258" y="420"/>
                  </a:lnTo>
                  <a:lnTo>
                    <a:pt x="258" y="420"/>
                  </a:lnTo>
                  <a:lnTo>
                    <a:pt x="258" y="420"/>
                  </a:lnTo>
                  <a:lnTo>
                    <a:pt x="258" y="420"/>
                  </a:lnTo>
                  <a:lnTo>
                    <a:pt x="258" y="420"/>
                  </a:lnTo>
                  <a:lnTo>
                    <a:pt x="258" y="420"/>
                  </a:lnTo>
                  <a:lnTo>
                    <a:pt x="258" y="420"/>
                  </a:lnTo>
                  <a:lnTo>
                    <a:pt x="258" y="422"/>
                  </a:lnTo>
                  <a:lnTo>
                    <a:pt x="258" y="422"/>
                  </a:lnTo>
                  <a:lnTo>
                    <a:pt x="258" y="422"/>
                  </a:lnTo>
                  <a:lnTo>
                    <a:pt x="258" y="422"/>
                  </a:lnTo>
                  <a:lnTo>
                    <a:pt x="258" y="422"/>
                  </a:lnTo>
                  <a:lnTo>
                    <a:pt x="258" y="422"/>
                  </a:lnTo>
                  <a:lnTo>
                    <a:pt x="258" y="422"/>
                  </a:lnTo>
                  <a:lnTo>
                    <a:pt x="258" y="422"/>
                  </a:lnTo>
                  <a:lnTo>
                    <a:pt x="258" y="422"/>
                  </a:lnTo>
                  <a:lnTo>
                    <a:pt x="258" y="422"/>
                  </a:lnTo>
                  <a:lnTo>
                    <a:pt x="258" y="422"/>
                  </a:lnTo>
                  <a:lnTo>
                    <a:pt x="252" y="430"/>
                  </a:lnTo>
                  <a:lnTo>
                    <a:pt x="246" y="434"/>
                  </a:lnTo>
                  <a:lnTo>
                    <a:pt x="252" y="432"/>
                  </a:lnTo>
                  <a:lnTo>
                    <a:pt x="228" y="465"/>
                  </a:lnTo>
                  <a:lnTo>
                    <a:pt x="197" y="485"/>
                  </a:lnTo>
                  <a:lnTo>
                    <a:pt x="155" y="487"/>
                  </a:lnTo>
                  <a:lnTo>
                    <a:pt x="143" y="461"/>
                  </a:lnTo>
                  <a:lnTo>
                    <a:pt x="114" y="455"/>
                  </a:lnTo>
                  <a:lnTo>
                    <a:pt x="92" y="465"/>
                  </a:lnTo>
                  <a:lnTo>
                    <a:pt x="96" y="489"/>
                  </a:lnTo>
                  <a:lnTo>
                    <a:pt x="128" y="491"/>
                  </a:lnTo>
                  <a:lnTo>
                    <a:pt x="177" y="516"/>
                  </a:lnTo>
                  <a:lnTo>
                    <a:pt x="228" y="507"/>
                  </a:lnTo>
                  <a:lnTo>
                    <a:pt x="248" y="522"/>
                  </a:lnTo>
                  <a:lnTo>
                    <a:pt x="254" y="560"/>
                  </a:lnTo>
                  <a:lnTo>
                    <a:pt x="256" y="579"/>
                  </a:lnTo>
                  <a:lnTo>
                    <a:pt x="254" y="633"/>
                  </a:lnTo>
                  <a:lnTo>
                    <a:pt x="228" y="637"/>
                  </a:lnTo>
                  <a:lnTo>
                    <a:pt x="193" y="615"/>
                  </a:lnTo>
                  <a:lnTo>
                    <a:pt x="193" y="585"/>
                  </a:lnTo>
                  <a:lnTo>
                    <a:pt x="157" y="558"/>
                  </a:lnTo>
                  <a:lnTo>
                    <a:pt x="135" y="564"/>
                  </a:lnTo>
                  <a:lnTo>
                    <a:pt x="135" y="577"/>
                  </a:lnTo>
                  <a:lnTo>
                    <a:pt x="151" y="611"/>
                  </a:lnTo>
                  <a:lnTo>
                    <a:pt x="195" y="640"/>
                  </a:lnTo>
                  <a:lnTo>
                    <a:pt x="199" y="674"/>
                  </a:lnTo>
                  <a:lnTo>
                    <a:pt x="197" y="694"/>
                  </a:lnTo>
                  <a:lnTo>
                    <a:pt x="200" y="739"/>
                  </a:lnTo>
                  <a:lnTo>
                    <a:pt x="267" y="769"/>
                  </a:lnTo>
                  <a:lnTo>
                    <a:pt x="334" y="824"/>
                  </a:lnTo>
                  <a:lnTo>
                    <a:pt x="370" y="883"/>
                  </a:lnTo>
                  <a:lnTo>
                    <a:pt x="376" y="906"/>
                  </a:lnTo>
                  <a:lnTo>
                    <a:pt x="388" y="962"/>
                  </a:lnTo>
                  <a:lnTo>
                    <a:pt x="395" y="1033"/>
                  </a:lnTo>
                  <a:lnTo>
                    <a:pt x="362" y="942"/>
                  </a:lnTo>
                  <a:lnTo>
                    <a:pt x="330" y="885"/>
                  </a:lnTo>
                  <a:lnTo>
                    <a:pt x="289" y="845"/>
                  </a:lnTo>
                  <a:lnTo>
                    <a:pt x="260" y="822"/>
                  </a:lnTo>
                  <a:lnTo>
                    <a:pt x="256" y="800"/>
                  </a:lnTo>
                  <a:lnTo>
                    <a:pt x="226" y="820"/>
                  </a:lnTo>
                  <a:lnTo>
                    <a:pt x="226" y="845"/>
                  </a:lnTo>
                  <a:lnTo>
                    <a:pt x="218" y="912"/>
                  </a:lnTo>
                  <a:lnTo>
                    <a:pt x="214" y="964"/>
                  </a:lnTo>
                  <a:lnTo>
                    <a:pt x="222" y="993"/>
                  </a:lnTo>
                  <a:lnTo>
                    <a:pt x="214" y="1038"/>
                  </a:lnTo>
                  <a:lnTo>
                    <a:pt x="197" y="1101"/>
                  </a:lnTo>
                  <a:lnTo>
                    <a:pt x="197" y="1157"/>
                  </a:lnTo>
                  <a:lnTo>
                    <a:pt x="181" y="1245"/>
                  </a:lnTo>
                  <a:lnTo>
                    <a:pt x="199" y="1241"/>
                  </a:lnTo>
                  <a:lnTo>
                    <a:pt x="218" y="1202"/>
                  </a:lnTo>
                  <a:lnTo>
                    <a:pt x="232" y="1190"/>
                  </a:lnTo>
                  <a:lnTo>
                    <a:pt x="265" y="1218"/>
                  </a:lnTo>
                  <a:lnTo>
                    <a:pt x="260" y="1239"/>
                  </a:lnTo>
                  <a:lnTo>
                    <a:pt x="222" y="1245"/>
                  </a:lnTo>
                  <a:lnTo>
                    <a:pt x="193" y="1279"/>
                  </a:lnTo>
                  <a:lnTo>
                    <a:pt x="197" y="1306"/>
                  </a:lnTo>
                  <a:lnTo>
                    <a:pt x="218" y="1306"/>
                  </a:lnTo>
                  <a:lnTo>
                    <a:pt x="220" y="1306"/>
                  </a:lnTo>
                  <a:lnTo>
                    <a:pt x="244" y="1312"/>
                  </a:lnTo>
                  <a:lnTo>
                    <a:pt x="222" y="1324"/>
                  </a:lnTo>
                  <a:lnTo>
                    <a:pt x="193" y="1328"/>
                  </a:lnTo>
                  <a:lnTo>
                    <a:pt x="181" y="1385"/>
                  </a:lnTo>
                  <a:lnTo>
                    <a:pt x="169" y="1499"/>
                  </a:lnTo>
                  <a:lnTo>
                    <a:pt x="147" y="1618"/>
                  </a:lnTo>
                  <a:lnTo>
                    <a:pt x="122" y="1698"/>
                  </a:lnTo>
                  <a:lnTo>
                    <a:pt x="106" y="1752"/>
                  </a:lnTo>
                  <a:lnTo>
                    <a:pt x="98" y="1765"/>
                  </a:lnTo>
                  <a:lnTo>
                    <a:pt x="80" y="1801"/>
                  </a:lnTo>
                  <a:lnTo>
                    <a:pt x="47" y="1820"/>
                  </a:lnTo>
                  <a:lnTo>
                    <a:pt x="0" y="1822"/>
                  </a:lnTo>
                  <a:lnTo>
                    <a:pt x="13" y="1844"/>
                  </a:lnTo>
                  <a:lnTo>
                    <a:pt x="35" y="1878"/>
                  </a:lnTo>
                  <a:lnTo>
                    <a:pt x="63" y="1870"/>
                  </a:lnTo>
                  <a:lnTo>
                    <a:pt x="80" y="1891"/>
                  </a:lnTo>
                  <a:lnTo>
                    <a:pt x="100" y="1882"/>
                  </a:lnTo>
                  <a:lnTo>
                    <a:pt x="139" y="1878"/>
                  </a:lnTo>
                  <a:lnTo>
                    <a:pt x="147" y="1899"/>
                  </a:lnTo>
                  <a:lnTo>
                    <a:pt x="143" y="1929"/>
                  </a:lnTo>
                  <a:lnTo>
                    <a:pt x="124" y="1970"/>
                  </a:lnTo>
                  <a:lnTo>
                    <a:pt x="151" y="1988"/>
                  </a:lnTo>
                  <a:lnTo>
                    <a:pt x="165" y="1958"/>
                  </a:lnTo>
                  <a:lnTo>
                    <a:pt x="185" y="1949"/>
                  </a:lnTo>
                  <a:lnTo>
                    <a:pt x="181" y="1982"/>
                  </a:lnTo>
                  <a:lnTo>
                    <a:pt x="210" y="1992"/>
                  </a:lnTo>
                  <a:lnTo>
                    <a:pt x="240" y="1996"/>
                  </a:lnTo>
                  <a:lnTo>
                    <a:pt x="277" y="2015"/>
                  </a:lnTo>
                  <a:lnTo>
                    <a:pt x="307" y="2025"/>
                  </a:lnTo>
                  <a:lnTo>
                    <a:pt x="348" y="2025"/>
                  </a:lnTo>
                  <a:lnTo>
                    <a:pt x="370" y="2029"/>
                  </a:lnTo>
                  <a:lnTo>
                    <a:pt x="374" y="2063"/>
                  </a:lnTo>
                  <a:lnTo>
                    <a:pt x="399" y="2073"/>
                  </a:lnTo>
                  <a:lnTo>
                    <a:pt x="435" y="2106"/>
                  </a:lnTo>
                  <a:lnTo>
                    <a:pt x="453" y="2082"/>
                  </a:lnTo>
                  <a:lnTo>
                    <a:pt x="482" y="2104"/>
                  </a:lnTo>
                  <a:lnTo>
                    <a:pt x="504" y="2079"/>
                  </a:lnTo>
                  <a:lnTo>
                    <a:pt x="510" y="2079"/>
                  </a:lnTo>
                  <a:lnTo>
                    <a:pt x="508" y="2065"/>
                  </a:lnTo>
                  <a:lnTo>
                    <a:pt x="520" y="2043"/>
                  </a:lnTo>
                  <a:lnTo>
                    <a:pt x="525" y="2023"/>
                  </a:lnTo>
                  <a:lnTo>
                    <a:pt x="522" y="2008"/>
                  </a:lnTo>
                  <a:lnTo>
                    <a:pt x="543" y="1986"/>
                  </a:lnTo>
                  <a:lnTo>
                    <a:pt x="547" y="1968"/>
                  </a:lnTo>
                  <a:lnTo>
                    <a:pt x="563" y="1960"/>
                  </a:lnTo>
                  <a:lnTo>
                    <a:pt x="573" y="1935"/>
                  </a:lnTo>
                  <a:lnTo>
                    <a:pt x="588" y="1933"/>
                  </a:lnTo>
                  <a:lnTo>
                    <a:pt x="590" y="1921"/>
                  </a:lnTo>
                  <a:lnTo>
                    <a:pt x="600" y="1909"/>
                  </a:lnTo>
                  <a:lnTo>
                    <a:pt x="604" y="1893"/>
                  </a:lnTo>
                  <a:lnTo>
                    <a:pt x="590" y="1889"/>
                  </a:lnTo>
                  <a:lnTo>
                    <a:pt x="579" y="1866"/>
                  </a:lnTo>
                  <a:lnTo>
                    <a:pt x="579" y="1866"/>
                  </a:lnTo>
                  <a:lnTo>
                    <a:pt x="579" y="1866"/>
                  </a:lnTo>
                  <a:lnTo>
                    <a:pt x="585" y="1862"/>
                  </a:lnTo>
                  <a:lnTo>
                    <a:pt x="592" y="1860"/>
                  </a:lnTo>
                  <a:lnTo>
                    <a:pt x="598" y="1858"/>
                  </a:lnTo>
                  <a:lnTo>
                    <a:pt x="598" y="1858"/>
                  </a:lnTo>
                  <a:lnTo>
                    <a:pt x="602" y="1862"/>
                  </a:lnTo>
                  <a:lnTo>
                    <a:pt x="606" y="1866"/>
                  </a:lnTo>
                  <a:lnTo>
                    <a:pt x="610" y="1874"/>
                  </a:lnTo>
                  <a:lnTo>
                    <a:pt x="636" y="1874"/>
                  </a:lnTo>
                  <a:lnTo>
                    <a:pt x="634" y="1864"/>
                  </a:lnTo>
                  <a:lnTo>
                    <a:pt x="636" y="1840"/>
                  </a:lnTo>
                  <a:lnTo>
                    <a:pt x="622" y="1832"/>
                  </a:lnTo>
                  <a:lnTo>
                    <a:pt x="622" y="1817"/>
                  </a:lnTo>
                  <a:lnTo>
                    <a:pt x="616" y="1803"/>
                  </a:lnTo>
                  <a:lnTo>
                    <a:pt x="608" y="1817"/>
                  </a:lnTo>
                  <a:lnTo>
                    <a:pt x="600" y="1805"/>
                  </a:lnTo>
                  <a:lnTo>
                    <a:pt x="594" y="1791"/>
                  </a:lnTo>
                  <a:lnTo>
                    <a:pt x="616" y="1785"/>
                  </a:lnTo>
                  <a:lnTo>
                    <a:pt x="606" y="1773"/>
                  </a:lnTo>
                  <a:lnTo>
                    <a:pt x="592" y="1771"/>
                  </a:lnTo>
                  <a:lnTo>
                    <a:pt x="600" y="1761"/>
                  </a:lnTo>
                  <a:lnTo>
                    <a:pt x="592" y="1755"/>
                  </a:lnTo>
                  <a:lnTo>
                    <a:pt x="581" y="1740"/>
                  </a:lnTo>
                  <a:lnTo>
                    <a:pt x="581" y="1740"/>
                  </a:lnTo>
                  <a:lnTo>
                    <a:pt x="557" y="1724"/>
                  </a:lnTo>
                  <a:lnTo>
                    <a:pt x="553" y="1724"/>
                  </a:lnTo>
                  <a:lnTo>
                    <a:pt x="553" y="1724"/>
                  </a:lnTo>
                  <a:lnTo>
                    <a:pt x="553" y="1724"/>
                  </a:lnTo>
                  <a:lnTo>
                    <a:pt x="553" y="1722"/>
                  </a:lnTo>
                  <a:lnTo>
                    <a:pt x="553" y="1722"/>
                  </a:lnTo>
                  <a:lnTo>
                    <a:pt x="553" y="1722"/>
                  </a:lnTo>
                  <a:lnTo>
                    <a:pt x="553" y="1722"/>
                  </a:lnTo>
                  <a:lnTo>
                    <a:pt x="549" y="1724"/>
                  </a:lnTo>
                  <a:lnTo>
                    <a:pt x="549" y="1724"/>
                  </a:lnTo>
                  <a:lnTo>
                    <a:pt x="543" y="1724"/>
                  </a:lnTo>
                  <a:lnTo>
                    <a:pt x="543" y="1724"/>
                  </a:lnTo>
                  <a:lnTo>
                    <a:pt x="535" y="1722"/>
                  </a:lnTo>
                  <a:lnTo>
                    <a:pt x="535" y="1722"/>
                  </a:lnTo>
                  <a:lnTo>
                    <a:pt x="529" y="1720"/>
                  </a:lnTo>
                  <a:lnTo>
                    <a:pt x="529" y="1720"/>
                  </a:lnTo>
                  <a:lnTo>
                    <a:pt x="527" y="1720"/>
                  </a:lnTo>
                  <a:lnTo>
                    <a:pt x="527" y="1720"/>
                  </a:lnTo>
                  <a:lnTo>
                    <a:pt x="520" y="1718"/>
                  </a:lnTo>
                  <a:lnTo>
                    <a:pt x="514" y="1706"/>
                  </a:lnTo>
                  <a:lnTo>
                    <a:pt x="514" y="1706"/>
                  </a:lnTo>
                  <a:lnTo>
                    <a:pt x="514" y="1706"/>
                  </a:lnTo>
                  <a:lnTo>
                    <a:pt x="539" y="1696"/>
                  </a:lnTo>
                  <a:lnTo>
                    <a:pt x="539" y="1696"/>
                  </a:lnTo>
                  <a:lnTo>
                    <a:pt x="541" y="1696"/>
                  </a:lnTo>
                  <a:lnTo>
                    <a:pt x="541" y="1694"/>
                  </a:lnTo>
                  <a:lnTo>
                    <a:pt x="541" y="1694"/>
                  </a:lnTo>
                  <a:lnTo>
                    <a:pt x="541" y="1692"/>
                  </a:lnTo>
                  <a:lnTo>
                    <a:pt x="539" y="1690"/>
                  </a:lnTo>
                  <a:lnTo>
                    <a:pt x="535" y="1683"/>
                  </a:lnTo>
                  <a:lnTo>
                    <a:pt x="547" y="1673"/>
                  </a:lnTo>
                  <a:lnTo>
                    <a:pt x="555" y="1667"/>
                  </a:lnTo>
                  <a:lnTo>
                    <a:pt x="541" y="1645"/>
                  </a:lnTo>
                  <a:lnTo>
                    <a:pt x="545" y="1635"/>
                  </a:lnTo>
                  <a:lnTo>
                    <a:pt x="555" y="1622"/>
                  </a:lnTo>
                  <a:lnTo>
                    <a:pt x="547" y="1614"/>
                  </a:lnTo>
                  <a:lnTo>
                    <a:pt x="547" y="1600"/>
                  </a:lnTo>
                  <a:lnTo>
                    <a:pt x="541" y="1590"/>
                  </a:lnTo>
                  <a:lnTo>
                    <a:pt x="541" y="1590"/>
                  </a:lnTo>
                  <a:lnTo>
                    <a:pt x="541" y="1590"/>
                  </a:lnTo>
                  <a:lnTo>
                    <a:pt x="545" y="1580"/>
                  </a:lnTo>
                  <a:lnTo>
                    <a:pt x="545" y="1580"/>
                  </a:lnTo>
                  <a:lnTo>
                    <a:pt x="547" y="1576"/>
                  </a:lnTo>
                  <a:lnTo>
                    <a:pt x="551" y="1572"/>
                  </a:lnTo>
                  <a:lnTo>
                    <a:pt x="557" y="1566"/>
                  </a:lnTo>
                  <a:lnTo>
                    <a:pt x="557" y="1566"/>
                  </a:lnTo>
                  <a:lnTo>
                    <a:pt x="559" y="1566"/>
                  </a:lnTo>
                  <a:lnTo>
                    <a:pt x="559" y="1566"/>
                  </a:lnTo>
                  <a:lnTo>
                    <a:pt x="561" y="1564"/>
                  </a:lnTo>
                  <a:lnTo>
                    <a:pt x="563" y="1562"/>
                  </a:lnTo>
                  <a:lnTo>
                    <a:pt x="563" y="1562"/>
                  </a:lnTo>
                  <a:lnTo>
                    <a:pt x="563" y="1562"/>
                  </a:lnTo>
                  <a:lnTo>
                    <a:pt x="563" y="1562"/>
                  </a:lnTo>
                  <a:lnTo>
                    <a:pt x="563" y="1562"/>
                  </a:lnTo>
                  <a:lnTo>
                    <a:pt x="563" y="1562"/>
                  </a:lnTo>
                  <a:lnTo>
                    <a:pt x="563" y="1562"/>
                  </a:lnTo>
                  <a:lnTo>
                    <a:pt x="563" y="1562"/>
                  </a:lnTo>
                  <a:lnTo>
                    <a:pt x="569" y="1564"/>
                  </a:lnTo>
                  <a:lnTo>
                    <a:pt x="569" y="1564"/>
                  </a:lnTo>
                  <a:lnTo>
                    <a:pt x="583" y="1572"/>
                  </a:lnTo>
                  <a:lnTo>
                    <a:pt x="583" y="1572"/>
                  </a:lnTo>
                  <a:lnTo>
                    <a:pt x="583" y="1572"/>
                  </a:lnTo>
                  <a:lnTo>
                    <a:pt x="583" y="1572"/>
                  </a:lnTo>
                  <a:lnTo>
                    <a:pt x="583" y="1572"/>
                  </a:lnTo>
                  <a:lnTo>
                    <a:pt x="585" y="1572"/>
                  </a:lnTo>
                  <a:lnTo>
                    <a:pt x="585" y="1572"/>
                  </a:lnTo>
                  <a:lnTo>
                    <a:pt x="585" y="1572"/>
                  </a:lnTo>
                  <a:lnTo>
                    <a:pt x="585" y="1572"/>
                  </a:lnTo>
                  <a:lnTo>
                    <a:pt x="585" y="1572"/>
                  </a:lnTo>
                  <a:lnTo>
                    <a:pt x="585" y="1572"/>
                  </a:lnTo>
                  <a:lnTo>
                    <a:pt x="588" y="1572"/>
                  </a:lnTo>
                  <a:lnTo>
                    <a:pt x="590" y="1570"/>
                  </a:lnTo>
                  <a:lnTo>
                    <a:pt x="594" y="1566"/>
                  </a:lnTo>
                  <a:lnTo>
                    <a:pt x="594" y="1566"/>
                  </a:lnTo>
                  <a:lnTo>
                    <a:pt x="594" y="1566"/>
                  </a:lnTo>
                  <a:lnTo>
                    <a:pt x="612" y="1547"/>
                  </a:lnTo>
                  <a:lnTo>
                    <a:pt x="618" y="1564"/>
                  </a:lnTo>
                  <a:lnTo>
                    <a:pt x="612" y="1578"/>
                  </a:lnTo>
                  <a:lnTo>
                    <a:pt x="632" y="1590"/>
                  </a:lnTo>
                  <a:lnTo>
                    <a:pt x="632" y="1590"/>
                  </a:lnTo>
                  <a:lnTo>
                    <a:pt x="642" y="1590"/>
                  </a:lnTo>
                  <a:lnTo>
                    <a:pt x="642" y="1590"/>
                  </a:lnTo>
                  <a:lnTo>
                    <a:pt x="646" y="1588"/>
                  </a:lnTo>
                  <a:lnTo>
                    <a:pt x="650" y="1584"/>
                  </a:lnTo>
                  <a:lnTo>
                    <a:pt x="653" y="1580"/>
                  </a:lnTo>
                  <a:lnTo>
                    <a:pt x="653" y="1580"/>
                  </a:lnTo>
                  <a:lnTo>
                    <a:pt x="650" y="1572"/>
                  </a:lnTo>
                  <a:lnTo>
                    <a:pt x="648" y="1558"/>
                  </a:lnTo>
                  <a:lnTo>
                    <a:pt x="648" y="1558"/>
                  </a:lnTo>
                  <a:lnTo>
                    <a:pt x="648" y="1556"/>
                  </a:lnTo>
                  <a:lnTo>
                    <a:pt x="648" y="1556"/>
                  </a:lnTo>
                  <a:lnTo>
                    <a:pt x="648" y="1553"/>
                  </a:lnTo>
                  <a:lnTo>
                    <a:pt x="646" y="1549"/>
                  </a:lnTo>
                  <a:lnTo>
                    <a:pt x="646" y="1549"/>
                  </a:lnTo>
                  <a:lnTo>
                    <a:pt x="661" y="1551"/>
                  </a:lnTo>
                  <a:lnTo>
                    <a:pt x="661" y="1551"/>
                  </a:lnTo>
                  <a:lnTo>
                    <a:pt x="683" y="1541"/>
                  </a:lnTo>
                  <a:lnTo>
                    <a:pt x="683" y="1541"/>
                  </a:lnTo>
                  <a:lnTo>
                    <a:pt x="691" y="1537"/>
                  </a:lnTo>
                  <a:lnTo>
                    <a:pt x="693" y="1533"/>
                  </a:lnTo>
                  <a:lnTo>
                    <a:pt x="707" y="1531"/>
                  </a:lnTo>
                  <a:lnTo>
                    <a:pt x="720" y="1537"/>
                  </a:lnTo>
                  <a:lnTo>
                    <a:pt x="732" y="1535"/>
                  </a:lnTo>
                  <a:lnTo>
                    <a:pt x="758" y="1527"/>
                  </a:lnTo>
                  <a:lnTo>
                    <a:pt x="772" y="1513"/>
                  </a:lnTo>
                  <a:lnTo>
                    <a:pt x="780" y="1511"/>
                  </a:lnTo>
                  <a:lnTo>
                    <a:pt x="789" y="1525"/>
                  </a:lnTo>
                  <a:lnTo>
                    <a:pt x="821" y="1507"/>
                  </a:lnTo>
                  <a:lnTo>
                    <a:pt x="841" y="1519"/>
                  </a:lnTo>
                  <a:lnTo>
                    <a:pt x="854" y="1513"/>
                  </a:lnTo>
                  <a:lnTo>
                    <a:pt x="870" y="1513"/>
                  </a:lnTo>
                  <a:lnTo>
                    <a:pt x="872" y="1525"/>
                  </a:lnTo>
                  <a:lnTo>
                    <a:pt x="888" y="1517"/>
                  </a:lnTo>
                  <a:lnTo>
                    <a:pt x="872" y="1503"/>
                  </a:lnTo>
                  <a:lnTo>
                    <a:pt x="880" y="1493"/>
                  </a:lnTo>
                  <a:lnTo>
                    <a:pt x="888" y="1484"/>
                  </a:lnTo>
                  <a:lnTo>
                    <a:pt x="890" y="1470"/>
                  </a:lnTo>
                  <a:lnTo>
                    <a:pt x="923" y="1470"/>
                  </a:lnTo>
                  <a:lnTo>
                    <a:pt x="923" y="1458"/>
                  </a:lnTo>
                  <a:lnTo>
                    <a:pt x="931" y="1432"/>
                  </a:lnTo>
                  <a:lnTo>
                    <a:pt x="941" y="1413"/>
                  </a:lnTo>
                  <a:lnTo>
                    <a:pt x="953" y="1403"/>
                  </a:lnTo>
                  <a:lnTo>
                    <a:pt x="953" y="1403"/>
                  </a:lnTo>
                  <a:lnTo>
                    <a:pt x="961" y="1403"/>
                  </a:lnTo>
                  <a:lnTo>
                    <a:pt x="965" y="1399"/>
                  </a:lnTo>
                  <a:lnTo>
                    <a:pt x="971" y="1397"/>
                  </a:lnTo>
                  <a:lnTo>
                    <a:pt x="971" y="1397"/>
                  </a:lnTo>
                  <a:lnTo>
                    <a:pt x="976" y="1393"/>
                  </a:lnTo>
                  <a:lnTo>
                    <a:pt x="982" y="1389"/>
                  </a:lnTo>
                  <a:lnTo>
                    <a:pt x="986" y="1387"/>
                  </a:lnTo>
                  <a:lnTo>
                    <a:pt x="988" y="1383"/>
                  </a:lnTo>
                  <a:lnTo>
                    <a:pt x="988" y="1383"/>
                  </a:lnTo>
                  <a:lnTo>
                    <a:pt x="990" y="1369"/>
                  </a:lnTo>
                  <a:lnTo>
                    <a:pt x="984" y="1358"/>
                  </a:lnTo>
                  <a:lnTo>
                    <a:pt x="978" y="1350"/>
                  </a:lnTo>
                  <a:lnTo>
                    <a:pt x="978" y="1350"/>
                  </a:lnTo>
                  <a:lnTo>
                    <a:pt x="978" y="1350"/>
                  </a:lnTo>
                  <a:lnTo>
                    <a:pt x="978" y="1348"/>
                  </a:lnTo>
                  <a:lnTo>
                    <a:pt x="980" y="1340"/>
                  </a:lnTo>
                  <a:lnTo>
                    <a:pt x="980" y="1340"/>
                  </a:lnTo>
                  <a:lnTo>
                    <a:pt x="980" y="1336"/>
                  </a:lnTo>
                  <a:lnTo>
                    <a:pt x="978" y="1332"/>
                  </a:lnTo>
                  <a:lnTo>
                    <a:pt x="978" y="1332"/>
                  </a:lnTo>
                  <a:lnTo>
                    <a:pt x="963" y="1312"/>
                  </a:lnTo>
                  <a:lnTo>
                    <a:pt x="955" y="1289"/>
                  </a:lnTo>
                  <a:lnTo>
                    <a:pt x="963" y="1283"/>
                  </a:lnTo>
                  <a:lnTo>
                    <a:pt x="986" y="1265"/>
                  </a:lnTo>
                  <a:lnTo>
                    <a:pt x="969" y="1255"/>
                  </a:lnTo>
                  <a:lnTo>
                    <a:pt x="1010" y="1239"/>
                  </a:lnTo>
                  <a:lnTo>
                    <a:pt x="1014" y="1218"/>
                  </a:lnTo>
                  <a:lnTo>
                    <a:pt x="1057" y="1214"/>
                  </a:lnTo>
                  <a:lnTo>
                    <a:pt x="1059" y="1194"/>
                  </a:lnTo>
                  <a:lnTo>
                    <a:pt x="1061" y="1164"/>
                  </a:lnTo>
                  <a:lnTo>
                    <a:pt x="1093" y="1143"/>
                  </a:lnTo>
                  <a:lnTo>
                    <a:pt x="1099" y="1113"/>
                  </a:lnTo>
                  <a:lnTo>
                    <a:pt x="1099" y="1080"/>
                  </a:lnTo>
                  <a:lnTo>
                    <a:pt x="1112" y="1060"/>
                  </a:lnTo>
                  <a:lnTo>
                    <a:pt x="1106" y="1048"/>
                  </a:lnTo>
                  <a:lnTo>
                    <a:pt x="1106" y="1048"/>
                  </a:lnTo>
                  <a:lnTo>
                    <a:pt x="1120" y="1046"/>
                  </a:lnTo>
                  <a:lnTo>
                    <a:pt x="1126" y="1044"/>
                  </a:lnTo>
                  <a:lnTo>
                    <a:pt x="1130" y="1040"/>
                  </a:lnTo>
                  <a:lnTo>
                    <a:pt x="1130" y="1040"/>
                  </a:lnTo>
                  <a:lnTo>
                    <a:pt x="1130" y="1040"/>
                  </a:lnTo>
                  <a:lnTo>
                    <a:pt x="1130" y="1040"/>
                  </a:lnTo>
                  <a:lnTo>
                    <a:pt x="1130" y="1040"/>
                  </a:lnTo>
                  <a:lnTo>
                    <a:pt x="1130" y="1040"/>
                  </a:lnTo>
                  <a:lnTo>
                    <a:pt x="1130" y="1040"/>
                  </a:lnTo>
                  <a:lnTo>
                    <a:pt x="1130" y="1040"/>
                  </a:lnTo>
                  <a:lnTo>
                    <a:pt x="1130" y="1040"/>
                  </a:lnTo>
                  <a:lnTo>
                    <a:pt x="1130" y="1040"/>
                  </a:lnTo>
                  <a:lnTo>
                    <a:pt x="1130" y="1040"/>
                  </a:lnTo>
                  <a:lnTo>
                    <a:pt x="1130" y="1040"/>
                  </a:lnTo>
                  <a:lnTo>
                    <a:pt x="1130" y="1040"/>
                  </a:lnTo>
                  <a:lnTo>
                    <a:pt x="1130" y="1040"/>
                  </a:lnTo>
                  <a:lnTo>
                    <a:pt x="1134" y="1038"/>
                  </a:lnTo>
                  <a:lnTo>
                    <a:pt x="1140" y="1036"/>
                  </a:lnTo>
                  <a:lnTo>
                    <a:pt x="1154" y="1036"/>
                  </a:lnTo>
                  <a:lnTo>
                    <a:pt x="1154" y="1036"/>
                  </a:lnTo>
                  <a:lnTo>
                    <a:pt x="1154" y="1036"/>
                  </a:lnTo>
                  <a:lnTo>
                    <a:pt x="1154" y="1036"/>
                  </a:lnTo>
                  <a:lnTo>
                    <a:pt x="1154" y="1036"/>
                  </a:lnTo>
                  <a:lnTo>
                    <a:pt x="1154" y="1036"/>
                  </a:lnTo>
                  <a:lnTo>
                    <a:pt x="1154" y="1036"/>
                  </a:lnTo>
                  <a:lnTo>
                    <a:pt x="1154" y="1036"/>
                  </a:lnTo>
                  <a:lnTo>
                    <a:pt x="1166" y="1036"/>
                  </a:lnTo>
                  <a:lnTo>
                    <a:pt x="1175" y="1054"/>
                  </a:lnTo>
                  <a:lnTo>
                    <a:pt x="1193" y="1094"/>
                  </a:lnTo>
                  <a:lnTo>
                    <a:pt x="1203" y="1070"/>
                  </a:lnTo>
                  <a:lnTo>
                    <a:pt x="1225" y="1076"/>
                  </a:lnTo>
                  <a:lnTo>
                    <a:pt x="1256" y="1076"/>
                  </a:lnTo>
                  <a:lnTo>
                    <a:pt x="1280" y="1070"/>
                  </a:lnTo>
                  <a:lnTo>
                    <a:pt x="1311" y="1074"/>
                  </a:lnTo>
                  <a:lnTo>
                    <a:pt x="1327" y="1068"/>
                  </a:lnTo>
                  <a:lnTo>
                    <a:pt x="1339" y="1048"/>
                  </a:lnTo>
                  <a:lnTo>
                    <a:pt x="1339" y="1029"/>
                  </a:lnTo>
                  <a:lnTo>
                    <a:pt x="1361" y="1017"/>
                  </a:lnTo>
                  <a:lnTo>
                    <a:pt x="1349" y="999"/>
                  </a:lnTo>
                  <a:lnTo>
                    <a:pt x="1366" y="993"/>
                  </a:lnTo>
                  <a:lnTo>
                    <a:pt x="1366" y="993"/>
                  </a:lnTo>
                  <a:lnTo>
                    <a:pt x="1368" y="989"/>
                  </a:lnTo>
                  <a:lnTo>
                    <a:pt x="1372" y="983"/>
                  </a:lnTo>
                  <a:lnTo>
                    <a:pt x="1372" y="977"/>
                  </a:lnTo>
                  <a:lnTo>
                    <a:pt x="1372" y="977"/>
                  </a:lnTo>
                  <a:lnTo>
                    <a:pt x="1372" y="971"/>
                  </a:lnTo>
                  <a:lnTo>
                    <a:pt x="1370" y="967"/>
                  </a:lnTo>
                  <a:lnTo>
                    <a:pt x="1359" y="944"/>
                  </a:lnTo>
                  <a:lnTo>
                    <a:pt x="1372" y="932"/>
                  </a:lnTo>
                  <a:lnTo>
                    <a:pt x="1388" y="920"/>
                  </a:lnTo>
                  <a:lnTo>
                    <a:pt x="1416" y="906"/>
                  </a:lnTo>
                  <a:lnTo>
                    <a:pt x="1424" y="893"/>
                  </a:lnTo>
                  <a:lnTo>
                    <a:pt x="1418" y="871"/>
                  </a:lnTo>
                  <a:lnTo>
                    <a:pt x="1428" y="865"/>
                  </a:lnTo>
                  <a:lnTo>
                    <a:pt x="1443" y="881"/>
                  </a:lnTo>
                  <a:lnTo>
                    <a:pt x="1467" y="875"/>
                  </a:lnTo>
                  <a:lnTo>
                    <a:pt x="1463" y="851"/>
                  </a:lnTo>
                  <a:lnTo>
                    <a:pt x="1463" y="851"/>
                  </a:lnTo>
                  <a:lnTo>
                    <a:pt x="1463" y="851"/>
                  </a:lnTo>
                  <a:lnTo>
                    <a:pt x="1475" y="841"/>
                  </a:lnTo>
                  <a:lnTo>
                    <a:pt x="1459" y="816"/>
                  </a:lnTo>
                  <a:lnTo>
                    <a:pt x="1445" y="780"/>
                  </a:lnTo>
                  <a:lnTo>
                    <a:pt x="1475" y="771"/>
                  </a:lnTo>
                  <a:lnTo>
                    <a:pt x="1477" y="735"/>
                  </a:lnTo>
                  <a:lnTo>
                    <a:pt x="1469" y="713"/>
                  </a:lnTo>
                  <a:lnTo>
                    <a:pt x="1426" y="719"/>
                  </a:lnTo>
                  <a:lnTo>
                    <a:pt x="1414" y="735"/>
                  </a:lnTo>
                  <a:lnTo>
                    <a:pt x="1408" y="735"/>
                  </a:lnTo>
                  <a:lnTo>
                    <a:pt x="1408" y="735"/>
                  </a:lnTo>
                  <a:lnTo>
                    <a:pt x="1408" y="735"/>
                  </a:lnTo>
                  <a:lnTo>
                    <a:pt x="1412" y="707"/>
                  </a:lnTo>
                  <a:lnTo>
                    <a:pt x="1416" y="694"/>
                  </a:lnTo>
                  <a:lnTo>
                    <a:pt x="1416" y="694"/>
                  </a:lnTo>
                  <a:lnTo>
                    <a:pt x="1418" y="686"/>
                  </a:lnTo>
                  <a:lnTo>
                    <a:pt x="1420" y="676"/>
                  </a:lnTo>
                  <a:lnTo>
                    <a:pt x="1424" y="670"/>
                  </a:lnTo>
                  <a:lnTo>
                    <a:pt x="1424" y="670"/>
                  </a:lnTo>
                  <a:lnTo>
                    <a:pt x="1428" y="664"/>
                  </a:lnTo>
                  <a:lnTo>
                    <a:pt x="1437" y="656"/>
                  </a:lnTo>
                  <a:lnTo>
                    <a:pt x="1445" y="650"/>
                  </a:lnTo>
                  <a:lnTo>
                    <a:pt x="1453" y="648"/>
                  </a:lnTo>
                  <a:lnTo>
                    <a:pt x="1453" y="648"/>
                  </a:lnTo>
                  <a:lnTo>
                    <a:pt x="1457" y="644"/>
                  </a:lnTo>
                  <a:lnTo>
                    <a:pt x="1461" y="639"/>
                  </a:lnTo>
                  <a:lnTo>
                    <a:pt x="1465" y="631"/>
                  </a:lnTo>
                  <a:lnTo>
                    <a:pt x="1504" y="591"/>
                  </a:lnTo>
                  <a:lnTo>
                    <a:pt x="1493" y="558"/>
                  </a:lnTo>
                  <a:lnTo>
                    <a:pt x="1489" y="528"/>
                  </a:lnTo>
                  <a:lnTo>
                    <a:pt x="1489" y="528"/>
                  </a:lnTo>
                  <a:lnTo>
                    <a:pt x="1491" y="526"/>
                  </a:lnTo>
                  <a:lnTo>
                    <a:pt x="1491" y="522"/>
                  </a:lnTo>
                  <a:lnTo>
                    <a:pt x="1479" y="509"/>
                  </a:lnTo>
                  <a:lnTo>
                    <a:pt x="1473" y="467"/>
                  </a:lnTo>
                  <a:lnTo>
                    <a:pt x="1453" y="440"/>
                  </a:lnTo>
                  <a:lnTo>
                    <a:pt x="1428" y="428"/>
                  </a:lnTo>
                  <a:lnTo>
                    <a:pt x="1400" y="404"/>
                  </a:lnTo>
                  <a:lnTo>
                    <a:pt x="1390" y="375"/>
                  </a:lnTo>
                  <a:lnTo>
                    <a:pt x="1351" y="365"/>
                  </a:lnTo>
                  <a:lnTo>
                    <a:pt x="1329" y="359"/>
                  </a:lnTo>
                  <a:lnTo>
                    <a:pt x="1296" y="355"/>
                  </a:lnTo>
                  <a:lnTo>
                    <a:pt x="1272" y="359"/>
                  </a:lnTo>
                  <a:lnTo>
                    <a:pt x="1246" y="355"/>
                  </a:lnTo>
                  <a:lnTo>
                    <a:pt x="1213" y="373"/>
                  </a:lnTo>
                  <a:lnTo>
                    <a:pt x="1193" y="382"/>
                  </a:lnTo>
                  <a:lnTo>
                    <a:pt x="1168" y="384"/>
                  </a:lnTo>
                  <a:lnTo>
                    <a:pt x="1144" y="375"/>
                  </a:lnTo>
                  <a:lnTo>
                    <a:pt x="1112" y="382"/>
                  </a:lnTo>
                  <a:lnTo>
                    <a:pt x="1097" y="410"/>
                  </a:lnTo>
                  <a:lnTo>
                    <a:pt x="1081" y="384"/>
                  </a:lnTo>
                  <a:lnTo>
                    <a:pt x="1057" y="398"/>
                  </a:lnTo>
                  <a:lnTo>
                    <a:pt x="1030" y="398"/>
                  </a:lnTo>
                  <a:lnTo>
                    <a:pt x="1030" y="398"/>
                  </a:lnTo>
                  <a:lnTo>
                    <a:pt x="1030" y="398"/>
                  </a:lnTo>
                  <a:lnTo>
                    <a:pt x="1016" y="398"/>
                  </a:lnTo>
                  <a:lnTo>
                    <a:pt x="1016" y="365"/>
                  </a:lnTo>
                  <a:lnTo>
                    <a:pt x="1002" y="351"/>
                  </a:lnTo>
                  <a:lnTo>
                    <a:pt x="1002" y="351"/>
                  </a:lnTo>
                  <a:lnTo>
                    <a:pt x="1002" y="351"/>
                  </a:lnTo>
                  <a:lnTo>
                    <a:pt x="1006" y="347"/>
                  </a:lnTo>
                  <a:lnTo>
                    <a:pt x="1008" y="341"/>
                  </a:lnTo>
                  <a:lnTo>
                    <a:pt x="1010" y="337"/>
                  </a:lnTo>
                  <a:lnTo>
                    <a:pt x="1010" y="337"/>
                  </a:lnTo>
                  <a:lnTo>
                    <a:pt x="1010" y="335"/>
                  </a:lnTo>
                  <a:lnTo>
                    <a:pt x="1008" y="333"/>
                  </a:lnTo>
                  <a:lnTo>
                    <a:pt x="1000" y="331"/>
                  </a:lnTo>
                  <a:lnTo>
                    <a:pt x="1000" y="331"/>
                  </a:lnTo>
                  <a:lnTo>
                    <a:pt x="955" y="325"/>
                  </a:lnTo>
                  <a:lnTo>
                    <a:pt x="939" y="302"/>
                  </a:lnTo>
                  <a:lnTo>
                    <a:pt x="917" y="282"/>
                  </a:lnTo>
                  <a:lnTo>
                    <a:pt x="925" y="247"/>
                  </a:lnTo>
                  <a:lnTo>
                    <a:pt x="915" y="215"/>
                  </a:lnTo>
                  <a:lnTo>
                    <a:pt x="890" y="180"/>
                  </a:lnTo>
                  <a:lnTo>
                    <a:pt x="856" y="142"/>
                  </a:lnTo>
                  <a:lnTo>
                    <a:pt x="854" y="109"/>
                  </a:lnTo>
                  <a:lnTo>
                    <a:pt x="823" y="95"/>
                  </a:lnTo>
                  <a:lnTo>
                    <a:pt x="823" y="95"/>
                  </a:lnTo>
                  <a:lnTo>
                    <a:pt x="825" y="105"/>
                  </a:lnTo>
                  <a:lnTo>
                    <a:pt x="825" y="105"/>
                  </a:lnTo>
                  <a:lnTo>
                    <a:pt x="823" y="113"/>
                  </a:lnTo>
                  <a:lnTo>
                    <a:pt x="823" y="113"/>
                  </a:lnTo>
                  <a:lnTo>
                    <a:pt x="823" y="113"/>
                  </a:lnTo>
                  <a:lnTo>
                    <a:pt x="823" y="113"/>
                  </a:lnTo>
                  <a:lnTo>
                    <a:pt x="823" y="113"/>
                  </a:lnTo>
                  <a:lnTo>
                    <a:pt x="823" y="113"/>
                  </a:lnTo>
                  <a:lnTo>
                    <a:pt x="823" y="113"/>
                  </a:lnTo>
                  <a:lnTo>
                    <a:pt x="821" y="115"/>
                  </a:lnTo>
                  <a:lnTo>
                    <a:pt x="819" y="116"/>
                  </a:lnTo>
                  <a:lnTo>
                    <a:pt x="807" y="116"/>
                  </a:lnTo>
                  <a:lnTo>
                    <a:pt x="807" y="116"/>
                  </a:lnTo>
                  <a:lnTo>
                    <a:pt x="807" y="116"/>
                  </a:lnTo>
                  <a:lnTo>
                    <a:pt x="807" y="116"/>
                  </a:lnTo>
                  <a:lnTo>
                    <a:pt x="807" y="116"/>
                  </a:lnTo>
                  <a:lnTo>
                    <a:pt x="807" y="116"/>
                  </a:lnTo>
                  <a:lnTo>
                    <a:pt x="807" y="116"/>
                  </a:lnTo>
                  <a:lnTo>
                    <a:pt x="807" y="116"/>
                  </a:lnTo>
                  <a:lnTo>
                    <a:pt x="787" y="115"/>
                  </a:lnTo>
                  <a:lnTo>
                    <a:pt x="762" y="118"/>
                  </a:lnTo>
                  <a:lnTo>
                    <a:pt x="732" y="118"/>
                  </a:lnTo>
                  <a:lnTo>
                    <a:pt x="720" y="93"/>
                  </a:lnTo>
                  <a:lnTo>
                    <a:pt x="715" y="65"/>
                  </a:lnTo>
                  <a:lnTo>
                    <a:pt x="683" y="51"/>
                  </a:lnTo>
                  <a:lnTo>
                    <a:pt x="667" y="22"/>
                  </a:lnTo>
                  <a:lnTo>
                    <a:pt x="655" y="6"/>
                  </a:lnTo>
                  <a:lnTo>
                    <a:pt x="648" y="0"/>
                  </a:lnTo>
                </a:path>
              </a:pathLst>
            </a:custGeom>
            <a:grpFill/>
            <a:ln w="14564" cap="flat">
              <a:solidFill>
                <a:schemeClr val="accent1">
                  <a:alpha val="13000"/>
                </a:schemeClr>
              </a:solidFill>
              <a:prstDash val="solid"/>
              <a:bevel/>
            </a:ln>
          </p:spPr>
          <p:txBody>
            <a:bodyPr rtlCol="0" anchor="ctr"/>
            <a:lstStyle/>
            <a:p>
              <a:endParaRPr lang="en-US" sz="2000">
                <a:solidFill>
                  <a:schemeClr val="accent1"/>
                </a:solidFill>
              </a:endParaRPr>
            </a:p>
          </p:txBody>
        </p:sp>
        <p:sp>
          <p:nvSpPr>
            <p:cNvPr id="24" name="A4_Pays de la Loire">
              <a:extLst>
                <a:ext uri="{FF2B5EF4-FFF2-40B4-BE49-F238E27FC236}">
                  <a16:creationId xmlns:a16="http://schemas.microsoft.com/office/drawing/2014/main" id="{1C74B33C-67F8-F5D7-9BAB-270C40A1C685}"/>
                </a:ext>
              </a:extLst>
            </p:cNvPr>
            <p:cNvSpPr>
              <a:spLocks/>
            </p:cNvSpPr>
            <p:nvPr/>
          </p:nvSpPr>
          <p:spPr bwMode="auto">
            <a:xfrm>
              <a:off x="6636621" y="2736666"/>
              <a:ext cx="602510" cy="573291"/>
            </a:xfrm>
            <a:custGeom>
              <a:avLst/>
              <a:gdLst/>
              <a:ahLst/>
              <a:cxnLst>
                <a:cxn ang="0">
                  <a:pos x="650" y="57"/>
                </a:cxn>
                <a:cxn ang="0">
                  <a:pos x="554" y="25"/>
                </a:cxn>
                <a:cxn ang="0">
                  <a:pos x="513" y="27"/>
                </a:cxn>
                <a:cxn ang="0">
                  <a:pos x="520" y="120"/>
                </a:cxn>
                <a:cxn ang="0">
                  <a:pos x="499" y="155"/>
                </a:cxn>
                <a:cxn ang="0">
                  <a:pos x="507" y="173"/>
                </a:cxn>
                <a:cxn ang="0">
                  <a:pos x="530" y="254"/>
                </a:cxn>
                <a:cxn ang="0">
                  <a:pos x="520" y="268"/>
                </a:cxn>
                <a:cxn ang="0">
                  <a:pos x="524" y="291"/>
                </a:cxn>
                <a:cxn ang="0">
                  <a:pos x="483" y="301"/>
                </a:cxn>
                <a:cxn ang="0">
                  <a:pos x="473" y="331"/>
                </a:cxn>
                <a:cxn ang="0">
                  <a:pos x="463" y="366"/>
                </a:cxn>
                <a:cxn ang="0">
                  <a:pos x="455" y="384"/>
                </a:cxn>
                <a:cxn ang="0">
                  <a:pos x="446" y="398"/>
                </a:cxn>
                <a:cxn ang="0">
                  <a:pos x="438" y="402"/>
                </a:cxn>
                <a:cxn ang="0">
                  <a:pos x="430" y="398"/>
                </a:cxn>
                <a:cxn ang="0">
                  <a:pos x="414" y="384"/>
                </a:cxn>
                <a:cxn ang="0">
                  <a:pos x="400" y="372"/>
                </a:cxn>
                <a:cxn ang="0">
                  <a:pos x="388" y="364"/>
                </a:cxn>
                <a:cxn ang="0">
                  <a:pos x="373" y="370"/>
                </a:cxn>
                <a:cxn ang="0">
                  <a:pos x="379" y="380"/>
                </a:cxn>
                <a:cxn ang="0">
                  <a:pos x="381" y="398"/>
                </a:cxn>
                <a:cxn ang="0">
                  <a:pos x="359" y="400"/>
                </a:cxn>
                <a:cxn ang="0">
                  <a:pos x="329" y="415"/>
                </a:cxn>
                <a:cxn ang="0">
                  <a:pos x="258" y="437"/>
                </a:cxn>
                <a:cxn ang="0">
                  <a:pos x="207" y="445"/>
                </a:cxn>
                <a:cxn ang="0">
                  <a:pos x="197" y="447"/>
                </a:cxn>
                <a:cxn ang="0">
                  <a:pos x="184" y="451"/>
                </a:cxn>
                <a:cxn ang="0">
                  <a:pos x="154" y="516"/>
                </a:cxn>
                <a:cxn ang="0">
                  <a:pos x="103" y="544"/>
                </a:cxn>
                <a:cxn ang="0">
                  <a:pos x="48" y="573"/>
                </a:cxn>
                <a:cxn ang="0">
                  <a:pos x="52" y="664"/>
                </a:cxn>
                <a:cxn ang="0">
                  <a:pos x="140" y="703"/>
                </a:cxn>
                <a:cxn ang="0">
                  <a:pos x="229" y="800"/>
                </a:cxn>
                <a:cxn ang="0">
                  <a:pos x="186" y="786"/>
                </a:cxn>
                <a:cxn ang="0">
                  <a:pos x="93" y="798"/>
                </a:cxn>
                <a:cxn ang="0">
                  <a:pos x="249" y="991"/>
                </a:cxn>
                <a:cxn ang="0">
                  <a:pos x="416" y="1113"/>
                </a:cxn>
                <a:cxn ang="0">
                  <a:pos x="511" y="1113"/>
                </a:cxn>
                <a:cxn ang="0">
                  <a:pos x="511" y="1113"/>
                </a:cxn>
                <a:cxn ang="0">
                  <a:pos x="511" y="1111"/>
                </a:cxn>
                <a:cxn ang="0">
                  <a:pos x="511" y="1111"/>
                </a:cxn>
                <a:cxn ang="0">
                  <a:pos x="513" y="1111"/>
                </a:cxn>
                <a:cxn ang="0">
                  <a:pos x="520" y="1103"/>
                </a:cxn>
                <a:cxn ang="0">
                  <a:pos x="538" y="1099"/>
                </a:cxn>
                <a:cxn ang="0">
                  <a:pos x="574" y="1111"/>
                </a:cxn>
                <a:cxn ang="0">
                  <a:pos x="609" y="1119"/>
                </a:cxn>
                <a:cxn ang="0">
                  <a:pos x="623" y="1123"/>
                </a:cxn>
                <a:cxn ang="0">
                  <a:pos x="646" y="1123"/>
                </a:cxn>
                <a:cxn ang="0">
                  <a:pos x="668" y="1034"/>
                </a:cxn>
                <a:cxn ang="0">
                  <a:pos x="652" y="955"/>
                </a:cxn>
                <a:cxn ang="0">
                  <a:pos x="635" y="880"/>
                </a:cxn>
                <a:cxn ang="0">
                  <a:pos x="589" y="825"/>
                </a:cxn>
                <a:cxn ang="0">
                  <a:pos x="680" y="774"/>
                </a:cxn>
                <a:cxn ang="0">
                  <a:pos x="853" y="703"/>
                </a:cxn>
                <a:cxn ang="0">
                  <a:pos x="936" y="526"/>
                </a:cxn>
                <a:cxn ang="0">
                  <a:pos x="1050" y="467"/>
                </a:cxn>
                <a:cxn ang="0">
                  <a:pos x="1143" y="333"/>
                </a:cxn>
                <a:cxn ang="0">
                  <a:pos x="1194" y="209"/>
                </a:cxn>
                <a:cxn ang="0">
                  <a:pos x="1084" y="157"/>
                </a:cxn>
                <a:cxn ang="0">
                  <a:pos x="962" y="35"/>
                </a:cxn>
                <a:cxn ang="0">
                  <a:pos x="814" y="16"/>
                </a:cxn>
              </a:cxnLst>
              <a:rect l="0" t="0" r="r" b="b"/>
              <a:pathLst>
                <a:path w="1196" h="1138">
                  <a:moveTo>
                    <a:pt x="794" y="0"/>
                  </a:moveTo>
                  <a:lnTo>
                    <a:pt x="782" y="10"/>
                  </a:lnTo>
                  <a:lnTo>
                    <a:pt x="749" y="27"/>
                  </a:lnTo>
                  <a:lnTo>
                    <a:pt x="717" y="39"/>
                  </a:lnTo>
                  <a:lnTo>
                    <a:pt x="650" y="47"/>
                  </a:lnTo>
                  <a:lnTo>
                    <a:pt x="650" y="57"/>
                  </a:lnTo>
                  <a:lnTo>
                    <a:pt x="613" y="61"/>
                  </a:lnTo>
                  <a:lnTo>
                    <a:pt x="591" y="43"/>
                  </a:lnTo>
                  <a:lnTo>
                    <a:pt x="581" y="29"/>
                  </a:lnTo>
                  <a:lnTo>
                    <a:pt x="574" y="29"/>
                  </a:lnTo>
                  <a:lnTo>
                    <a:pt x="568" y="27"/>
                  </a:lnTo>
                  <a:lnTo>
                    <a:pt x="554" y="25"/>
                  </a:lnTo>
                  <a:lnTo>
                    <a:pt x="548" y="27"/>
                  </a:lnTo>
                  <a:lnTo>
                    <a:pt x="542" y="33"/>
                  </a:lnTo>
                  <a:lnTo>
                    <a:pt x="532" y="35"/>
                  </a:lnTo>
                  <a:lnTo>
                    <a:pt x="526" y="33"/>
                  </a:lnTo>
                  <a:lnTo>
                    <a:pt x="511" y="23"/>
                  </a:lnTo>
                  <a:lnTo>
                    <a:pt x="513" y="27"/>
                  </a:lnTo>
                  <a:lnTo>
                    <a:pt x="513" y="45"/>
                  </a:lnTo>
                  <a:lnTo>
                    <a:pt x="515" y="59"/>
                  </a:lnTo>
                  <a:lnTo>
                    <a:pt x="509" y="69"/>
                  </a:lnTo>
                  <a:lnTo>
                    <a:pt x="513" y="79"/>
                  </a:lnTo>
                  <a:lnTo>
                    <a:pt x="511" y="98"/>
                  </a:lnTo>
                  <a:lnTo>
                    <a:pt x="520" y="120"/>
                  </a:lnTo>
                  <a:lnTo>
                    <a:pt x="518" y="128"/>
                  </a:lnTo>
                  <a:lnTo>
                    <a:pt x="509" y="138"/>
                  </a:lnTo>
                  <a:lnTo>
                    <a:pt x="509" y="138"/>
                  </a:lnTo>
                  <a:lnTo>
                    <a:pt x="505" y="146"/>
                  </a:lnTo>
                  <a:lnTo>
                    <a:pt x="499" y="155"/>
                  </a:lnTo>
                  <a:lnTo>
                    <a:pt x="499" y="155"/>
                  </a:lnTo>
                  <a:lnTo>
                    <a:pt x="499" y="157"/>
                  </a:lnTo>
                  <a:lnTo>
                    <a:pt x="499" y="157"/>
                  </a:lnTo>
                  <a:lnTo>
                    <a:pt x="501" y="159"/>
                  </a:lnTo>
                  <a:lnTo>
                    <a:pt x="503" y="161"/>
                  </a:lnTo>
                  <a:lnTo>
                    <a:pt x="507" y="163"/>
                  </a:lnTo>
                  <a:lnTo>
                    <a:pt x="507" y="173"/>
                  </a:lnTo>
                  <a:lnTo>
                    <a:pt x="501" y="187"/>
                  </a:lnTo>
                  <a:lnTo>
                    <a:pt x="511" y="195"/>
                  </a:lnTo>
                  <a:lnTo>
                    <a:pt x="511" y="209"/>
                  </a:lnTo>
                  <a:lnTo>
                    <a:pt x="515" y="224"/>
                  </a:lnTo>
                  <a:lnTo>
                    <a:pt x="522" y="246"/>
                  </a:lnTo>
                  <a:lnTo>
                    <a:pt x="530" y="254"/>
                  </a:lnTo>
                  <a:lnTo>
                    <a:pt x="530" y="254"/>
                  </a:lnTo>
                  <a:lnTo>
                    <a:pt x="530" y="254"/>
                  </a:lnTo>
                  <a:lnTo>
                    <a:pt x="524" y="260"/>
                  </a:lnTo>
                  <a:lnTo>
                    <a:pt x="520" y="268"/>
                  </a:lnTo>
                  <a:lnTo>
                    <a:pt x="520" y="268"/>
                  </a:lnTo>
                  <a:lnTo>
                    <a:pt x="520" y="268"/>
                  </a:lnTo>
                  <a:lnTo>
                    <a:pt x="520" y="268"/>
                  </a:lnTo>
                  <a:lnTo>
                    <a:pt x="522" y="276"/>
                  </a:lnTo>
                  <a:lnTo>
                    <a:pt x="526" y="280"/>
                  </a:lnTo>
                  <a:lnTo>
                    <a:pt x="526" y="280"/>
                  </a:lnTo>
                  <a:lnTo>
                    <a:pt x="526" y="280"/>
                  </a:lnTo>
                  <a:lnTo>
                    <a:pt x="524" y="291"/>
                  </a:lnTo>
                  <a:lnTo>
                    <a:pt x="505" y="291"/>
                  </a:lnTo>
                  <a:lnTo>
                    <a:pt x="499" y="299"/>
                  </a:lnTo>
                  <a:lnTo>
                    <a:pt x="499" y="299"/>
                  </a:lnTo>
                  <a:lnTo>
                    <a:pt x="485" y="301"/>
                  </a:lnTo>
                  <a:lnTo>
                    <a:pt x="485" y="301"/>
                  </a:lnTo>
                  <a:lnTo>
                    <a:pt x="483" y="301"/>
                  </a:lnTo>
                  <a:lnTo>
                    <a:pt x="481" y="305"/>
                  </a:lnTo>
                  <a:lnTo>
                    <a:pt x="479" y="309"/>
                  </a:lnTo>
                  <a:lnTo>
                    <a:pt x="479" y="317"/>
                  </a:lnTo>
                  <a:lnTo>
                    <a:pt x="477" y="327"/>
                  </a:lnTo>
                  <a:lnTo>
                    <a:pt x="477" y="327"/>
                  </a:lnTo>
                  <a:lnTo>
                    <a:pt x="473" y="331"/>
                  </a:lnTo>
                  <a:lnTo>
                    <a:pt x="471" y="341"/>
                  </a:lnTo>
                  <a:lnTo>
                    <a:pt x="471" y="341"/>
                  </a:lnTo>
                  <a:lnTo>
                    <a:pt x="471" y="350"/>
                  </a:lnTo>
                  <a:lnTo>
                    <a:pt x="463" y="356"/>
                  </a:lnTo>
                  <a:lnTo>
                    <a:pt x="463" y="356"/>
                  </a:lnTo>
                  <a:lnTo>
                    <a:pt x="463" y="366"/>
                  </a:lnTo>
                  <a:lnTo>
                    <a:pt x="463" y="366"/>
                  </a:lnTo>
                  <a:lnTo>
                    <a:pt x="463" y="366"/>
                  </a:lnTo>
                  <a:lnTo>
                    <a:pt x="463" y="366"/>
                  </a:lnTo>
                  <a:lnTo>
                    <a:pt x="459" y="376"/>
                  </a:lnTo>
                  <a:lnTo>
                    <a:pt x="455" y="384"/>
                  </a:lnTo>
                  <a:lnTo>
                    <a:pt x="455" y="384"/>
                  </a:lnTo>
                  <a:lnTo>
                    <a:pt x="453" y="390"/>
                  </a:lnTo>
                  <a:lnTo>
                    <a:pt x="453" y="390"/>
                  </a:lnTo>
                  <a:lnTo>
                    <a:pt x="453" y="392"/>
                  </a:lnTo>
                  <a:lnTo>
                    <a:pt x="450" y="394"/>
                  </a:lnTo>
                  <a:lnTo>
                    <a:pt x="446" y="398"/>
                  </a:lnTo>
                  <a:lnTo>
                    <a:pt x="446" y="398"/>
                  </a:lnTo>
                  <a:lnTo>
                    <a:pt x="446" y="398"/>
                  </a:lnTo>
                  <a:lnTo>
                    <a:pt x="446" y="398"/>
                  </a:lnTo>
                  <a:lnTo>
                    <a:pt x="446" y="398"/>
                  </a:lnTo>
                  <a:lnTo>
                    <a:pt x="446" y="398"/>
                  </a:lnTo>
                  <a:lnTo>
                    <a:pt x="438" y="402"/>
                  </a:lnTo>
                  <a:lnTo>
                    <a:pt x="438" y="402"/>
                  </a:lnTo>
                  <a:lnTo>
                    <a:pt x="438" y="402"/>
                  </a:lnTo>
                  <a:lnTo>
                    <a:pt x="438" y="402"/>
                  </a:lnTo>
                  <a:lnTo>
                    <a:pt x="438" y="402"/>
                  </a:lnTo>
                  <a:lnTo>
                    <a:pt x="438" y="402"/>
                  </a:lnTo>
                  <a:lnTo>
                    <a:pt x="430" y="398"/>
                  </a:lnTo>
                  <a:lnTo>
                    <a:pt x="430" y="398"/>
                  </a:lnTo>
                  <a:lnTo>
                    <a:pt x="430" y="396"/>
                  </a:lnTo>
                  <a:lnTo>
                    <a:pt x="424" y="392"/>
                  </a:lnTo>
                  <a:lnTo>
                    <a:pt x="424" y="392"/>
                  </a:lnTo>
                  <a:lnTo>
                    <a:pt x="416" y="386"/>
                  </a:lnTo>
                  <a:lnTo>
                    <a:pt x="416" y="386"/>
                  </a:lnTo>
                  <a:lnTo>
                    <a:pt x="414" y="384"/>
                  </a:lnTo>
                  <a:lnTo>
                    <a:pt x="412" y="384"/>
                  </a:lnTo>
                  <a:lnTo>
                    <a:pt x="412" y="382"/>
                  </a:lnTo>
                  <a:lnTo>
                    <a:pt x="412" y="382"/>
                  </a:lnTo>
                  <a:lnTo>
                    <a:pt x="412" y="382"/>
                  </a:lnTo>
                  <a:lnTo>
                    <a:pt x="400" y="372"/>
                  </a:lnTo>
                  <a:lnTo>
                    <a:pt x="400" y="372"/>
                  </a:lnTo>
                  <a:lnTo>
                    <a:pt x="400" y="372"/>
                  </a:lnTo>
                  <a:lnTo>
                    <a:pt x="392" y="366"/>
                  </a:lnTo>
                  <a:lnTo>
                    <a:pt x="392" y="366"/>
                  </a:lnTo>
                  <a:lnTo>
                    <a:pt x="390" y="366"/>
                  </a:lnTo>
                  <a:lnTo>
                    <a:pt x="390" y="366"/>
                  </a:lnTo>
                  <a:lnTo>
                    <a:pt x="388" y="364"/>
                  </a:lnTo>
                  <a:lnTo>
                    <a:pt x="388" y="364"/>
                  </a:lnTo>
                  <a:lnTo>
                    <a:pt x="371" y="366"/>
                  </a:lnTo>
                  <a:lnTo>
                    <a:pt x="371" y="366"/>
                  </a:lnTo>
                  <a:lnTo>
                    <a:pt x="371" y="368"/>
                  </a:lnTo>
                  <a:lnTo>
                    <a:pt x="371" y="368"/>
                  </a:lnTo>
                  <a:lnTo>
                    <a:pt x="373" y="370"/>
                  </a:lnTo>
                  <a:lnTo>
                    <a:pt x="379" y="374"/>
                  </a:lnTo>
                  <a:lnTo>
                    <a:pt x="379" y="374"/>
                  </a:lnTo>
                  <a:lnTo>
                    <a:pt x="379" y="376"/>
                  </a:lnTo>
                  <a:lnTo>
                    <a:pt x="379" y="378"/>
                  </a:lnTo>
                  <a:lnTo>
                    <a:pt x="379" y="380"/>
                  </a:lnTo>
                  <a:lnTo>
                    <a:pt x="379" y="380"/>
                  </a:lnTo>
                  <a:lnTo>
                    <a:pt x="379" y="382"/>
                  </a:lnTo>
                  <a:lnTo>
                    <a:pt x="381" y="388"/>
                  </a:lnTo>
                  <a:lnTo>
                    <a:pt x="381" y="388"/>
                  </a:lnTo>
                  <a:lnTo>
                    <a:pt x="381" y="392"/>
                  </a:lnTo>
                  <a:lnTo>
                    <a:pt x="381" y="394"/>
                  </a:lnTo>
                  <a:lnTo>
                    <a:pt x="381" y="398"/>
                  </a:lnTo>
                  <a:lnTo>
                    <a:pt x="381" y="398"/>
                  </a:lnTo>
                  <a:lnTo>
                    <a:pt x="379" y="398"/>
                  </a:lnTo>
                  <a:lnTo>
                    <a:pt x="379" y="398"/>
                  </a:lnTo>
                  <a:lnTo>
                    <a:pt x="375" y="400"/>
                  </a:lnTo>
                  <a:lnTo>
                    <a:pt x="371" y="400"/>
                  </a:lnTo>
                  <a:lnTo>
                    <a:pt x="359" y="400"/>
                  </a:lnTo>
                  <a:lnTo>
                    <a:pt x="351" y="396"/>
                  </a:lnTo>
                  <a:lnTo>
                    <a:pt x="343" y="402"/>
                  </a:lnTo>
                  <a:lnTo>
                    <a:pt x="335" y="410"/>
                  </a:lnTo>
                  <a:lnTo>
                    <a:pt x="329" y="415"/>
                  </a:lnTo>
                  <a:lnTo>
                    <a:pt x="329" y="415"/>
                  </a:lnTo>
                  <a:lnTo>
                    <a:pt x="329" y="415"/>
                  </a:lnTo>
                  <a:lnTo>
                    <a:pt x="316" y="427"/>
                  </a:lnTo>
                  <a:lnTo>
                    <a:pt x="308" y="427"/>
                  </a:lnTo>
                  <a:lnTo>
                    <a:pt x="300" y="433"/>
                  </a:lnTo>
                  <a:lnTo>
                    <a:pt x="288" y="439"/>
                  </a:lnTo>
                  <a:lnTo>
                    <a:pt x="274" y="439"/>
                  </a:lnTo>
                  <a:lnTo>
                    <a:pt x="258" y="437"/>
                  </a:lnTo>
                  <a:lnTo>
                    <a:pt x="251" y="435"/>
                  </a:lnTo>
                  <a:lnTo>
                    <a:pt x="239" y="431"/>
                  </a:lnTo>
                  <a:lnTo>
                    <a:pt x="239" y="431"/>
                  </a:lnTo>
                  <a:lnTo>
                    <a:pt x="225" y="439"/>
                  </a:lnTo>
                  <a:lnTo>
                    <a:pt x="225" y="439"/>
                  </a:lnTo>
                  <a:lnTo>
                    <a:pt x="207" y="445"/>
                  </a:lnTo>
                  <a:lnTo>
                    <a:pt x="197" y="445"/>
                  </a:lnTo>
                  <a:lnTo>
                    <a:pt x="197" y="445"/>
                  </a:lnTo>
                  <a:lnTo>
                    <a:pt x="197" y="447"/>
                  </a:lnTo>
                  <a:lnTo>
                    <a:pt x="197" y="447"/>
                  </a:lnTo>
                  <a:lnTo>
                    <a:pt x="197" y="447"/>
                  </a:lnTo>
                  <a:lnTo>
                    <a:pt x="197" y="447"/>
                  </a:lnTo>
                  <a:lnTo>
                    <a:pt x="197" y="447"/>
                  </a:lnTo>
                  <a:lnTo>
                    <a:pt x="197" y="447"/>
                  </a:lnTo>
                  <a:lnTo>
                    <a:pt x="195" y="447"/>
                  </a:lnTo>
                  <a:lnTo>
                    <a:pt x="195" y="447"/>
                  </a:lnTo>
                  <a:lnTo>
                    <a:pt x="188" y="449"/>
                  </a:lnTo>
                  <a:lnTo>
                    <a:pt x="184" y="451"/>
                  </a:lnTo>
                  <a:lnTo>
                    <a:pt x="166" y="463"/>
                  </a:lnTo>
                  <a:lnTo>
                    <a:pt x="158" y="463"/>
                  </a:lnTo>
                  <a:lnTo>
                    <a:pt x="166" y="473"/>
                  </a:lnTo>
                  <a:lnTo>
                    <a:pt x="162" y="486"/>
                  </a:lnTo>
                  <a:lnTo>
                    <a:pt x="160" y="506"/>
                  </a:lnTo>
                  <a:lnTo>
                    <a:pt x="154" y="516"/>
                  </a:lnTo>
                  <a:lnTo>
                    <a:pt x="154" y="516"/>
                  </a:lnTo>
                  <a:lnTo>
                    <a:pt x="154" y="516"/>
                  </a:lnTo>
                  <a:lnTo>
                    <a:pt x="134" y="528"/>
                  </a:lnTo>
                  <a:lnTo>
                    <a:pt x="105" y="532"/>
                  </a:lnTo>
                  <a:lnTo>
                    <a:pt x="103" y="544"/>
                  </a:lnTo>
                  <a:lnTo>
                    <a:pt x="103" y="544"/>
                  </a:lnTo>
                  <a:lnTo>
                    <a:pt x="103" y="544"/>
                  </a:lnTo>
                  <a:lnTo>
                    <a:pt x="91" y="553"/>
                  </a:lnTo>
                  <a:lnTo>
                    <a:pt x="67" y="553"/>
                  </a:lnTo>
                  <a:lnTo>
                    <a:pt x="46" y="549"/>
                  </a:lnTo>
                  <a:lnTo>
                    <a:pt x="40" y="569"/>
                  </a:lnTo>
                  <a:lnTo>
                    <a:pt x="48" y="573"/>
                  </a:lnTo>
                  <a:lnTo>
                    <a:pt x="24" y="585"/>
                  </a:lnTo>
                  <a:lnTo>
                    <a:pt x="0" y="599"/>
                  </a:lnTo>
                  <a:lnTo>
                    <a:pt x="10" y="612"/>
                  </a:lnTo>
                  <a:lnTo>
                    <a:pt x="24" y="626"/>
                  </a:lnTo>
                  <a:lnTo>
                    <a:pt x="16" y="640"/>
                  </a:lnTo>
                  <a:lnTo>
                    <a:pt x="52" y="664"/>
                  </a:lnTo>
                  <a:lnTo>
                    <a:pt x="101" y="670"/>
                  </a:lnTo>
                  <a:lnTo>
                    <a:pt x="160" y="630"/>
                  </a:lnTo>
                  <a:lnTo>
                    <a:pt x="203" y="640"/>
                  </a:lnTo>
                  <a:lnTo>
                    <a:pt x="142" y="650"/>
                  </a:lnTo>
                  <a:lnTo>
                    <a:pt x="130" y="668"/>
                  </a:lnTo>
                  <a:lnTo>
                    <a:pt x="140" y="703"/>
                  </a:lnTo>
                  <a:lnTo>
                    <a:pt x="111" y="713"/>
                  </a:lnTo>
                  <a:lnTo>
                    <a:pt x="125" y="725"/>
                  </a:lnTo>
                  <a:lnTo>
                    <a:pt x="156" y="727"/>
                  </a:lnTo>
                  <a:lnTo>
                    <a:pt x="201" y="766"/>
                  </a:lnTo>
                  <a:lnTo>
                    <a:pt x="211" y="780"/>
                  </a:lnTo>
                  <a:lnTo>
                    <a:pt x="229" y="800"/>
                  </a:lnTo>
                  <a:lnTo>
                    <a:pt x="253" y="817"/>
                  </a:lnTo>
                  <a:lnTo>
                    <a:pt x="253" y="817"/>
                  </a:lnTo>
                  <a:lnTo>
                    <a:pt x="229" y="800"/>
                  </a:lnTo>
                  <a:lnTo>
                    <a:pt x="211" y="780"/>
                  </a:lnTo>
                  <a:lnTo>
                    <a:pt x="201" y="766"/>
                  </a:lnTo>
                  <a:lnTo>
                    <a:pt x="186" y="786"/>
                  </a:lnTo>
                  <a:lnTo>
                    <a:pt x="178" y="809"/>
                  </a:lnTo>
                  <a:lnTo>
                    <a:pt x="144" y="815"/>
                  </a:lnTo>
                  <a:lnTo>
                    <a:pt x="123" y="794"/>
                  </a:lnTo>
                  <a:lnTo>
                    <a:pt x="121" y="770"/>
                  </a:lnTo>
                  <a:lnTo>
                    <a:pt x="91" y="770"/>
                  </a:lnTo>
                  <a:lnTo>
                    <a:pt x="93" y="798"/>
                  </a:lnTo>
                  <a:lnTo>
                    <a:pt x="111" y="800"/>
                  </a:lnTo>
                  <a:lnTo>
                    <a:pt x="142" y="833"/>
                  </a:lnTo>
                  <a:lnTo>
                    <a:pt x="148" y="873"/>
                  </a:lnTo>
                  <a:lnTo>
                    <a:pt x="199" y="922"/>
                  </a:lnTo>
                  <a:lnTo>
                    <a:pt x="229" y="961"/>
                  </a:lnTo>
                  <a:lnTo>
                    <a:pt x="249" y="991"/>
                  </a:lnTo>
                  <a:lnTo>
                    <a:pt x="255" y="1034"/>
                  </a:lnTo>
                  <a:lnTo>
                    <a:pt x="292" y="1058"/>
                  </a:lnTo>
                  <a:lnTo>
                    <a:pt x="320" y="1075"/>
                  </a:lnTo>
                  <a:lnTo>
                    <a:pt x="351" y="1079"/>
                  </a:lnTo>
                  <a:lnTo>
                    <a:pt x="359" y="1101"/>
                  </a:lnTo>
                  <a:lnTo>
                    <a:pt x="416" y="1113"/>
                  </a:lnTo>
                  <a:lnTo>
                    <a:pt x="446" y="1135"/>
                  </a:lnTo>
                  <a:lnTo>
                    <a:pt x="459" y="1138"/>
                  </a:lnTo>
                  <a:lnTo>
                    <a:pt x="499" y="1125"/>
                  </a:lnTo>
                  <a:lnTo>
                    <a:pt x="499" y="1125"/>
                  </a:lnTo>
                  <a:lnTo>
                    <a:pt x="505" y="1121"/>
                  </a:lnTo>
                  <a:lnTo>
                    <a:pt x="511" y="1113"/>
                  </a:lnTo>
                  <a:lnTo>
                    <a:pt x="511" y="1113"/>
                  </a:lnTo>
                  <a:lnTo>
                    <a:pt x="511" y="1113"/>
                  </a:lnTo>
                  <a:lnTo>
                    <a:pt x="511" y="1113"/>
                  </a:lnTo>
                  <a:lnTo>
                    <a:pt x="511" y="1113"/>
                  </a:lnTo>
                  <a:lnTo>
                    <a:pt x="511" y="1113"/>
                  </a:lnTo>
                  <a:lnTo>
                    <a:pt x="511" y="1113"/>
                  </a:lnTo>
                  <a:lnTo>
                    <a:pt x="511" y="1113"/>
                  </a:lnTo>
                  <a:lnTo>
                    <a:pt x="511" y="1113"/>
                  </a:lnTo>
                  <a:lnTo>
                    <a:pt x="511" y="1113"/>
                  </a:lnTo>
                  <a:lnTo>
                    <a:pt x="511" y="1113"/>
                  </a:lnTo>
                  <a:lnTo>
                    <a:pt x="511" y="1111"/>
                  </a:lnTo>
                  <a:lnTo>
                    <a:pt x="511" y="1111"/>
                  </a:lnTo>
                  <a:lnTo>
                    <a:pt x="511" y="1111"/>
                  </a:lnTo>
                  <a:lnTo>
                    <a:pt x="511" y="1111"/>
                  </a:lnTo>
                  <a:lnTo>
                    <a:pt x="511" y="1111"/>
                  </a:lnTo>
                  <a:lnTo>
                    <a:pt x="511" y="1111"/>
                  </a:lnTo>
                  <a:lnTo>
                    <a:pt x="511" y="1111"/>
                  </a:lnTo>
                  <a:lnTo>
                    <a:pt x="511" y="1111"/>
                  </a:lnTo>
                  <a:lnTo>
                    <a:pt x="511" y="1111"/>
                  </a:lnTo>
                  <a:lnTo>
                    <a:pt x="511" y="1111"/>
                  </a:lnTo>
                  <a:lnTo>
                    <a:pt x="511" y="1111"/>
                  </a:lnTo>
                  <a:lnTo>
                    <a:pt x="513" y="1111"/>
                  </a:lnTo>
                  <a:lnTo>
                    <a:pt x="513" y="1111"/>
                  </a:lnTo>
                  <a:lnTo>
                    <a:pt x="513" y="1111"/>
                  </a:lnTo>
                  <a:lnTo>
                    <a:pt x="513" y="1111"/>
                  </a:lnTo>
                  <a:lnTo>
                    <a:pt x="516" y="1105"/>
                  </a:lnTo>
                  <a:lnTo>
                    <a:pt x="520" y="1103"/>
                  </a:lnTo>
                  <a:lnTo>
                    <a:pt x="520" y="1103"/>
                  </a:lnTo>
                  <a:lnTo>
                    <a:pt x="520" y="1103"/>
                  </a:lnTo>
                  <a:lnTo>
                    <a:pt x="520" y="1103"/>
                  </a:lnTo>
                  <a:lnTo>
                    <a:pt x="520" y="1103"/>
                  </a:lnTo>
                  <a:lnTo>
                    <a:pt x="520" y="1103"/>
                  </a:lnTo>
                  <a:lnTo>
                    <a:pt x="520" y="1103"/>
                  </a:lnTo>
                  <a:lnTo>
                    <a:pt x="520" y="1103"/>
                  </a:lnTo>
                  <a:lnTo>
                    <a:pt x="522" y="1103"/>
                  </a:lnTo>
                  <a:lnTo>
                    <a:pt x="538" y="1099"/>
                  </a:lnTo>
                  <a:lnTo>
                    <a:pt x="554" y="1101"/>
                  </a:lnTo>
                  <a:lnTo>
                    <a:pt x="554" y="1117"/>
                  </a:lnTo>
                  <a:lnTo>
                    <a:pt x="560" y="1115"/>
                  </a:lnTo>
                  <a:lnTo>
                    <a:pt x="560" y="1115"/>
                  </a:lnTo>
                  <a:lnTo>
                    <a:pt x="566" y="1113"/>
                  </a:lnTo>
                  <a:lnTo>
                    <a:pt x="574" y="1111"/>
                  </a:lnTo>
                  <a:lnTo>
                    <a:pt x="574" y="1111"/>
                  </a:lnTo>
                  <a:lnTo>
                    <a:pt x="583" y="1109"/>
                  </a:lnTo>
                  <a:lnTo>
                    <a:pt x="589" y="1107"/>
                  </a:lnTo>
                  <a:lnTo>
                    <a:pt x="589" y="1107"/>
                  </a:lnTo>
                  <a:lnTo>
                    <a:pt x="597" y="1113"/>
                  </a:lnTo>
                  <a:lnTo>
                    <a:pt x="609" y="1119"/>
                  </a:lnTo>
                  <a:lnTo>
                    <a:pt x="609" y="1119"/>
                  </a:lnTo>
                  <a:lnTo>
                    <a:pt x="609" y="1119"/>
                  </a:lnTo>
                  <a:lnTo>
                    <a:pt x="613" y="1119"/>
                  </a:lnTo>
                  <a:lnTo>
                    <a:pt x="613" y="1119"/>
                  </a:lnTo>
                  <a:lnTo>
                    <a:pt x="623" y="1123"/>
                  </a:lnTo>
                  <a:lnTo>
                    <a:pt x="623" y="1123"/>
                  </a:lnTo>
                  <a:lnTo>
                    <a:pt x="623" y="1123"/>
                  </a:lnTo>
                  <a:lnTo>
                    <a:pt x="623" y="1123"/>
                  </a:lnTo>
                  <a:lnTo>
                    <a:pt x="623" y="1123"/>
                  </a:lnTo>
                  <a:lnTo>
                    <a:pt x="623" y="1123"/>
                  </a:lnTo>
                  <a:lnTo>
                    <a:pt x="623" y="1123"/>
                  </a:lnTo>
                  <a:lnTo>
                    <a:pt x="646" y="1123"/>
                  </a:lnTo>
                  <a:lnTo>
                    <a:pt x="654" y="1119"/>
                  </a:lnTo>
                  <a:lnTo>
                    <a:pt x="664" y="1097"/>
                  </a:lnTo>
                  <a:lnTo>
                    <a:pt x="658" y="1075"/>
                  </a:lnTo>
                  <a:lnTo>
                    <a:pt x="660" y="1060"/>
                  </a:lnTo>
                  <a:lnTo>
                    <a:pt x="666" y="1052"/>
                  </a:lnTo>
                  <a:lnTo>
                    <a:pt x="668" y="1034"/>
                  </a:lnTo>
                  <a:lnTo>
                    <a:pt x="660" y="1026"/>
                  </a:lnTo>
                  <a:lnTo>
                    <a:pt x="650" y="1014"/>
                  </a:lnTo>
                  <a:lnTo>
                    <a:pt x="656" y="995"/>
                  </a:lnTo>
                  <a:lnTo>
                    <a:pt x="662" y="983"/>
                  </a:lnTo>
                  <a:lnTo>
                    <a:pt x="658" y="969"/>
                  </a:lnTo>
                  <a:lnTo>
                    <a:pt x="652" y="955"/>
                  </a:lnTo>
                  <a:lnTo>
                    <a:pt x="648" y="941"/>
                  </a:lnTo>
                  <a:lnTo>
                    <a:pt x="652" y="934"/>
                  </a:lnTo>
                  <a:lnTo>
                    <a:pt x="635" y="916"/>
                  </a:lnTo>
                  <a:lnTo>
                    <a:pt x="633" y="902"/>
                  </a:lnTo>
                  <a:lnTo>
                    <a:pt x="631" y="894"/>
                  </a:lnTo>
                  <a:lnTo>
                    <a:pt x="635" y="880"/>
                  </a:lnTo>
                  <a:lnTo>
                    <a:pt x="631" y="867"/>
                  </a:lnTo>
                  <a:lnTo>
                    <a:pt x="619" y="869"/>
                  </a:lnTo>
                  <a:lnTo>
                    <a:pt x="603" y="861"/>
                  </a:lnTo>
                  <a:lnTo>
                    <a:pt x="593" y="849"/>
                  </a:lnTo>
                  <a:lnTo>
                    <a:pt x="597" y="833"/>
                  </a:lnTo>
                  <a:lnTo>
                    <a:pt x="589" y="825"/>
                  </a:lnTo>
                  <a:lnTo>
                    <a:pt x="583" y="806"/>
                  </a:lnTo>
                  <a:lnTo>
                    <a:pt x="568" y="800"/>
                  </a:lnTo>
                  <a:lnTo>
                    <a:pt x="554" y="798"/>
                  </a:lnTo>
                  <a:lnTo>
                    <a:pt x="597" y="780"/>
                  </a:lnTo>
                  <a:lnTo>
                    <a:pt x="631" y="782"/>
                  </a:lnTo>
                  <a:lnTo>
                    <a:pt x="680" y="774"/>
                  </a:lnTo>
                  <a:lnTo>
                    <a:pt x="684" y="756"/>
                  </a:lnTo>
                  <a:lnTo>
                    <a:pt x="733" y="754"/>
                  </a:lnTo>
                  <a:lnTo>
                    <a:pt x="778" y="746"/>
                  </a:lnTo>
                  <a:lnTo>
                    <a:pt x="818" y="746"/>
                  </a:lnTo>
                  <a:lnTo>
                    <a:pt x="849" y="739"/>
                  </a:lnTo>
                  <a:lnTo>
                    <a:pt x="853" y="703"/>
                  </a:lnTo>
                  <a:lnTo>
                    <a:pt x="903" y="707"/>
                  </a:lnTo>
                  <a:lnTo>
                    <a:pt x="899" y="668"/>
                  </a:lnTo>
                  <a:lnTo>
                    <a:pt x="905" y="630"/>
                  </a:lnTo>
                  <a:lnTo>
                    <a:pt x="930" y="595"/>
                  </a:lnTo>
                  <a:lnTo>
                    <a:pt x="938" y="565"/>
                  </a:lnTo>
                  <a:lnTo>
                    <a:pt x="936" y="526"/>
                  </a:lnTo>
                  <a:lnTo>
                    <a:pt x="950" y="494"/>
                  </a:lnTo>
                  <a:lnTo>
                    <a:pt x="946" y="484"/>
                  </a:lnTo>
                  <a:lnTo>
                    <a:pt x="983" y="486"/>
                  </a:lnTo>
                  <a:lnTo>
                    <a:pt x="1003" y="496"/>
                  </a:lnTo>
                  <a:lnTo>
                    <a:pt x="999" y="467"/>
                  </a:lnTo>
                  <a:lnTo>
                    <a:pt x="1050" y="467"/>
                  </a:lnTo>
                  <a:lnTo>
                    <a:pt x="1050" y="449"/>
                  </a:lnTo>
                  <a:lnTo>
                    <a:pt x="1076" y="441"/>
                  </a:lnTo>
                  <a:lnTo>
                    <a:pt x="1066" y="427"/>
                  </a:lnTo>
                  <a:lnTo>
                    <a:pt x="1111" y="396"/>
                  </a:lnTo>
                  <a:lnTo>
                    <a:pt x="1123" y="360"/>
                  </a:lnTo>
                  <a:lnTo>
                    <a:pt x="1143" y="333"/>
                  </a:lnTo>
                  <a:lnTo>
                    <a:pt x="1161" y="311"/>
                  </a:lnTo>
                  <a:lnTo>
                    <a:pt x="1159" y="289"/>
                  </a:lnTo>
                  <a:lnTo>
                    <a:pt x="1139" y="266"/>
                  </a:lnTo>
                  <a:lnTo>
                    <a:pt x="1166" y="250"/>
                  </a:lnTo>
                  <a:lnTo>
                    <a:pt x="1190" y="217"/>
                  </a:lnTo>
                  <a:lnTo>
                    <a:pt x="1194" y="209"/>
                  </a:lnTo>
                  <a:lnTo>
                    <a:pt x="1196" y="205"/>
                  </a:lnTo>
                  <a:lnTo>
                    <a:pt x="1161" y="187"/>
                  </a:lnTo>
                  <a:lnTo>
                    <a:pt x="1149" y="165"/>
                  </a:lnTo>
                  <a:lnTo>
                    <a:pt x="1135" y="152"/>
                  </a:lnTo>
                  <a:lnTo>
                    <a:pt x="1111" y="157"/>
                  </a:lnTo>
                  <a:lnTo>
                    <a:pt x="1084" y="157"/>
                  </a:lnTo>
                  <a:lnTo>
                    <a:pt x="1048" y="140"/>
                  </a:lnTo>
                  <a:lnTo>
                    <a:pt x="1007" y="136"/>
                  </a:lnTo>
                  <a:lnTo>
                    <a:pt x="995" y="108"/>
                  </a:lnTo>
                  <a:lnTo>
                    <a:pt x="993" y="69"/>
                  </a:lnTo>
                  <a:lnTo>
                    <a:pt x="991" y="45"/>
                  </a:lnTo>
                  <a:lnTo>
                    <a:pt x="962" y="35"/>
                  </a:lnTo>
                  <a:lnTo>
                    <a:pt x="938" y="53"/>
                  </a:lnTo>
                  <a:lnTo>
                    <a:pt x="918" y="67"/>
                  </a:lnTo>
                  <a:lnTo>
                    <a:pt x="871" y="67"/>
                  </a:lnTo>
                  <a:lnTo>
                    <a:pt x="840" y="49"/>
                  </a:lnTo>
                  <a:lnTo>
                    <a:pt x="832" y="41"/>
                  </a:lnTo>
                  <a:lnTo>
                    <a:pt x="814" y="16"/>
                  </a:lnTo>
                  <a:lnTo>
                    <a:pt x="794" y="0"/>
                  </a:lnTo>
                </a:path>
              </a:pathLst>
            </a:custGeom>
            <a:grpFill/>
            <a:ln w="14564" cap="flat">
              <a:solidFill>
                <a:schemeClr val="accent1">
                  <a:alpha val="13000"/>
                </a:schemeClr>
              </a:solidFill>
              <a:prstDash val="solid"/>
              <a:bevel/>
            </a:ln>
          </p:spPr>
          <p:txBody>
            <a:bodyPr rtlCol="0" anchor="ctr"/>
            <a:lstStyle/>
            <a:p>
              <a:endParaRPr lang="en-US" sz="2000">
                <a:solidFill>
                  <a:schemeClr val="accent1"/>
                </a:solidFill>
              </a:endParaRPr>
            </a:p>
          </p:txBody>
        </p:sp>
        <p:sp>
          <p:nvSpPr>
            <p:cNvPr id="25" name="A4_Centre-Val de Loire">
              <a:extLst>
                <a:ext uri="{FF2B5EF4-FFF2-40B4-BE49-F238E27FC236}">
                  <a16:creationId xmlns:a16="http://schemas.microsoft.com/office/drawing/2014/main" id="{753FDCBB-B99E-B67D-D414-BF4351288F85}"/>
                </a:ext>
              </a:extLst>
            </p:cNvPr>
            <p:cNvSpPr>
              <a:spLocks/>
            </p:cNvSpPr>
            <p:nvPr/>
          </p:nvSpPr>
          <p:spPr bwMode="auto">
            <a:xfrm>
              <a:off x="7089511" y="2635408"/>
              <a:ext cx="521907" cy="655910"/>
            </a:xfrm>
            <a:custGeom>
              <a:avLst/>
              <a:gdLst/>
              <a:ahLst/>
              <a:cxnLst>
                <a:cxn ang="0">
                  <a:pos x="439" y="47"/>
                </a:cxn>
                <a:cxn ang="0">
                  <a:pos x="285" y="118"/>
                </a:cxn>
                <a:cxn ang="0">
                  <a:pos x="279" y="197"/>
                </a:cxn>
                <a:cxn ang="0">
                  <a:pos x="293" y="299"/>
                </a:cxn>
                <a:cxn ang="0">
                  <a:pos x="240" y="351"/>
                </a:cxn>
                <a:cxn ang="0">
                  <a:pos x="291" y="418"/>
                </a:cxn>
                <a:cxn ang="0">
                  <a:pos x="244" y="534"/>
                </a:cxn>
                <a:cxn ang="0">
                  <a:pos x="151" y="650"/>
                </a:cxn>
                <a:cxn ang="0">
                  <a:pos x="47" y="685"/>
                </a:cxn>
                <a:cxn ang="0">
                  <a:pos x="6" y="831"/>
                </a:cxn>
                <a:cxn ang="0">
                  <a:pos x="37" y="943"/>
                </a:cxn>
                <a:cxn ang="0">
                  <a:pos x="141" y="1007"/>
                </a:cxn>
                <a:cxn ang="0">
                  <a:pos x="161" y="1008"/>
                </a:cxn>
                <a:cxn ang="0">
                  <a:pos x="177" y="1005"/>
                </a:cxn>
                <a:cxn ang="0">
                  <a:pos x="177" y="1005"/>
                </a:cxn>
                <a:cxn ang="0">
                  <a:pos x="177" y="987"/>
                </a:cxn>
                <a:cxn ang="0">
                  <a:pos x="269" y="1107"/>
                </a:cxn>
                <a:cxn ang="0">
                  <a:pos x="309" y="1217"/>
                </a:cxn>
                <a:cxn ang="0">
                  <a:pos x="364" y="1229"/>
                </a:cxn>
                <a:cxn ang="0">
                  <a:pos x="370" y="1257"/>
                </a:cxn>
                <a:cxn ang="0">
                  <a:pos x="411" y="1290"/>
                </a:cxn>
                <a:cxn ang="0">
                  <a:pos x="522" y="1276"/>
                </a:cxn>
                <a:cxn ang="0">
                  <a:pos x="650" y="1247"/>
                </a:cxn>
                <a:cxn ang="0">
                  <a:pos x="829" y="1223"/>
                </a:cxn>
                <a:cxn ang="0">
                  <a:pos x="890" y="1121"/>
                </a:cxn>
                <a:cxn ang="0">
                  <a:pos x="996" y="1087"/>
                </a:cxn>
                <a:cxn ang="0">
                  <a:pos x="996" y="1087"/>
                </a:cxn>
                <a:cxn ang="0">
                  <a:pos x="996" y="1087"/>
                </a:cxn>
                <a:cxn ang="0">
                  <a:pos x="1002" y="1030"/>
                </a:cxn>
                <a:cxn ang="0">
                  <a:pos x="1002" y="1030"/>
                </a:cxn>
                <a:cxn ang="0">
                  <a:pos x="1002" y="1030"/>
                </a:cxn>
                <a:cxn ang="0">
                  <a:pos x="1002" y="1030"/>
                </a:cxn>
                <a:cxn ang="0">
                  <a:pos x="1004" y="987"/>
                </a:cxn>
                <a:cxn ang="0">
                  <a:pos x="947" y="827"/>
                </a:cxn>
                <a:cxn ang="0">
                  <a:pos x="957" y="737"/>
                </a:cxn>
                <a:cxn ang="0">
                  <a:pos x="943" y="711"/>
                </a:cxn>
                <a:cxn ang="0">
                  <a:pos x="945" y="703"/>
                </a:cxn>
                <a:cxn ang="0">
                  <a:pos x="971" y="691"/>
                </a:cxn>
                <a:cxn ang="0">
                  <a:pos x="973" y="599"/>
                </a:cxn>
                <a:cxn ang="0">
                  <a:pos x="996" y="544"/>
                </a:cxn>
                <a:cxn ang="0">
                  <a:pos x="1000" y="532"/>
                </a:cxn>
                <a:cxn ang="0">
                  <a:pos x="996" y="445"/>
                </a:cxn>
                <a:cxn ang="0">
                  <a:pos x="955" y="414"/>
                </a:cxn>
                <a:cxn ang="0">
                  <a:pos x="955" y="414"/>
                </a:cxn>
                <a:cxn ang="0">
                  <a:pos x="955" y="414"/>
                </a:cxn>
                <a:cxn ang="0">
                  <a:pos x="955" y="414"/>
                </a:cxn>
                <a:cxn ang="0">
                  <a:pos x="906" y="398"/>
                </a:cxn>
                <a:cxn ang="0">
                  <a:pos x="823" y="368"/>
                </a:cxn>
                <a:cxn ang="0">
                  <a:pos x="795" y="331"/>
                </a:cxn>
                <a:cxn ang="0">
                  <a:pos x="789" y="321"/>
                </a:cxn>
                <a:cxn ang="0">
                  <a:pos x="789" y="321"/>
                </a:cxn>
                <a:cxn ang="0">
                  <a:pos x="768" y="321"/>
                </a:cxn>
                <a:cxn ang="0">
                  <a:pos x="754" y="319"/>
                </a:cxn>
                <a:cxn ang="0">
                  <a:pos x="754" y="319"/>
                </a:cxn>
                <a:cxn ang="0">
                  <a:pos x="754" y="319"/>
                </a:cxn>
                <a:cxn ang="0">
                  <a:pos x="754" y="319"/>
                </a:cxn>
                <a:cxn ang="0">
                  <a:pos x="754" y="319"/>
                </a:cxn>
                <a:cxn ang="0">
                  <a:pos x="730" y="329"/>
                </a:cxn>
                <a:cxn ang="0">
                  <a:pos x="648" y="319"/>
                </a:cxn>
                <a:cxn ang="0">
                  <a:pos x="598" y="258"/>
                </a:cxn>
                <a:cxn ang="0">
                  <a:pos x="520" y="126"/>
                </a:cxn>
                <a:cxn ang="0">
                  <a:pos x="514" y="75"/>
                </a:cxn>
                <a:cxn ang="0">
                  <a:pos x="476" y="0"/>
                </a:cxn>
              </a:cxnLst>
              <a:rect l="0" t="0" r="r" b="b"/>
              <a:pathLst>
                <a:path w="1036" h="1302">
                  <a:moveTo>
                    <a:pt x="472" y="0"/>
                  </a:moveTo>
                  <a:lnTo>
                    <a:pt x="472" y="0"/>
                  </a:lnTo>
                  <a:lnTo>
                    <a:pt x="464" y="12"/>
                  </a:lnTo>
                  <a:lnTo>
                    <a:pt x="476" y="47"/>
                  </a:lnTo>
                  <a:lnTo>
                    <a:pt x="439" y="47"/>
                  </a:lnTo>
                  <a:lnTo>
                    <a:pt x="431" y="79"/>
                  </a:lnTo>
                  <a:lnTo>
                    <a:pt x="395" y="87"/>
                  </a:lnTo>
                  <a:lnTo>
                    <a:pt x="358" y="102"/>
                  </a:lnTo>
                  <a:lnTo>
                    <a:pt x="317" y="116"/>
                  </a:lnTo>
                  <a:lnTo>
                    <a:pt x="285" y="118"/>
                  </a:lnTo>
                  <a:lnTo>
                    <a:pt x="267" y="142"/>
                  </a:lnTo>
                  <a:lnTo>
                    <a:pt x="254" y="140"/>
                  </a:lnTo>
                  <a:lnTo>
                    <a:pt x="254" y="150"/>
                  </a:lnTo>
                  <a:lnTo>
                    <a:pt x="256" y="167"/>
                  </a:lnTo>
                  <a:lnTo>
                    <a:pt x="279" y="197"/>
                  </a:lnTo>
                  <a:lnTo>
                    <a:pt x="301" y="219"/>
                  </a:lnTo>
                  <a:lnTo>
                    <a:pt x="295" y="240"/>
                  </a:lnTo>
                  <a:lnTo>
                    <a:pt x="303" y="250"/>
                  </a:lnTo>
                  <a:lnTo>
                    <a:pt x="303" y="274"/>
                  </a:lnTo>
                  <a:lnTo>
                    <a:pt x="293" y="299"/>
                  </a:lnTo>
                  <a:lnTo>
                    <a:pt x="262" y="309"/>
                  </a:lnTo>
                  <a:lnTo>
                    <a:pt x="246" y="311"/>
                  </a:lnTo>
                  <a:lnTo>
                    <a:pt x="230" y="319"/>
                  </a:lnTo>
                  <a:lnTo>
                    <a:pt x="242" y="339"/>
                  </a:lnTo>
                  <a:lnTo>
                    <a:pt x="240" y="351"/>
                  </a:lnTo>
                  <a:lnTo>
                    <a:pt x="236" y="353"/>
                  </a:lnTo>
                  <a:lnTo>
                    <a:pt x="250" y="366"/>
                  </a:lnTo>
                  <a:lnTo>
                    <a:pt x="262" y="388"/>
                  </a:lnTo>
                  <a:lnTo>
                    <a:pt x="297" y="406"/>
                  </a:lnTo>
                  <a:lnTo>
                    <a:pt x="291" y="418"/>
                  </a:lnTo>
                  <a:lnTo>
                    <a:pt x="267" y="451"/>
                  </a:lnTo>
                  <a:lnTo>
                    <a:pt x="240" y="467"/>
                  </a:lnTo>
                  <a:lnTo>
                    <a:pt x="260" y="490"/>
                  </a:lnTo>
                  <a:lnTo>
                    <a:pt x="262" y="512"/>
                  </a:lnTo>
                  <a:lnTo>
                    <a:pt x="244" y="534"/>
                  </a:lnTo>
                  <a:lnTo>
                    <a:pt x="224" y="561"/>
                  </a:lnTo>
                  <a:lnTo>
                    <a:pt x="212" y="597"/>
                  </a:lnTo>
                  <a:lnTo>
                    <a:pt x="167" y="628"/>
                  </a:lnTo>
                  <a:lnTo>
                    <a:pt x="177" y="642"/>
                  </a:lnTo>
                  <a:lnTo>
                    <a:pt x="151" y="650"/>
                  </a:lnTo>
                  <a:lnTo>
                    <a:pt x="151" y="668"/>
                  </a:lnTo>
                  <a:lnTo>
                    <a:pt x="100" y="668"/>
                  </a:lnTo>
                  <a:lnTo>
                    <a:pt x="104" y="697"/>
                  </a:lnTo>
                  <a:lnTo>
                    <a:pt x="84" y="687"/>
                  </a:lnTo>
                  <a:lnTo>
                    <a:pt x="47" y="685"/>
                  </a:lnTo>
                  <a:lnTo>
                    <a:pt x="51" y="695"/>
                  </a:lnTo>
                  <a:lnTo>
                    <a:pt x="37" y="727"/>
                  </a:lnTo>
                  <a:lnTo>
                    <a:pt x="39" y="766"/>
                  </a:lnTo>
                  <a:lnTo>
                    <a:pt x="31" y="796"/>
                  </a:lnTo>
                  <a:lnTo>
                    <a:pt x="6" y="831"/>
                  </a:lnTo>
                  <a:lnTo>
                    <a:pt x="0" y="869"/>
                  </a:lnTo>
                  <a:lnTo>
                    <a:pt x="2" y="892"/>
                  </a:lnTo>
                  <a:lnTo>
                    <a:pt x="9" y="898"/>
                  </a:lnTo>
                  <a:lnTo>
                    <a:pt x="21" y="914"/>
                  </a:lnTo>
                  <a:lnTo>
                    <a:pt x="37" y="943"/>
                  </a:lnTo>
                  <a:lnTo>
                    <a:pt x="69" y="957"/>
                  </a:lnTo>
                  <a:lnTo>
                    <a:pt x="74" y="985"/>
                  </a:lnTo>
                  <a:lnTo>
                    <a:pt x="86" y="1010"/>
                  </a:lnTo>
                  <a:lnTo>
                    <a:pt x="116" y="1010"/>
                  </a:lnTo>
                  <a:lnTo>
                    <a:pt x="141" y="1007"/>
                  </a:lnTo>
                  <a:lnTo>
                    <a:pt x="141" y="1007"/>
                  </a:lnTo>
                  <a:lnTo>
                    <a:pt x="161" y="1008"/>
                  </a:lnTo>
                  <a:lnTo>
                    <a:pt x="161" y="1008"/>
                  </a:lnTo>
                  <a:lnTo>
                    <a:pt x="161" y="1008"/>
                  </a:lnTo>
                  <a:lnTo>
                    <a:pt x="161" y="1008"/>
                  </a:lnTo>
                  <a:lnTo>
                    <a:pt x="161" y="1008"/>
                  </a:lnTo>
                  <a:lnTo>
                    <a:pt x="161" y="1008"/>
                  </a:lnTo>
                  <a:lnTo>
                    <a:pt x="173" y="1008"/>
                  </a:lnTo>
                  <a:lnTo>
                    <a:pt x="175" y="1007"/>
                  </a:lnTo>
                  <a:lnTo>
                    <a:pt x="177" y="1005"/>
                  </a:lnTo>
                  <a:lnTo>
                    <a:pt x="177" y="1005"/>
                  </a:lnTo>
                  <a:lnTo>
                    <a:pt x="177" y="1005"/>
                  </a:lnTo>
                  <a:lnTo>
                    <a:pt x="177" y="1005"/>
                  </a:lnTo>
                  <a:lnTo>
                    <a:pt x="177" y="1005"/>
                  </a:lnTo>
                  <a:lnTo>
                    <a:pt x="177" y="1005"/>
                  </a:lnTo>
                  <a:lnTo>
                    <a:pt x="177" y="1005"/>
                  </a:lnTo>
                  <a:lnTo>
                    <a:pt x="179" y="997"/>
                  </a:lnTo>
                  <a:lnTo>
                    <a:pt x="179" y="997"/>
                  </a:lnTo>
                  <a:lnTo>
                    <a:pt x="177" y="987"/>
                  </a:lnTo>
                  <a:lnTo>
                    <a:pt x="177" y="987"/>
                  </a:lnTo>
                  <a:lnTo>
                    <a:pt x="177" y="987"/>
                  </a:lnTo>
                  <a:lnTo>
                    <a:pt x="208" y="1001"/>
                  </a:lnTo>
                  <a:lnTo>
                    <a:pt x="210" y="1034"/>
                  </a:lnTo>
                  <a:lnTo>
                    <a:pt x="244" y="1072"/>
                  </a:lnTo>
                  <a:lnTo>
                    <a:pt x="269" y="1107"/>
                  </a:lnTo>
                  <a:lnTo>
                    <a:pt x="279" y="1139"/>
                  </a:lnTo>
                  <a:lnTo>
                    <a:pt x="271" y="1174"/>
                  </a:lnTo>
                  <a:lnTo>
                    <a:pt x="293" y="1194"/>
                  </a:lnTo>
                  <a:lnTo>
                    <a:pt x="309" y="1217"/>
                  </a:lnTo>
                  <a:lnTo>
                    <a:pt x="309" y="1217"/>
                  </a:lnTo>
                  <a:lnTo>
                    <a:pt x="354" y="1223"/>
                  </a:lnTo>
                  <a:lnTo>
                    <a:pt x="354" y="1223"/>
                  </a:lnTo>
                  <a:lnTo>
                    <a:pt x="362" y="1225"/>
                  </a:lnTo>
                  <a:lnTo>
                    <a:pt x="364" y="1227"/>
                  </a:lnTo>
                  <a:lnTo>
                    <a:pt x="364" y="1229"/>
                  </a:lnTo>
                  <a:lnTo>
                    <a:pt x="364" y="1229"/>
                  </a:lnTo>
                  <a:lnTo>
                    <a:pt x="362" y="1233"/>
                  </a:lnTo>
                  <a:lnTo>
                    <a:pt x="360" y="1239"/>
                  </a:lnTo>
                  <a:lnTo>
                    <a:pt x="356" y="1243"/>
                  </a:lnTo>
                  <a:lnTo>
                    <a:pt x="370" y="1257"/>
                  </a:lnTo>
                  <a:lnTo>
                    <a:pt x="370" y="1290"/>
                  </a:lnTo>
                  <a:lnTo>
                    <a:pt x="370" y="1290"/>
                  </a:lnTo>
                  <a:lnTo>
                    <a:pt x="384" y="1290"/>
                  </a:lnTo>
                  <a:lnTo>
                    <a:pt x="384" y="1290"/>
                  </a:lnTo>
                  <a:lnTo>
                    <a:pt x="411" y="1290"/>
                  </a:lnTo>
                  <a:lnTo>
                    <a:pt x="435" y="1276"/>
                  </a:lnTo>
                  <a:lnTo>
                    <a:pt x="451" y="1302"/>
                  </a:lnTo>
                  <a:lnTo>
                    <a:pt x="466" y="1274"/>
                  </a:lnTo>
                  <a:lnTo>
                    <a:pt x="498" y="1267"/>
                  </a:lnTo>
                  <a:lnTo>
                    <a:pt x="522" y="1276"/>
                  </a:lnTo>
                  <a:lnTo>
                    <a:pt x="547" y="1274"/>
                  </a:lnTo>
                  <a:lnTo>
                    <a:pt x="567" y="1265"/>
                  </a:lnTo>
                  <a:lnTo>
                    <a:pt x="600" y="1247"/>
                  </a:lnTo>
                  <a:lnTo>
                    <a:pt x="626" y="1251"/>
                  </a:lnTo>
                  <a:lnTo>
                    <a:pt x="650" y="1247"/>
                  </a:lnTo>
                  <a:lnTo>
                    <a:pt x="683" y="1251"/>
                  </a:lnTo>
                  <a:lnTo>
                    <a:pt x="744" y="1267"/>
                  </a:lnTo>
                  <a:lnTo>
                    <a:pt x="756" y="1245"/>
                  </a:lnTo>
                  <a:lnTo>
                    <a:pt x="789" y="1229"/>
                  </a:lnTo>
                  <a:lnTo>
                    <a:pt x="829" y="1223"/>
                  </a:lnTo>
                  <a:lnTo>
                    <a:pt x="841" y="1198"/>
                  </a:lnTo>
                  <a:lnTo>
                    <a:pt x="847" y="1176"/>
                  </a:lnTo>
                  <a:lnTo>
                    <a:pt x="847" y="1156"/>
                  </a:lnTo>
                  <a:lnTo>
                    <a:pt x="886" y="1137"/>
                  </a:lnTo>
                  <a:lnTo>
                    <a:pt x="890" y="1121"/>
                  </a:lnTo>
                  <a:lnTo>
                    <a:pt x="923" y="1133"/>
                  </a:lnTo>
                  <a:lnTo>
                    <a:pt x="947" y="1123"/>
                  </a:lnTo>
                  <a:lnTo>
                    <a:pt x="961" y="1107"/>
                  </a:lnTo>
                  <a:lnTo>
                    <a:pt x="996" y="1087"/>
                  </a:lnTo>
                  <a:lnTo>
                    <a:pt x="996" y="1087"/>
                  </a:lnTo>
                  <a:lnTo>
                    <a:pt x="996" y="1087"/>
                  </a:lnTo>
                  <a:lnTo>
                    <a:pt x="996" y="1087"/>
                  </a:lnTo>
                  <a:lnTo>
                    <a:pt x="996" y="1087"/>
                  </a:lnTo>
                  <a:lnTo>
                    <a:pt x="996" y="1087"/>
                  </a:lnTo>
                  <a:lnTo>
                    <a:pt x="996" y="1087"/>
                  </a:lnTo>
                  <a:lnTo>
                    <a:pt x="996" y="1087"/>
                  </a:lnTo>
                  <a:lnTo>
                    <a:pt x="996" y="1087"/>
                  </a:lnTo>
                  <a:lnTo>
                    <a:pt x="996" y="1087"/>
                  </a:lnTo>
                  <a:lnTo>
                    <a:pt x="996" y="1087"/>
                  </a:lnTo>
                  <a:lnTo>
                    <a:pt x="996" y="1087"/>
                  </a:lnTo>
                  <a:lnTo>
                    <a:pt x="998" y="1075"/>
                  </a:lnTo>
                  <a:lnTo>
                    <a:pt x="1000" y="1060"/>
                  </a:lnTo>
                  <a:lnTo>
                    <a:pt x="1000" y="1060"/>
                  </a:lnTo>
                  <a:lnTo>
                    <a:pt x="1002" y="1042"/>
                  </a:lnTo>
                  <a:lnTo>
                    <a:pt x="1002" y="1030"/>
                  </a:lnTo>
                  <a:lnTo>
                    <a:pt x="1002" y="1030"/>
                  </a:lnTo>
                  <a:lnTo>
                    <a:pt x="1002" y="1030"/>
                  </a:lnTo>
                  <a:lnTo>
                    <a:pt x="1002" y="1030"/>
                  </a:lnTo>
                  <a:lnTo>
                    <a:pt x="1002" y="1030"/>
                  </a:lnTo>
                  <a:lnTo>
                    <a:pt x="1002" y="1030"/>
                  </a:lnTo>
                  <a:lnTo>
                    <a:pt x="1002" y="1030"/>
                  </a:lnTo>
                  <a:lnTo>
                    <a:pt x="1002" y="1030"/>
                  </a:lnTo>
                  <a:lnTo>
                    <a:pt x="1002" y="1030"/>
                  </a:lnTo>
                  <a:lnTo>
                    <a:pt x="1002" y="1030"/>
                  </a:lnTo>
                  <a:lnTo>
                    <a:pt x="1002" y="1030"/>
                  </a:lnTo>
                  <a:lnTo>
                    <a:pt x="1002" y="1030"/>
                  </a:lnTo>
                  <a:lnTo>
                    <a:pt x="1002" y="1030"/>
                  </a:lnTo>
                  <a:lnTo>
                    <a:pt x="1002" y="1030"/>
                  </a:lnTo>
                  <a:lnTo>
                    <a:pt x="1002" y="1030"/>
                  </a:lnTo>
                  <a:lnTo>
                    <a:pt x="1002" y="1030"/>
                  </a:lnTo>
                  <a:lnTo>
                    <a:pt x="1002" y="1030"/>
                  </a:lnTo>
                  <a:lnTo>
                    <a:pt x="1002" y="1030"/>
                  </a:lnTo>
                  <a:lnTo>
                    <a:pt x="1002" y="1030"/>
                  </a:lnTo>
                  <a:lnTo>
                    <a:pt x="1002" y="1030"/>
                  </a:lnTo>
                  <a:lnTo>
                    <a:pt x="1004" y="987"/>
                  </a:lnTo>
                  <a:lnTo>
                    <a:pt x="996" y="965"/>
                  </a:lnTo>
                  <a:lnTo>
                    <a:pt x="990" y="934"/>
                  </a:lnTo>
                  <a:lnTo>
                    <a:pt x="980" y="867"/>
                  </a:lnTo>
                  <a:lnTo>
                    <a:pt x="973" y="849"/>
                  </a:lnTo>
                  <a:lnTo>
                    <a:pt x="947" y="827"/>
                  </a:lnTo>
                  <a:lnTo>
                    <a:pt x="947" y="790"/>
                  </a:lnTo>
                  <a:lnTo>
                    <a:pt x="965" y="772"/>
                  </a:lnTo>
                  <a:lnTo>
                    <a:pt x="965" y="772"/>
                  </a:lnTo>
                  <a:lnTo>
                    <a:pt x="961" y="752"/>
                  </a:lnTo>
                  <a:lnTo>
                    <a:pt x="957" y="737"/>
                  </a:lnTo>
                  <a:lnTo>
                    <a:pt x="953" y="731"/>
                  </a:lnTo>
                  <a:lnTo>
                    <a:pt x="949" y="725"/>
                  </a:lnTo>
                  <a:lnTo>
                    <a:pt x="949" y="725"/>
                  </a:lnTo>
                  <a:lnTo>
                    <a:pt x="945" y="717"/>
                  </a:lnTo>
                  <a:lnTo>
                    <a:pt x="943" y="711"/>
                  </a:lnTo>
                  <a:lnTo>
                    <a:pt x="945" y="703"/>
                  </a:lnTo>
                  <a:lnTo>
                    <a:pt x="945" y="703"/>
                  </a:lnTo>
                  <a:lnTo>
                    <a:pt x="945" y="703"/>
                  </a:lnTo>
                  <a:lnTo>
                    <a:pt x="945" y="703"/>
                  </a:lnTo>
                  <a:lnTo>
                    <a:pt x="945" y="703"/>
                  </a:lnTo>
                  <a:lnTo>
                    <a:pt x="945" y="703"/>
                  </a:lnTo>
                  <a:lnTo>
                    <a:pt x="945" y="703"/>
                  </a:lnTo>
                  <a:lnTo>
                    <a:pt x="945" y="703"/>
                  </a:lnTo>
                  <a:lnTo>
                    <a:pt x="955" y="699"/>
                  </a:lnTo>
                  <a:lnTo>
                    <a:pt x="971" y="691"/>
                  </a:lnTo>
                  <a:lnTo>
                    <a:pt x="971" y="666"/>
                  </a:lnTo>
                  <a:lnTo>
                    <a:pt x="955" y="640"/>
                  </a:lnTo>
                  <a:lnTo>
                    <a:pt x="929" y="616"/>
                  </a:lnTo>
                  <a:lnTo>
                    <a:pt x="961" y="599"/>
                  </a:lnTo>
                  <a:lnTo>
                    <a:pt x="973" y="599"/>
                  </a:lnTo>
                  <a:lnTo>
                    <a:pt x="1000" y="569"/>
                  </a:lnTo>
                  <a:lnTo>
                    <a:pt x="1000" y="548"/>
                  </a:lnTo>
                  <a:lnTo>
                    <a:pt x="1000" y="548"/>
                  </a:lnTo>
                  <a:lnTo>
                    <a:pt x="996" y="546"/>
                  </a:lnTo>
                  <a:lnTo>
                    <a:pt x="996" y="544"/>
                  </a:lnTo>
                  <a:lnTo>
                    <a:pt x="994" y="540"/>
                  </a:lnTo>
                  <a:lnTo>
                    <a:pt x="994" y="540"/>
                  </a:lnTo>
                  <a:lnTo>
                    <a:pt x="996" y="536"/>
                  </a:lnTo>
                  <a:lnTo>
                    <a:pt x="1000" y="532"/>
                  </a:lnTo>
                  <a:lnTo>
                    <a:pt x="1000" y="532"/>
                  </a:lnTo>
                  <a:lnTo>
                    <a:pt x="1010" y="524"/>
                  </a:lnTo>
                  <a:lnTo>
                    <a:pt x="1022" y="514"/>
                  </a:lnTo>
                  <a:lnTo>
                    <a:pt x="1036" y="504"/>
                  </a:lnTo>
                  <a:lnTo>
                    <a:pt x="1010" y="467"/>
                  </a:lnTo>
                  <a:lnTo>
                    <a:pt x="996" y="445"/>
                  </a:lnTo>
                  <a:lnTo>
                    <a:pt x="955" y="414"/>
                  </a:lnTo>
                  <a:lnTo>
                    <a:pt x="955" y="414"/>
                  </a:lnTo>
                  <a:lnTo>
                    <a:pt x="955" y="414"/>
                  </a:lnTo>
                  <a:lnTo>
                    <a:pt x="955" y="414"/>
                  </a:lnTo>
                  <a:lnTo>
                    <a:pt x="955" y="414"/>
                  </a:lnTo>
                  <a:lnTo>
                    <a:pt x="955" y="414"/>
                  </a:lnTo>
                  <a:lnTo>
                    <a:pt x="955" y="414"/>
                  </a:lnTo>
                  <a:lnTo>
                    <a:pt x="955" y="414"/>
                  </a:lnTo>
                  <a:lnTo>
                    <a:pt x="955" y="414"/>
                  </a:lnTo>
                  <a:lnTo>
                    <a:pt x="955" y="414"/>
                  </a:lnTo>
                  <a:lnTo>
                    <a:pt x="955" y="414"/>
                  </a:lnTo>
                  <a:lnTo>
                    <a:pt x="955" y="414"/>
                  </a:lnTo>
                  <a:lnTo>
                    <a:pt x="955" y="414"/>
                  </a:lnTo>
                  <a:lnTo>
                    <a:pt x="955" y="414"/>
                  </a:lnTo>
                  <a:lnTo>
                    <a:pt x="955" y="414"/>
                  </a:lnTo>
                  <a:lnTo>
                    <a:pt x="955" y="414"/>
                  </a:lnTo>
                  <a:lnTo>
                    <a:pt x="955" y="414"/>
                  </a:lnTo>
                  <a:lnTo>
                    <a:pt x="955" y="414"/>
                  </a:lnTo>
                  <a:lnTo>
                    <a:pt x="955" y="414"/>
                  </a:lnTo>
                  <a:lnTo>
                    <a:pt x="955" y="414"/>
                  </a:lnTo>
                  <a:lnTo>
                    <a:pt x="955" y="414"/>
                  </a:lnTo>
                  <a:lnTo>
                    <a:pt x="955" y="408"/>
                  </a:lnTo>
                  <a:lnTo>
                    <a:pt x="959" y="398"/>
                  </a:lnTo>
                  <a:lnTo>
                    <a:pt x="947" y="390"/>
                  </a:lnTo>
                  <a:lnTo>
                    <a:pt x="906" y="398"/>
                  </a:lnTo>
                  <a:lnTo>
                    <a:pt x="880" y="421"/>
                  </a:lnTo>
                  <a:lnTo>
                    <a:pt x="847" y="421"/>
                  </a:lnTo>
                  <a:lnTo>
                    <a:pt x="813" y="414"/>
                  </a:lnTo>
                  <a:lnTo>
                    <a:pt x="803" y="404"/>
                  </a:lnTo>
                  <a:lnTo>
                    <a:pt x="823" y="368"/>
                  </a:lnTo>
                  <a:lnTo>
                    <a:pt x="809" y="349"/>
                  </a:lnTo>
                  <a:lnTo>
                    <a:pt x="793" y="341"/>
                  </a:lnTo>
                  <a:lnTo>
                    <a:pt x="793" y="341"/>
                  </a:lnTo>
                  <a:lnTo>
                    <a:pt x="793" y="341"/>
                  </a:lnTo>
                  <a:lnTo>
                    <a:pt x="795" y="331"/>
                  </a:lnTo>
                  <a:lnTo>
                    <a:pt x="795" y="331"/>
                  </a:lnTo>
                  <a:lnTo>
                    <a:pt x="793" y="325"/>
                  </a:lnTo>
                  <a:lnTo>
                    <a:pt x="791" y="323"/>
                  </a:lnTo>
                  <a:lnTo>
                    <a:pt x="789" y="321"/>
                  </a:lnTo>
                  <a:lnTo>
                    <a:pt x="789" y="321"/>
                  </a:lnTo>
                  <a:lnTo>
                    <a:pt x="789" y="321"/>
                  </a:lnTo>
                  <a:lnTo>
                    <a:pt x="789" y="321"/>
                  </a:lnTo>
                  <a:lnTo>
                    <a:pt x="789" y="321"/>
                  </a:lnTo>
                  <a:lnTo>
                    <a:pt x="789" y="321"/>
                  </a:lnTo>
                  <a:lnTo>
                    <a:pt x="789" y="321"/>
                  </a:lnTo>
                  <a:lnTo>
                    <a:pt x="789" y="321"/>
                  </a:lnTo>
                  <a:lnTo>
                    <a:pt x="789" y="321"/>
                  </a:lnTo>
                  <a:lnTo>
                    <a:pt x="789" y="321"/>
                  </a:lnTo>
                  <a:lnTo>
                    <a:pt x="789" y="321"/>
                  </a:lnTo>
                  <a:lnTo>
                    <a:pt x="768" y="321"/>
                  </a:lnTo>
                  <a:lnTo>
                    <a:pt x="768" y="321"/>
                  </a:lnTo>
                  <a:lnTo>
                    <a:pt x="754" y="319"/>
                  </a:lnTo>
                  <a:lnTo>
                    <a:pt x="754" y="319"/>
                  </a:lnTo>
                  <a:lnTo>
                    <a:pt x="754" y="319"/>
                  </a:lnTo>
                  <a:lnTo>
                    <a:pt x="754" y="319"/>
                  </a:lnTo>
                  <a:lnTo>
                    <a:pt x="754" y="319"/>
                  </a:lnTo>
                  <a:lnTo>
                    <a:pt x="754" y="319"/>
                  </a:lnTo>
                  <a:lnTo>
                    <a:pt x="754" y="319"/>
                  </a:lnTo>
                  <a:lnTo>
                    <a:pt x="754" y="319"/>
                  </a:lnTo>
                  <a:lnTo>
                    <a:pt x="754" y="319"/>
                  </a:lnTo>
                  <a:lnTo>
                    <a:pt x="754" y="319"/>
                  </a:lnTo>
                  <a:lnTo>
                    <a:pt x="754" y="319"/>
                  </a:lnTo>
                  <a:lnTo>
                    <a:pt x="754" y="319"/>
                  </a:lnTo>
                  <a:lnTo>
                    <a:pt x="754" y="319"/>
                  </a:lnTo>
                  <a:lnTo>
                    <a:pt x="754" y="319"/>
                  </a:lnTo>
                  <a:lnTo>
                    <a:pt x="754" y="319"/>
                  </a:lnTo>
                  <a:lnTo>
                    <a:pt x="754" y="319"/>
                  </a:lnTo>
                  <a:lnTo>
                    <a:pt x="754" y="319"/>
                  </a:lnTo>
                  <a:lnTo>
                    <a:pt x="754" y="319"/>
                  </a:lnTo>
                  <a:lnTo>
                    <a:pt x="754" y="319"/>
                  </a:lnTo>
                  <a:lnTo>
                    <a:pt x="754" y="319"/>
                  </a:lnTo>
                  <a:lnTo>
                    <a:pt x="754" y="319"/>
                  </a:lnTo>
                  <a:lnTo>
                    <a:pt x="754" y="319"/>
                  </a:lnTo>
                  <a:lnTo>
                    <a:pt x="754" y="319"/>
                  </a:lnTo>
                  <a:lnTo>
                    <a:pt x="754" y="319"/>
                  </a:lnTo>
                  <a:lnTo>
                    <a:pt x="754" y="319"/>
                  </a:lnTo>
                  <a:lnTo>
                    <a:pt x="754" y="319"/>
                  </a:lnTo>
                  <a:lnTo>
                    <a:pt x="754" y="319"/>
                  </a:lnTo>
                  <a:lnTo>
                    <a:pt x="754" y="319"/>
                  </a:lnTo>
                  <a:lnTo>
                    <a:pt x="730" y="329"/>
                  </a:lnTo>
                  <a:lnTo>
                    <a:pt x="720" y="311"/>
                  </a:lnTo>
                  <a:lnTo>
                    <a:pt x="675" y="335"/>
                  </a:lnTo>
                  <a:lnTo>
                    <a:pt x="650" y="329"/>
                  </a:lnTo>
                  <a:lnTo>
                    <a:pt x="650" y="329"/>
                  </a:lnTo>
                  <a:lnTo>
                    <a:pt x="648" y="319"/>
                  </a:lnTo>
                  <a:lnTo>
                    <a:pt x="644" y="303"/>
                  </a:lnTo>
                  <a:lnTo>
                    <a:pt x="640" y="284"/>
                  </a:lnTo>
                  <a:lnTo>
                    <a:pt x="636" y="274"/>
                  </a:lnTo>
                  <a:lnTo>
                    <a:pt x="630" y="262"/>
                  </a:lnTo>
                  <a:lnTo>
                    <a:pt x="598" y="258"/>
                  </a:lnTo>
                  <a:lnTo>
                    <a:pt x="567" y="221"/>
                  </a:lnTo>
                  <a:lnTo>
                    <a:pt x="567" y="197"/>
                  </a:lnTo>
                  <a:lnTo>
                    <a:pt x="533" y="171"/>
                  </a:lnTo>
                  <a:lnTo>
                    <a:pt x="520" y="148"/>
                  </a:lnTo>
                  <a:lnTo>
                    <a:pt x="520" y="126"/>
                  </a:lnTo>
                  <a:lnTo>
                    <a:pt x="508" y="114"/>
                  </a:lnTo>
                  <a:lnTo>
                    <a:pt x="514" y="98"/>
                  </a:lnTo>
                  <a:lnTo>
                    <a:pt x="514" y="81"/>
                  </a:lnTo>
                  <a:lnTo>
                    <a:pt x="514" y="81"/>
                  </a:lnTo>
                  <a:lnTo>
                    <a:pt x="514" y="75"/>
                  </a:lnTo>
                  <a:lnTo>
                    <a:pt x="512" y="61"/>
                  </a:lnTo>
                  <a:lnTo>
                    <a:pt x="512" y="61"/>
                  </a:lnTo>
                  <a:lnTo>
                    <a:pt x="504" y="37"/>
                  </a:lnTo>
                  <a:lnTo>
                    <a:pt x="486" y="12"/>
                  </a:lnTo>
                  <a:lnTo>
                    <a:pt x="476" y="0"/>
                  </a:lnTo>
                  <a:lnTo>
                    <a:pt x="472" y="0"/>
                  </a:lnTo>
                </a:path>
              </a:pathLst>
            </a:custGeom>
            <a:grpFill/>
            <a:ln w="14564" cap="flat">
              <a:solidFill>
                <a:schemeClr val="accent1">
                  <a:alpha val="13000"/>
                </a:schemeClr>
              </a:solidFill>
              <a:prstDash val="solid"/>
              <a:bevel/>
            </a:ln>
          </p:spPr>
          <p:txBody>
            <a:bodyPr rtlCol="0" anchor="ctr"/>
            <a:lstStyle/>
            <a:p>
              <a:endParaRPr lang="en-US" sz="2000">
                <a:solidFill>
                  <a:schemeClr val="accent1"/>
                </a:solidFill>
              </a:endParaRPr>
            </a:p>
          </p:txBody>
        </p:sp>
        <p:sp>
          <p:nvSpPr>
            <p:cNvPr id="26" name="A4_Auvergne-Rhône-Alpes">
              <a:extLst>
                <a:ext uri="{FF2B5EF4-FFF2-40B4-BE49-F238E27FC236}">
                  <a16:creationId xmlns:a16="http://schemas.microsoft.com/office/drawing/2014/main" id="{FB4D1AE2-81FF-84B9-6A96-E3972E4E7718}"/>
                </a:ext>
              </a:extLst>
            </p:cNvPr>
            <p:cNvSpPr>
              <a:spLocks/>
            </p:cNvSpPr>
            <p:nvPr/>
          </p:nvSpPr>
          <p:spPr bwMode="auto">
            <a:xfrm>
              <a:off x="7424519" y="3183007"/>
              <a:ext cx="871524" cy="654903"/>
            </a:xfrm>
            <a:custGeom>
              <a:avLst/>
              <a:gdLst/>
              <a:ahLst/>
              <a:cxnLst>
                <a:cxn ang="0">
                  <a:pos x="89" y="209"/>
                </a:cxn>
                <a:cxn ang="0">
                  <a:pos x="150" y="444"/>
                </a:cxn>
                <a:cxn ang="0">
                  <a:pos x="97" y="540"/>
                </a:cxn>
                <a:cxn ang="0">
                  <a:pos x="117" y="670"/>
                </a:cxn>
                <a:cxn ang="0">
                  <a:pos x="55" y="798"/>
                </a:cxn>
                <a:cxn ang="0">
                  <a:pos x="52" y="1050"/>
                </a:cxn>
                <a:cxn ang="0">
                  <a:pos x="132" y="1044"/>
                </a:cxn>
                <a:cxn ang="0">
                  <a:pos x="164" y="1021"/>
                </a:cxn>
                <a:cxn ang="0">
                  <a:pos x="193" y="948"/>
                </a:cxn>
                <a:cxn ang="0">
                  <a:pos x="245" y="906"/>
                </a:cxn>
                <a:cxn ang="0">
                  <a:pos x="250" y="944"/>
                </a:cxn>
                <a:cxn ang="0">
                  <a:pos x="278" y="956"/>
                </a:cxn>
                <a:cxn ang="0">
                  <a:pos x="317" y="1038"/>
                </a:cxn>
                <a:cxn ang="0">
                  <a:pos x="404" y="940"/>
                </a:cxn>
                <a:cxn ang="0">
                  <a:pos x="467" y="940"/>
                </a:cxn>
                <a:cxn ang="0">
                  <a:pos x="571" y="944"/>
                </a:cxn>
                <a:cxn ang="0">
                  <a:pos x="615" y="991"/>
                </a:cxn>
                <a:cxn ang="0">
                  <a:pos x="656" y="1125"/>
                </a:cxn>
                <a:cxn ang="0">
                  <a:pos x="668" y="1135"/>
                </a:cxn>
                <a:cxn ang="0">
                  <a:pos x="717" y="1194"/>
                </a:cxn>
                <a:cxn ang="0">
                  <a:pos x="747" y="1218"/>
                </a:cxn>
                <a:cxn ang="0">
                  <a:pos x="770" y="1196"/>
                </a:cxn>
                <a:cxn ang="0">
                  <a:pos x="790" y="1206"/>
                </a:cxn>
                <a:cxn ang="0">
                  <a:pos x="893" y="1194"/>
                </a:cxn>
                <a:cxn ang="0">
                  <a:pos x="1028" y="1206"/>
                </a:cxn>
                <a:cxn ang="0">
                  <a:pos x="1054" y="1198"/>
                </a:cxn>
                <a:cxn ang="0">
                  <a:pos x="1127" y="1249"/>
                </a:cxn>
                <a:cxn ang="0">
                  <a:pos x="1172" y="1291"/>
                </a:cxn>
                <a:cxn ang="0">
                  <a:pos x="1225" y="1243"/>
                </a:cxn>
                <a:cxn ang="0">
                  <a:pos x="1164" y="1147"/>
                </a:cxn>
                <a:cxn ang="0">
                  <a:pos x="1202" y="1094"/>
                </a:cxn>
                <a:cxn ang="0">
                  <a:pos x="1269" y="1015"/>
                </a:cxn>
                <a:cxn ang="0">
                  <a:pos x="1288" y="987"/>
                </a:cxn>
                <a:cxn ang="0">
                  <a:pos x="1286" y="991"/>
                </a:cxn>
                <a:cxn ang="0">
                  <a:pos x="1346" y="954"/>
                </a:cxn>
                <a:cxn ang="0">
                  <a:pos x="1373" y="940"/>
                </a:cxn>
                <a:cxn ang="0">
                  <a:pos x="1377" y="936"/>
                </a:cxn>
                <a:cxn ang="0">
                  <a:pos x="1377" y="936"/>
                </a:cxn>
                <a:cxn ang="0">
                  <a:pos x="1379" y="936"/>
                </a:cxn>
                <a:cxn ang="0">
                  <a:pos x="1418" y="936"/>
                </a:cxn>
                <a:cxn ang="0">
                  <a:pos x="1458" y="926"/>
                </a:cxn>
                <a:cxn ang="0">
                  <a:pos x="1436" y="873"/>
                </a:cxn>
                <a:cxn ang="0">
                  <a:pos x="1426" y="818"/>
                </a:cxn>
                <a:cxn ang="0">
                  <a:pos x="1501" y="845"/>
                </a:cxn>
                <a:cxn ang="0">
                  <a:pos x="1627" y="810"/>
                </a:cxn>
                <a:cxn ang="0">
                  <a:pos x="1613" y="497"/>
                </a:cxn>
                <a:cxn ang="0">
                  <a:pos x="1574" y="174"/>
                </a:cxn>
                <a:cxn ang="0">
                  <a:pos x="1344" y="207"/>
                </a:cxn>
                <a:cxn ang="0">
                  <a:pos x="1221" y="223"/>
                </a:cxn>
                <a:cxn ang="0">
                  <a:pos x="1145" y="225"/>
                </a:cxn>
                <a:cxn ang="0">
                  <a:pos x="1062" y="142"/>
                </a:cxn>
                <a:cxn ang="0">
                  <a:pos x="963" y="183"/>
                </a:cxn>
                <a:cxn ang="0">
                  <a:pos x="961" y="209"/>
                </a:cxn>
                <a:cxn ang="0">
                  <a:pos x="942" y="241"/>
                </a:cxn>
                <a:cxn ang="0">
                  <a:pos x="918" y="304"/>
                </a:cxn>
                <a:cxn ang="0">
                  <a:pos x="896" y="249"/>
                </a:cxn>
                <a:cxn ang="0">
                  <a:pos x="715" y="294"/>
                </a:cxn>
                <a:cxn ang="0">
                  <a:pos x="552" y="73"/>
                </a:cxn>
                <a:cxn ang="0">
                  <a:pos x="477" y="69"/>
                </a:cxn>
                <a:cxn ang="0">
                  <a:pos x="434" y="63"/>
                </a:cxn>
              </a:cxnLst>
              <a:rect l="0" t="0" r="r" b="b"/>
              <a:pathLst>
                <a:path w="1730" h="1300">
                  <a:moveTo>
                    <a:pt x="331" y="0"/>
                  </a:moveTo>
                  <a:lnTo>
                    <a:pt x="296" y="20"/>
                  </a:lnTo>
                  <a:lnTo>
                    <a:pt x="282" y="36"/>
                  </a:lnTo>
                  <a:lnTo>
                    <a:pt x="258" y="46"/>
                  </a:lnTo>
                  <a:lnTo>
                    <a:pt x="225" y="34"/>
                  </a:lnTo>
                  <a:lnTo>
                    <a:pt x="221" y="50"/>
                  </a:lnTo>
                  <a:lnTo>
                    <a:pt x="182" y="69"/>
                  </a:lnTo>
                  <a:lnTo>
                    <a:pt x="182" y="89"/>
                  </a:lnTo>
                  <a:lnTo>
                    <a:pt x="176" y="111"/>
                  </a:lnTo>
                  <a:lnTo>
                    <a:pt x="164" y="136"/>
                  </a:lnTo>
                  <a:lnTo>
                    <a:pt x="124" y="142"/>
                  </a:lnTo>
                  <a:lnTo>
                    <a:pt x="91" y="158"/>
                  </a:lnTo>
                  <a:lnTo>
                    <a:pt x="79" y="180"/>
                  </a:lnTo>
                  <a:lnTo>
                    <a:pt x="89" y="209"/>
                  </a:lnTo>
                  <a:lnTo>
                    <a:pt x="117" y="233"/>
                  </a:lnTo>
                  <a:lnTo>
                    <a:pt x="142" y="245"/>
                  </a:lnTo>
                  <a:lnTo>
                    <a:pt x="162" y="272"/>
                  </a:lnTo>
                  <a:lnTo>
                    <a:pt x="168" y="314"/>
                  </a:lnTo>
                  <a:lnTo>
                    <a:pt x="180" y="327"/>
                  </a:lnTo>
                  <a:lnTo>
                    <a:pt x="182" y="327"/>
                  </a:lnTo>
                  <a:lnTo>
                    <a:pt x="182" y="327"/>
                  </a:lnTo>
                  <a:lnTo>
                    <a:pt x="180" y="331"/>
                  </a:lnTo>
                  <a:lnTo>
                    <a:pt x="178" y="333"/>
                  </a:lnTo>
                  <a:lnTo>
                    <a:pt x="182" y="363"/>
                  </a:lnTo>
                  <a:lnTo>
                    <a:pt x="193" y="396"/>
                  </a:lnTo>
                  <a:lnTo>
                    <a:pt x="154" y="436"/>
                  </a:lnTo>
                  <a:lnTo>
                    <a:pt x="154" y="436"/>
                  </a:lnTo>
                  <a:lnTo>
                    <a:pt x="150" y="444"/>
                  </a:lnTo>
                  <a:lnTo>
                    <a:pt x="146" y="449"/>
                  </a:lnTo>
                  <a:lnTo>
                    <a:pt x="142" y="453"/>
                  </a:lnTo>
                  <a:lnTo>
                    <a:pt x="142" y="453"/>
                  </a:lnTo>
                  <a:lnTo>
                    <a:pt x="134" y="455"/>
                  </a:lnTo>
                  <a:lnTo>
                    <a:pt x="126" y="461"/>
                  </a:lnTo>
                  <a:lnTo>
                    <a:pt x="117" y="469"/>
                  </a:lnTo>
                  <a:lnTo>
                    <a:pt x="113" y="475"/>
                  </a:lnTo>
                  <a:lnTo>
                    <a:pt x="113" y="475"/>
                  </a:lnTo>
                  <a:lnTo>
                    <a:pt x="109" y="481"/>
                  </a:lnTo>
                  <a:lnTo>
                    <a:pt x="107" y="491"/>
                  </a:lnTo>
                  <a:lnTo>
                    <a:pt x="105" y="499"/>
                  </a:lnTo>
                  <a:lnTo>
                    <a:pt x="105" y="499"/>
                  </a:lnTo>
                  <a:lnTo>
                    <a:pt x="101" y="512"/>
                  </a:lnTo>
                  <a:lnTo>
                    <a:pt x="97" y="540"/>
                  </a:lnTo>
                  <a:lnTo>
                    <a:pt x="103" y="540"/>
                  </a:lnTo>
                  <a:lnTo>
                    <a:pt x="115" y="524"/>
                  </a:lnTo>
                  <a:lnTo>
                    <a:pt x="158" y="518"/>
                  </a:lnTo>
                  <a:lnTo>
                    <a:pt x="166" y="540"/>
                  </a:lnTo>
                  <a:lnTo>
                    <a:pt x="164" y="576"/>
                  </a:lnTo>
                  <a:lnTo>
                    <a:pt x="134" y="585"/>
                  </a:lnTo>
                  <a:lnTo>
                    <a:pt x="148" y="621"/>
                  </a:lnTo>
                  <a:lnTo>
                    <a:pt x="164" y="646"/>
                  </a:lnTo>
                  <a:lnTo>
                    <a:pt x="164" y="646"/>
                  </a:lnTo>
                  <a:lnTo>
                    <a:pt x="164" y="646"/>
                  </a:lnTo>
                  <a:lnTo>
                    <a:pt x="152" y="656"/>
                  </a:lnTo>
                  <a:lnTo>
                    <a:pt x="156" y="680"/>
                  </a:lnTo>
                  <a:lnTo>
                    <a:pt x="132" y="686"/>
                  </a:lnTo>
                  <a:lnTo>
                    <a:pt x="117" y="670"/>
                  </a:lnTo>
                  <a:lnTo>
                    <a:pt x="107" y="676"/>
                  </a:lnTo>
                  <a:lnTo>
                    <a:pt x="113" y="698"/>
                  </a:lnTo>
                  <a:lnTo>
                    <a:pt x="105" y="711"/>
                  </a:lnTo>
                  <a:lnTo>
                    <a:pt x="77" y="725"/>
                  </a:lnTo>
                  <a:lnTo>
                    <a:pt x="61" y="737"/>
                  </a:lnTo>
                  <a:lnTo>
                    <a:pt x="48" y="749"/>
                  </a:lnTo>
                  <a:lnTo>
                    <a:pt x="59" y="772"/>
                  </a:lnTo>
                  <a:lnTo>
                    <a:pt x="59" y="772"/>
                  </a:lnTo>
                  <a:lnTo>
                    <a:pt x="61" y="776"/>
                  </a:lnTo>
                  <a:lnTo>
                    <a:pt x="61" y="782"/>
                  </a:lnTo>
                  <a:lnTo>
                    <a:pt x="61" y="782"/>
                  </a:lnTo>
                  <a:lnTo>
                    <a:pt x="61" y="788"/>
                  </a:lnTo>
                  <a:lnTo>
                    <a:pt x="57" y="794"/>
                  </a:lnTo>
                  <a:lnTo>
                    <a:pt x="55" y="798"/>
                  </a:lnTo>
                  <a:lnTo>
                    <a:pt x="38" y="804"/>
                  </a:lnTo>
                  <a:lnTo>
                    <a:pt x="50" y="822"/>
                  </a:lnTo>
                  <a:lnTo>
                    <a:pt x="28" y="834"/>
                  </a:lnTo>
                  <a:lnTo>
                    <a:pt x="28" y="853"/>
                  </a:lnTo>
                  <a:lnTo>
                    <a:pt x="16" y="873"/>
                  </a:lnTo>
                  <a:lnTo>
                    <a:pt x="0" y="879"/>
                  </a:lnTo>
                  <a:lnTo>
                    <a:pt x="10" y="891"/>
                  </a:lnTo>
                  <a:lnTo>
                    <a:pt x="4" y="912"/>
                  </a:lnTo>
                  <a:lnTo>
                    <a:pt x="26" y="936"/>
                  </a:lnTo>
                  <a:lnTo>
                    <a:pt x="36" y="960"/>
                  </a:lnTo>
                  <a:lnTo>
                    <a:pt x="36" y="985"/>
                  </a:lnTo>
                  <a:lnTo>
                    <a:pt x="26" y="1017"/>
                  </a:lnTo>
                  <a:lnTo>
                    <a:pt x="40" y="1036"/>
                  </a:lnTo>
                  <a:lnTo>
                    <a:pt x="52" y="1050"/>
                  </a:lnTo>
                  <a:lnTo>
                    <a:pt x="52" y="1050"/>
                  </a:lnTo>
                  <a:lnTo>
                    <a:pt x="65" y="1036"/>
                  </a:lnTo>
                  <a:lnTo>
                    <a:pt x="93" y="1025"/>
                  </a:lnTo>
                  <a:lnTo>
                    <a:pt x="109" y="1046"/>
                  </a:lnTo>
                  <a:lnTo>
                    <a:pt x="109" y="1046"/>
                  </a:lnTo>
                  <a:lnTo>
                    <a:pt x="115" y="1046"/>
                  </a:lnTo>
                  <a:lnTo>
                    <a:pt x="128" y="1044"/>
                  </a:lnTo>
                  <a:lnTo>
                    <a:pt x="128" y="1044"/>
                  </a:lnTo>
                  <a:lnTo>
                    <a:pt x="128" y="1044"/>
                  </a:lnTo>
                  <a:lnTo>
                    <a:pt x="128" y="1044"/>
                  </a:lnTo>
                  <a:lnTo>
                    <a:pt x="128" y="1044"/>
                  </a:lnTo>
                  <a:lnTo>
                    <a:pt x="128" y="1044"/>
                  </a:lnTo>
                  <a:lnTo>
                    <a:pt x="132" y="1044"/>
                  </a:lnTo>
                  <a:lnTo>
                    <a:pt x="132" y="1044"/>
                  </a:lnTo>
                  <a:lnTo>
                    <a:pt x="132" y="1044"/>
                  </a:lnTo>
                  <a:lnTo>
                    <a:pt x="132" y="1046"/>
                  </a:lnTo>
                  <a:lnTo>
                    <a:pt x="132" y="1046"/>
                  </a:lnTo>
                  <a:lnTo>
                    <a:pt x="138" y="1046"/>
                  </a:lnTo>
                  <a:lnTo>
                    <a:pt x="138" y="1046"/>
                  </a:lnTo>
                  <a:lnTo>
                    <a:pt x="138" y="1046"/>
                  </a:lnTo>
                  <a:lnTo>
                    <a:pt x="138" y="1046"/>
                  </a:lnTo>
                  <a:lnTo>
                    <a:pt x="138" y="1046"/>
                  </a:lnTo>
                  <a:lnTo>
                    <a:pt x="138" y="1046"/>
                  </a:lnTo>
                  <a:lnTo>
                    <a:pt x="146" y="1044"/>
                  </a:lnTo>
                  <a:lnTo>
                    <a:pt x="146" y="1044"/>
                  </a:lnTo>
                  <a:lnTo>
                    <a:pt x="146" y="1044"/>
                  </a:lnTo>
                  <a:lnTo>
                    <a:pt x="152" y="1029"/>
                  </a:lnTo>
                  <a:lnTo>
                    <a:pt x="164" y="1021"/>
                  </a:lnTo>
                  <a:lnTo>
                    <a:pt x="178" y="1013"/>
                  </a:lnTo>
                  <a:lnTo>
                    <a:pt x="172" y="985"/>
                  </a:lnTo>
                  <a:lnTo>
                    <a:pt x="172" y="985"/>
                  </a:lnTo>
                  <a:lnTo>
                    <a:pt x="172" y="985"/>
                  </a:lnTo>
                  <a:lnTo>
                    <a:pt x="174" y="979"/>
                  </a:lnTo>
                  <a:lnTo>
                    <a:pt x="176" y="973"/>
                  </a:lnTo>
                  <a:lnTo>
                    <a:pt x="180" y="971"/>
                  </a:lnTo>
                  <a:lnTo>
                    <a:pt x="180" y="971"/>
                  </a:lnTo>
                  <a:lnTo>
                    <a:pt x="193" y="966"/>
                  </a:lnTo>
                  <a:lnTo>
                    <a:pt x="193" y="966"/>
                  </a:lnTo>
                  <a:lnTo>
                    <a:pt x="193" y="948"/>
                  </a:lnTo>
                  <a:lnTo>
                    <a:pt x="193" y="948"/>
                  </a:lnTo>
                  <a:lnTo>
                    <a:pt x="193" y="948"/>
                  </a:lnTo>
                  <a:lnTo>
                    <a:pt x="193" y="948"/>
                  </a:lnTo>
                  <a:lnTo>
                    <a:pt x="195" y="942"/>
                  </a:lnTo>
                  <a:lnTo>
                    <a:pt x="199" y="938"/>
                  </a:lnTo>
                  <a:lnTo>
                    <a:pt x="205" y="934"/>
                  </a:lnTo>
                  <a:lnTo>
                    <a:pt x="221" y="932"/>
                  </a:lnTo>
                  <a:lnTo>
                    <a:pt x="221" y="916"/>
                  </a:lnTo>
                  <a:lnTo>
                    <a:pt x="235" y="908"/>
                  </a:lnTo>
                  <a:lnTo>
                    <a:pt x="235" y="908"/>
                  </a:lnTo>
                  <a:lnTo>
                    <a:pt x="235" y="908"/>
                  </a:lnTo>
                  <a:lnTo>
                    <a:pt x="235" y="908"/>
                  </a:lnTo>
                  <a:lnTo>
                    <a:pt x="245" y="906"/>
                  </a:lnTo>
                  <a:lnTo>
                    <a:pt x="245" y="906"/>
                  </a:lnTo>
                  <a:lnTo>
                    <a:pt x="245" y="906"/>
                  </a:lnTo>
                  <a:lnTo>
                    <a:pt x="245" y="906"/>
                  </a:lnTo>
                  <a:lnTo>
                    <a:pt x="245" y="906"/>
                  </a:lnTo>
                  <a:lnTo>
                    <a:pt x="245" y="906"/>
                  </a:lnTo>
                  <a:lnTo>
                    <a:pt x="245" y="906"/>
                  </a:lnTo>
                  <a:lnTo>
                    <a:pt x="245" y="906"/>
                  </a:lnTo>
                  <a:lnTo>
                    <a:pt x="250" y="906"/>
                  </a:lnTo>
                  <a:lnTo>
                    <a:pt x="250" y="908"/>
                  </a:lnTo>
                  <a:lnTo>
                    <a:pt x="252" y="912"/>
                  </a:lnTo>
                  <a:lnTo>
                    <a:pt x="252" y="912"/>
                  </a:lnTo>
                  <a:lnTo>
                    <a:pt x="252" y="912"/>
                  </a:lnTo>
                  <a:lnTo>
                    <a:pt x="252" y="912"/>
                  </a:lnTo>
                  <a:lnTo>
                    <a:pt x="250" y="930"/>
                  </a:lnTo>
                  <a:lnTo>
                    <a:pt x="250" y="944"/>
                  </a:lnTo>
                  <a:lnTo>
                    <a:pt x="250" y="944"/>
                  </a:lnTo>
                  <a:lnTo>
                    <a:pt x="250" y="944"/>
                  </a:lnTo>
                  <a:lnTo>
                    <a:pt x="250" y="944"/>
                  </a:lnTo>
                  <a:lnTo>
                    <a:pt x="250" y="944"/>
                  </a:lnTo>
                  <a:lnTo>
                    <a:pt x="250" y="944"/>
                  </a:lnTo>
                  <a:lnTo>
                    <a:pt x="250" y="944"/>
                  </a:lnTo>
                  <a:lnTo>
                    <a:pt x="250" y="944"/>
                  </a:lnTo>
                  <a:lnTo>
                    <a:pt x="250" y="944"/>
                  </a:lnTo>
                  <a:lnTo>
                    <a:pt x="250" y="944"/>
                  </a:lnTo>
                  <a:lnTo>
                    <a:pt x="250" y="944"/>
                  </a:lnTo>
                  <a:lnTo>
                    <a:pt x="250" y="944"/>
                  </a:lnTo>
                  <a:lnTo>
                    <a:pt x="250" y="944"/>
                  </a:lnTo>
                  <a:lnTo>
                    <a:pt x="250" y="944"/>
                  </a:lnTo>
                  <a:lnTo>
                    <a:pt x="266" y="940"/>
                  </a:lnTo>
                  <a:lnTo>
                    <a:pt x="266" y="940"/>
                  </a:lnTo>
                  <a:lnTo>
                    <a:pt x="274" y="948"/>
                  </a:lnTo>
                  <a:lnTo>
                    <a:pt x="278" y="956"/>
                  </a:lnTo>
                  <a:lnTo>
                    <a:pt x="282" y="966"/>
                  </a:lnTo>
                  <a:lnTo>
                    <a:pt x="298" y="977"/>
                  </a:lnTo>
                  <a:lnTo>
                    <a:pt x="298" y="977"/>
                  </a:lnTo>
                  <a:lnTo>
                    <a:pt x="300" y="977"/>
                  </a:lnTo>
                  <a:lnTo>
                    <a:pt x="302" y="983"/>
                  </a:lnTo>
                  <a:lnTo>
                    <a:pt x="302" y="983"/>
                  </a:lnTo>
                  <a:lnTo>
                    <a:pt x="300" y="987"/>
                  </a:lnTo>
                  <a:lnTo>
                    <a:pt x="300" y="987"/>
                  </a:lnTo>
                  <a:lnTo>
                    <a:pt x="298" y="995"/>
                  </a:lnTo>
                  <a:lnTo>
                    <a:pt x="298" y="1005"/>
                  </a:lnTo>
                  <a:lnTo>
                    <a:pt x="298" y="1005"/>
                  </a:lnTo>
                  <a:lnTo>
                    <a:pt x="298" y="1017"/>
                  </a:lnTo>
                  <a:lnTo>
                    <a:pt x="310" y="1040"/>
                  </a:lnTo>
                  <a:lnTo>
                    <a:pt x="317" y="1038"/>
                  </a:lnTo>
                  <a:lnTo>
                    <a:pt x="323" y="1031"/>
                  </a:lnTo>
                  <a:lnTo>
                    <a:pt x="335" y="999"/>
                  </a:lnTo>
                  <a:lnTo>
                    <a:pt x="339" y="981"/>
                  </a:lnTo>
                  <a:lnTo>
                    <a:pt x="345" y="964"/>
                  </a:lnTo>
                  <a:lnTo>
                    <a:pt x="355" y="948"/>
                  </a:lnTo>
                  <a:lnTo>
                    <a:pt x="357" y="926"/>
                  </a:lnTo>
                  <a:lnTo>
                    <a:pt x="357" y="926"/>
                  </a:lnTo>
                  <a:lnTo>
                    <a:pt x="363" y="924"/>
                  </a:lnTo>
                  <a:lnTo>
                    <a:pt x="375" y="920"/>
                  </a:lnTo>
                  <a:lnTo>
                    <a:pt x="375" y="920"/>
                  </a:lnTo>
                  <a:lnTo>
                    <a:pt x="378" y="922"/>
                  </a:lnTo>
                  <a:lnTo>
                    <a:pt x="380" y="924"/>
                  </a:lnTo>
                  <a:lnTo>
                    <a:pt x="380" y="928"/>
                  </a:lnTo>
                  <a:lnTo>
                    <a:pt x="404" y="940"/>
                  </a:lnTo>
                  <a:lnTo>
                    <a:pt x="412" y="908"/>
                  </a:lnTo>
                  <a:lnTo>
                    <a:pt x="412" y="908"/>
                  </a:lnTo>
                  <a:lnTo>
                    <a:pt x="418" y="906"/>
                  </a:lnTo>
                  <a:lnTo>
                    <a:pt x="418" y="906"/>
                  </a:lnTo>
                  <a:lnTo>
                    <a:pt x="432" y="903"/>
                  </a:lnTo>
                  <a:lnTo>
                    <a:pt x="447" y="893"/>
                  </a:lnTo>
                  <a:lnTo>
                    <a:pt x="451" y="889"/>
                  </a:lnTo>
                  <a:lnTo>
                    <a:pt x="457" y="893"/>
                  </a:lnTo>
                  <a:lnTo>
                    <a:pt x="465" y="916"/>
                  </a:lnTo>
                  <a:lnTo>
                    <a:pt x="471" y="928"/>
                  </a:lnTo>
                  <a:lnTo>
                    <a:pt x="471" y="928"/>
                  </a:lnTo>
                  <a:lnTo>
                    <a:pt x="471" y="928"/>
                  </a:lnTo>
                  <a:lnTo>
                    <a:pt x="469" y="932"/>
                  </a:lnTo>
                  <a:lnTo>
                    <a:pt x="467" y="940"/>
                  </a:lnTo>
                  <a:lnTo>
                    <a:pt x="467" y="940"/>
                  </a:lnTo>
                  <a:lnTo>
                    <a:pt x="469" y="946"/>
                  </a:lnTo>
                  <a:lnTo>
                    <a:pt x="469" y="946"/>
                  </a:lnTo>
                  <a:lnTo>
                    <a:pt x="483" y="966"/>
                  </a:lnTo>
                  <a:lnTo>
                    <a:pt x="510" y="964"/>
                  </a:lnTo>
                  <a:lnTo>
                    <a:pt x="516" y="952"/>
                  </a:lnTo>
                  <a:lnTo>
                    <a:pt x="518" y="940"/>
                  </a:lnTo>
                  <a:lnTo>
                    <a:pt x="530" y="932"/>
                  </a:lnTo>
                  <a:lnTo>
                    <a:pt x="530" y="932"/>
                  </a:lnTo>
                  <a:lnTo>
                    <a:pt x="544" y="950"/>
                  </a:lnTo>
                  <a:lnTo>
                    <a:pt x="562" y="948"/>
                  </a:lnTo>
                  <a:lnTo>
                    <a:pt x="562" y="948"/>
                  </a:lnTo>
                  <a:lnTo>
                    <a:pt x="566" y="946"/>
                  </a:lnTo>
                  <a:lnTo>
                    <a:pt x="571" y="944"/>
                  </a:lnTo>
                  <a:lnTo>
                    <a:pt x="571" y="944"/>
                  </a:lnTo>
                  <a:lnTo>
                    <a:pt x="571" y="944"/>
                  </a:lnTo>
                  <a:lnTo>
                    <a:pt x="571" y="944"/>
                  </a:lnTo>
                  <a:lnTo>
                    <a:pt x="571" y="944"/>
                  </a:lnTo>
                  <a:lnTo>
                    <a:pt x="571" y="944"/>
                  </a:lnTo>
                  <a:lnTo>
                    <a:pt x="573" y="946"/>
                  </a:lnTo>
                  <a:lnTo>
                    <a:pt x="575" y="948"/>
                  </a:lnTo>
                  <a:lnTo>
                    <a:pt x="575" y="948"/>
                  </a:lnTo>
                  <a:lnTo>
                    <a:pt x="579" y="971"/>
                  </a:lnTo>
                  <a:lnTo>
                    <a:pt x="589" y="981"/>
                  </a:lnTo>
                  <a:lnTo>
                    <a:pt x="605" y="987"/>
                  </a:lnTo>
                  <a:lnTo>
                    <a:pt x="615" y="991"/>
                  </a:lnTo>
                  <a:lnTo>
                    <a:pt x="615" y="991"/>
                  </a:lnTo>
                  <a:lnTo>
                    <a:pt x="615" y="991"/>
                  </a:lnTo>
                  <a:lnTo>
                    <a:pt x="615" y="993"/>
                  </a:lnTo>
                  <a:lnTo>
                    <a:pt x="613" y="999"/>
                  </a:lnTo>
                  <a:lnTo>
                    <a:pt x="613" y="999"/>
                  </a:lnTo>
                  <a:lnTo>
                    <a:pt x="615" y="1009"/>
                  </a:lnTo>
                  <a:lnTo>
                    <a:pt x="615" y="1009"/>
                  </a:lnTo>
                  <a:lnTo>
                    <a:pt x="619" y="1025"/>
                  </a:lnTo>
                  <a:lnTo>
                    <a:pt x="619" y="1034"/>
                  </a:lnTo>
                  <a:lnTo>
                    <a:pt x="619" y="1034"/>
                  </a:lnTo>
                  <a:lnTo>
                    <a:pt x="619" y="1048"/>
                  </a:lnTo>
                  <a:lnTo>
                    <a:pt x="640" y="1070"/>
                  </a:lnTo>
                  <a:lnTo>
                    <a:pt x="635" y="1080"/>
                  </a:lnTo>
                  <a:lnTo>
                    <a:pt x="646" y="1090"/>
                  </a:lnTo>
                  <a:lnTo>
                    <a:pt x="654" y="1103"/>
                  </a:lnTo>
                  <a:lnTo>
                    <a:pt x="656" y="1125"/>
                  </a:lnTo>
                  <a:lnTo>
                    <a:pt x="660" y="1137"/>
                  </a:lnTo>
                  <a:lnTo>
                    <a:pt x="660" y="1137"/>
                  </a:lnTo>
                  <a:lnTo>
                    <a:pt x="660" y="1137"/>
                  </a:lnTo>
                  <a:lnTo>
                    <a:pt x="660" y="1133"/>
                  </a:lnTo>
                  <a:lnTo>
                    <a:pt x="662" y="1133"/>
                  </a:lnTo>
                  <a:lnTo>
                    <a:pt x="662" y="1133"/>
                  </a:lnTo>
                  <a:lnTo>
                    <a:pt x="662" y="1133"/>
                  </a:lnTo>
                  <a:lnTo>
                    <a:pt x="662" y="1133"/>
                  </a:lnTo>
                  <a:lnTo>
                    <a:pt x="662" y="1133"/>
                  </a:lnTo>
                  <a:lnTo>
                    <a:pt x="662" y="1133"/>
                  </a:lnTo>
                  <a:lnTo>
                    <a:pt x="662" y="1133"/>
                  </a:lnTo>
                  <a:lnTo>
                    <a:pt x="662" y="1133"/>
                  </a:lnTo>
                  <a:lnTo>
                    <a:pt x="666" y="1133"/>
                  </a:lnTo>
                  <a:lnTo>
                    <a:pt x="668" y="1135"/>
                  </a:lnTo>
                  <a:lnTo>
                    <a:pt x="676" y="1145"/>
                  </a:lnTo>
                  <a:lnTo>
                    <a:pt x="688" y="1159"/>
                  </a:lnTo>
                  <a:lnTo>
                    <a:pt x="678" y="1166"/>
                  </a:lnTo>
                  <a:lnTo>
                    <a:pt x="680" y="1178"/>
                  </a:lnTo>
                  <a:lnTo>
                    <a:pt x="688" y="1192"/>
                  </a:lnTo>
                  <a:lnTo>
                    <a:pt x="698" y="1194"/>
                  </a:lnTo>
                  <a:lnTo>
                    <a:pt x="698" y="1194"/>
                  </a:lnTo>
                  <a:lnTo>
                    <a:pt x="701" y="1190"/>
                  </a:lnTo>
                  <a:lnTo>
                    <a:pt x="703" y="1188"/>
                  </a:lnTo>
                  <a:lnTo>
                    <a:pt x="707" y="1188"/>
                  </a:lnTo>
                  <a:lnTo>
                    <a:pt x="707" y="1188"/>
                  </a:lnTo>
                  <a:lnTo>
                    <a:pt x="711" y="1188"/>
                  </a:lnTo>
                  <a:lnTo>
                    <a:pt x="713" y="1190"/>
                  </a:lnTo>
                  <a:lnTo>
                    <a:pt x="717" y="1194"/>
                  </a:lnTo>
                  <a:lnTo>
                    <a:pt x="731" y="1210"/>
                  </a:lnTo>
                  <a:lnTo>
                    <a:pt x="731" y="1210"/>
                  </a:lnTo>
                  <a:lnTo>
                    <a:pt x="737" y="1214"/>
                  </a:lnTo>
                  <a:lnTo>
                    <a:pt x="745" y="1218"/>
                  </a:lnTo>
                  <a:lnTo>
                    <a:pt x="745" y="1218"/>
                  </a:lnTo>
                  <a:lnTo>
                    <a:pt x="745" y="1218"/>
                  </a:lnTo>
                  <a:lnTo>
                    <a:pt x="745" y="1218"/>
                  </a:lnTo>
                  <a:lnTo>
                    <a:pt x="745" y="1218"/>
                  </a:lnTo>
                  <a:lnTo>
                    <a:pt x="747" y="1218"/>
                  </a:lnTo>
                  <a:lnTo>
                    <a:pt x="747" y="1218"/>
                  </a:lnTo>
                  <a:lnTo>
                    <a:pt x="747" y="1218"/>
                  </a:lnTo>
                  <a:lnTo>
                    <a:pt x="747" y="1218"/>
                  </a:lnTo>
                  <a:lnTo>
                    <a:pt x="747" y="1218"/>
                  </a:lnTo>
                  <a:lnTo>
                    <a:pt x="747" y="1218"/>
                  </a:lnTo>
                  <a:lnTo>
                    <a:pt x="757" y="1216"/>
                  </a:lnTo>
                  <a:lnTo>
                    <a:pt x="757" y="1216"/>
                  </a:lnTo>
                  <a:lnTo>
                    <a:pt x="757" y="1216"/>
                  </a:lnTo>
                  <a:lnTo>
                    <a:pt x="757" y="1216"/>
                  </a:lnTo>
                  <a:lnTo>
                    <a:pt x="759" y="1212"/>
                  </a:lnTo>
                  <a:lnTo>
                    <a:pt x="763" y="1208"/>
                  </a:lnTo>
                  <a:lnTo>
                    <a:pt x="768" y="1202"/>
                  </a:lnTo>
                  <a:lnTo>
                    <a:pt x="768" y="1202"/>
                  </a:lnTo>
                  <a:lnTo>
                    <a:pt x="772" y="1200"/>
                  </a:lnTo>
                  <a:lnTo>
                    <a:pt x="774" y="1198"/>
                  </a:lnTo>
                  <a:lnTo>
                    <a:pt x="774" y="1198"/>
                  </a:lnTo>
                  <a:lnTo>
                    <a:pt x="772" y="1196"/>
                  </a:lnTo>
                  <a:lnTo>
                    <a:pt x="770" y="1196"/>
                  </a:lnTo>
                  <a:lnTo>
                    <a:pt x="770" y="1196"/>
                  </a:lnTo>
                  <a:lnTo>
                    <a:pt x="770" y="1196"/>
                  </a:lnTo>
                  <a:lnTo>
                    <a:pt x="770" y="1196"/>
                  </a:lnTo>
                  <a:lnTo>
                    <a:pt x="776" y="1188"/>
                  </a:lnTo>
                  <a:lnTo>
                    <a:pt x="780" y="1184"/>
                  </a:lnTo>
                  <a:lnTo>
                    <a:pt x="786" y="1182"/>
                  </a:lnTo>
                  <a:lnTo>
                    <a:pt x="786" y="1182"/>
                  </a:lnTo>
                  <a:lnTo>
                    <a:pt x="788" y="1184"/>
                  </a:lnTo>
                  <a:lnTo>
                    <a:pt x="790" y="1186"/>
                  </a:lnTo>
                  <a:lnTo>
                    <a:pt x="792" y="1188"/>
                  </a:lnTo>
                  <a:lnTo>
                    <a:pt x="792" y="1188"/>
                  </a:lnTo>
                  <a:lnTo>
                    <a:pt x="792" y="1188"/>
                  </a:lnTo>
                  <a:lnTo>
                    <a:pt x="786" y="1202"/>
                  </a:lnTo>
                  <a:lnTo>
                    <a:pt x="786" y="1202"/>
                  </a:lnTo>
                  <a:lnTo>
                    <a:pt x="790" y="1206"/>
                  </a:lnTo>
                  <a:lnTo>
                    <a:pt x="798" y="1210"/>
                  </a:lnTo>
                  <a:lnTo>
                    <a:pt x="798" y="1210"/>
                  </a:lnTo>
                  <a:lnTo>
                    <a:pt x="806" y="1212"/>
                  </a:lnTo>
                  <a:lnTo>
                    <a:pt x="812" y="1212"/>
                  </a:lnTo>
                  <a:lnTo>
                    <a:pt x="814" y="1192"/>
                  </a:lnTo>
                  <a:lnTo>
                    <a:pt x="824" y="1184"/>
                  </a:lnTo>
                  <a:lnTo>
                    <a:pt x="835" y="1184"/>
                  </a:lnTo>
                  <a:lnTo>
                    <a:pt x="847" y="1192"/>
                  </a:lnTo>
                  <a:lnTo>
                    <a:pt x="857" y="1202"/>
                  </a:lnTo>
                  <a:lnTo>
                    <a:pt x="871" y="1212"/>
                  </a:lnTo>
                  <a:lnTo>
                    <a:pt x="879" y="1220"/>
                  </a:lnTo>
                  <a:lnTo>
                    <a:pt x="879" y="1194"/>
                  </a:lnTo>
                  <a:lnTo>
                    <a:pt x="893" y="1194"/>
                  </a:lnTo>
                  <a:lnTo>
                    <a:pt x="893" y="1194"/>
                  </a:lnTo>
                  <a:lnTo>
                    <a:pt x="918" y="1194"/>
                  </a:lnTo>
                  <a:lnTo>
                    <a:pt x="918" y="1194"/>
                  </a:lnTo>
                  <a:lnTo>
                    <a:pt x="924" y="1194"/>
                  </a:lnTo>
                  <a:lnTo>
                    <a:pt x="926" y="1198"/>
                  </a:lnTo>
                  <a:lnTo>
                    <a:pt x="928" y="1202"/>
                  </a:lnTo>
                  <a:lnTo>
                    <a:pt x="928" y="1204"/>
                  </a:lnTo>
                  <a:lnTo>
                    <a:pt x="928" y="1204"/>
                  </a:lnTo>
                  <a:lnTo>
                    <a:pt x="928" y="1206"/>
                  </a:lnTo>
                  <a:lnTo>
                    <a:pt x="938" y="1237"/>
                  </a:lnTo>
                  <a:lnTo>
                    <a:pt x="956" y="1224"/>
                  </a:lnTo>
                  <a:lnTo>
                    <a:pt x="971" y="1222"/>
                  </a:lnTo>
                  <a:lnTo>
                    <a:pt x="995" y="1208"/>
                  </a:lnTo>
                  <a:lnTo>
                    <a:pt x="1011" y="1208"/>
                  </a:lnTo>
                  <a:lnTo>
                    <a:pt x="1028" y="1206"/>
                  </a:lnTo>
                  <a:lnTo>
                    <a:pt x="1028" y="1206"/>
                  </a:lnTo>
                  <a:lnTo>
                    <a:pt x="1050" y="1198"/>
                  </a:lnTo>
                  <a:lnTo>
                    <a:pt x="1050" y="1198"/>
                  </a:lnTo>
                  <a:lnTo>
                    <a:pt x="1050" y="1198"/>
                  </a:lnTo>
                  <a:lnTo>
                    <a:pt x="1050" y="1198"/>
                  </a:lnTo>
                  <a:lnTo>
                    <a:pt x="1050" y="1198"/>
                  </a:lnTo>
                  <a:lnTo>
                    <a:pt x="1050" y="1198"/>
                  </a:lnTo>
                  <a:lnTo>
                    <a:pt x="1050" y="1198"/>
                  </a:lnTo>
                  <a:lnTo>
                    <a:pt x="1050" y="1198"/>
                  </a:lnTo>
                  <a:lnTo>
                    <a:pt x="1054" y="1198"/>
                  </a:lnTo>
                  <a:lnTo>
                    <a:pt x="1054" y="1198"/>
                  </a:lnTo>
                  <a:lnTo>
                    <a:pt x="1054" y="1198"/>
                  </a:lnTo>
                  <a:lnTo>
                    <a:pt x="1054" y="1198"/>
                  </a:lnTo>
                  <a:lnTo>
                    <a:pt x="1054" y="1198"/>
                  </a:lnTo>
                  <a:lnTo>
                    <a:pt x="1054" y="1198"/>
                  </a:lnTo>
                  <a:lnTo>
                    <a:pt x="1054" y="1198"/>
                  </a:lnTo>
                  <a:lnTo>
                    <a:pt x="1054" y="1198"/>
                  </a:lnTo>
                  <a:lnTo>
                    <a:pt x="1056" y="1198"/>
                  </a:lnTo>
                  <a:lnTo>
                    <a:pt x="1058" y="1200"/>
                  </a:lnTo>
                  <a:lnTo>
                    <a:pt x="1058" y="1202"/>
                  </a:lnTo>
                  <a:lnTo>
                    <a:pt x="1058" y="1202"/>
                  </a:lnTo>
                  <a:lnTo>
                    <a:pt x="1058" y="1202"/>
                  </a:lnTo>
                  <a:lnTo>
                    <a:pt x="1052" y="1216"/>
                  </a:lnTo>
                  <a:lnTo>
                    <a:pt x="1052" y="1235"/>
                  </a:lnTo>
                  <a:lnTo>
                    <a:pt x="1066" y="1243"/>
                  </a:lnTo>
                  <a:lnTo>
                    <a:pt x="1088" y="1233"/>
                  </a:lnTo>
                  <a:lnTo>
                    <a:pt x="1103" y="1247"/>
                  </a:lnTo>
                  <a:lnTo>
                    <a:pt x="1127" y="1249"/>
                  </a:lnTo>
                  <a:lnTo>
                    <a:pt x="1127" y="1249"/>
                  </a:lnTo>
                  <a:lnTo>
                    <a:pt x="1129" y="1253"/>
                  </a:lnTo>
                  <a:lnTo>
                    <a:pt x="1131" y="1261"/>
                  </a:lnTo>
                  <a:lnTo>
                    <a:pt x="1131" y="1261"/>
                  </a:lnTo>
                  <a:lnTo>
                    <a:pt x="1129" y="1265"/>
                  </a:lnTo>
                  <a:lnTo>
                    <a:pt x="1129" y="1265"/>
                  </a:lnTo>
                  <a:lnTo>
                    <a:pt x="1129" y="1267"/>
                  </a:lnTo>
                  <a:lnTo>
                    <a:pt x="1129" y="1267"/>
                  </a:lnTo>
                  <a:lnTo>
                    <a:pt x="1131" y="1275"/>
                  </a:lnTo>
                  <a:lnTo>
                    <a:pt x="1131" y="1279"/>
                  </a:lnTo>
                  <a:lnTo>
                    <a:pt x="1151" y="1285"/>
                  </a:lnTo>
                  <a:lnTo>
                    <a:pt x="1162" y="1300"/>
                  </a:lnTo>
                  <a:lnTo>
                    <a:pt x="1172" y="1291"/>
                  </a:lnTo>
                  <a:lnTo>
                    <a:pt x="1172" y="1291"/>
                  </a:lnTo>
                  <a:lnTo>
                    <a:pt x="1178" y="1279"/>
                  </a:lnTo>
                  <a:lnTo>
                    <a:pt x="1182" y="1269"/>
                  </a:lnTo>
                  <a:lnTo>
                    <a:pt x="1184" y="1261"/>
                  </a:lnTo>
                  <a:lnTo>
                    <a:pt x="1184" y="1261"/>
                  </a:lnTo>
                  <a:lnTo>
                    <a:pt x="1184" y="1259"/>
                  </a:lnTo>
                  <a:lnTo>
                    <a:pt x="1186" y="1257"/>
                  </a:lnTo>
                  <a:lnTo>
                    <a:pt x="1192" y="1255"/>
                  </a:lnTo>
                  <a:lnTo>
                    <a:pt x="1202" y="1253"/>
                  </a:lnTo>
                  <a:lnTo>
                    <a:pt x="1219" y="1253"/>
                  </a:lnTo>
                  <a:lnTo>
                    <a:pt x="1219" y="1253"/>
                  </a:lnTo>
                  <a:lnTo>
                    <a:pt x="1219" y="1253"/>
                  </a:lnTo>
                  <a:lnTo>
                    <a:pt x="1227" y="1257"/>
                  </a:lnTo>
                  <a:lnTo>
                    <a:pt x="1227" y="1257"/>
                  </a:lnTo>
                  <a:lnTo>
                    <a:pt x="1225" y="1243"/>
                  </a:lnTo>
                  <a:lnTo>
                    <a:pt x="1235" y="1235"/>
                  </a:lnTo>
                  <a:lnTo>
                    <a:pt x="1218" y="1224"/>
                  </a:lnTo>
                  <a:lnTo>
                    <a:pt x="1216" y="1208"/>
                  </a:lnTo>
                  <a:lnTo>
                    <a:pt x="1202" y="1202"/>
                  </a:lnTo>
                  <a:lnTo>
                    <a:pt x="1198" y="1194"/>
                  </a:lnTo>
                  <a:lnTo>
                    <a:pt x="1186" y="1194"/>
                  </a:lnTo>
                  <a:lnTo>
                    <a:pt x="1172" y="1196"/>
                  </a:lnTo>
                  <a:lnTo>
                    <a:pt x="1166" y="1186"/>
                  </a:lnTo>
                  <a:lnTo>
                    <a:pt x="1151" y="1174"/>
                  </a:lnTo>
                  <a:lnTo>
                    <a:pt x="1143" y="1166"/>
                  </a:lnTo>
                  <a:lnTo>
                    <a:pt x="1147" y="1155"/>
                  </a:lnTo>
                  <a:lnTo>
                    <a:pt x="1139" y="1151"/>
                  </a:lnTo>
                  <a:lnTo>
                    <a:pt x="1145" y="1145"/>
                  </a:lnTo>
                  <a:lnTo>
                    <a:pt x="1164" y="1147"/>
                  </a:lnTo>
                  <a:lnTo>
                    <a:pt x="1162" y="1135"/>
                  </a:lnTo>
                  <a:lnTo>
                    <a:pt x="1156" y="1131"/>
                  </a:lnTo>
                  <a:lnTo>
                    <a:pt x="1151" y="1125"/>
                  </a:lnTo>
                  <a:lnTo>
                    <a:pt x="1149" y="1111"/>
                  </a:lnTo>
                  <a:lnTo>
                    <a:pt x="1149" y="1111"/>
                  </a:lnTo>
                  <a:lnTo>
                    <a:pt x="1149" y="1111"/>
                  </a:lnTo>
                  <a:lnTo>
                    <a:pt x="1153" y="1111"/>
                  </a:lnTo>
                  <a:lnTo>
                    <a:pt x="1164" y="1109"/>
                  </a:lnTo>
                  <a:lnTo>
                    <a:pt x="1186" y="1123"/>
                  </a:lnTo>
                  <a:lnTo>
                    <a:pt x="1194" y="1129"/>
                  </a:lnTo>
                  <a:lnTo>
                    <a:pt x="1206" y="1123"/>
                  </a:lnTo>
                  <a:lnTo>
                    <a:pt x="1221" y="1111"/>
                  </a:lnTo>
                  <a:lnTo>
                    <a:pt x="1214" y="1103"/>
                  </a:lnTo>
                  <a:lnTo>
                    <a:pt x="1202" y="1094"/>
                  </a:lnTo>
                  <a:lnTo>
                    <a:pt x="1202" y="1084"/>
                  </a:lnTo>
                  <a:lnTo>
                    <a:pt x="1208" y="1070"/>
                  </a:lnTo>
                  <a:lnTo>
                    <a:pt x="1214" y="1056"/>
                  </a:lnTo>
                  <a:lnTo>
                    <a:pt x="1221" y="1046"/>
                  </a:lnTo>
                  <a:lnTo>
                    <a:pt x="1237" y="1038"/>
                  </a:lnTo>
                  <a:lnTo>
                    <a:pt x="1249" y="1034"/>
                  </a:lnTo>
                  <a:lnTo>
                    <a:pt x="1257" y="1031"/>
                  </a:lnTo>
                  <a:lnTo>
                    <a:pt x="1275" y="1027"/>
                  </a:lnTo>
                  <a:lnTo>
                    <a:pt x="1275" y="1027"/>
                  </a:lnTo>
                  <a:lnTo>
                    <a:pt x="1275" y="1027"/>
                  </a:lnTo>
                  <a:lnTo>
                    <a:pt x="1275" y="1023"/>
                  </a:lnTo>
                  <a:lnTo>
                    <a:pt x="1271" y="1017"/>
                  </a:lnTo>
                  <a:lnTo>
                    <a:pt x="1271" y="1017"/>
                  </a:lnTo>
                  <a:lnTo>
                    <a:pt x="1269" y="1015"/>
                  </a:lnTo>
                  <a:lnTo>
                    <a:pt x="1269" y="1015"/>
                  </a:lnTo>
                  <a:lnTo>
                    <a:pt x="1269" y="1015"/>
                  </a:lnTo>
                  <a:lnTo>
                    <a:pt x="1269" y="1015"/>
                  </a:lnTo>
                  <a:lnTo>
                    <a:pt x="1269" y="1015"/>
                  </a:lnTo>
                  <a:lnTo>
                    <a:pt x="1269" y="1013"/>
                  </a:lnTo>
                  <a:lnTo>
                    <a:pt x="1263" y="1005"/>
                  </a:lnTo>
                  <a:lnTo>
                    <a:pt x="1263" y="1005"/>
                  </a:lnTo>
                  <a:lnTo>
                    <a:pt x="1263" y="1005"/>
                  </a:lnTo>
                  <a:lnTo>
                    <a:pt x="1281" y="991"/>
                  </a:lnTo>
                  <a:lnTo>
                    <a:pt x="1281" y="991"/>
                  </a:lnTo>
                  <a:lnTo>
                    <a:pt x="1281" y="991"/>
                  </a:lnTo>
                  <a:lnTo>
                    <a:pt x="1283" y="991"/>
                  </a:lnTo>
                  <a:lnTo>
                    <a:pt x="1283" y="991"/>
                  </a:lnTo>
                  <a:lnTo>
                    <a:pt x="1288" y="987"/>
                  </a:lnTo>
                  <a:lnTo>
                    <a:pt x="1288" y="987"/>
                  </a:lnTo>
                  <a:lnTo>
                    <a:pt x="1288" y="987"/>
                  </a:lnTo>
                  <a:lnTo>
                    <a:pt x="1288" y="987"/>
                  </a:lnTo>
                  <a:lnTo>
                    <a:pt x="1290" y="987"/>
                  </a:lnTo>
                  <a:lnTo>
                    <a:pt x="1290" y="987"/>
                  </a:lnTo>
                  <a:lnTo>
                    <a:pt x="1290" y="987"/>
                  </a:lnTo>
                  <a:lnTo>
                    <a:pt x="1290" y="987"/>
                  </a:lnTo>
                  <a:lnTo>
                    <a:pt x="1290" y="987"/>
                  </a:lnTo>
                  <a:lnTo>
                    <a:pt x="1290" y="987"/>
                  </a:lnTo>
                  <a:lnTo>
                    <a:pt x="1290" y="987"/>
                  </a:lnTo>
                  <a:lnTo>
                    <a:pt x="1288" y="989"/>
                  </a:lnTo>
                  <a:lnTo>
                    <a:pt x="1286" y="991"/>
                  </a:lnTo>
                  <a:lnTo>
                    <a:pt x="1286" y="991"/>
                  </a:lnTo>
                  <a:lnTo>
                    <a:pt x="1286" y="991"/>
                  </a:lnTo>
                  <a:lnTo>
                    <a:pt x="1296" y="991"/>
                  </a:lnTo>
                  <a:lnTo>
                    <a:pt x="1296" y="991"/>
                  </a:lnTo>
                  <a:lnTo>
                    <a:pt x="1318" y="987"/>
                  </a:lnTo>
                  <a:lnTo>
                    <a:pt x="1318" y="987"/>
                  </a:lnTo>
                  <a:lnTo>
                    <a:pt x="1322" y="983"/>
                  </a:lnTo>
                  <a:lnTo>
                    <a:pt x="1326" y="977"/>
                  </a:lnTo>
                  <a:lnTo>
                    <a:pt x="1326" y="977"/>
                  </a:lnTo>
                  <a:lnTo>
                    <a:pt x="1328" y="971"/>
                  </a:lnTo>
                  <a:lnTo>
                    <a:pt x="1328" y="971"/>
                  </a:lnTo>
                  <a:lnTo>
                    <a:pt x="1326" y="968"/>
                  </a:lnTo>
                  <a:lnTo>
                    <a:pt x="1326" y="964"/>
                  </a:lnTo>
                  <a:lnTo>
                    <a:pt x="1326" y="958"/>
                  </a:lnTo>
                  <a:lnTo>
                    <a:pt x="1340" y="954"/>
                  </a:lnTo>
                  <a:lnTo>
                    <a:pt x="1346" y="954"/>
                  </a:lnTo>
                  <a:lnTo>
                    <a:pt x="1361" y="946"/>
                  </a:lnTo>
                  <a:lnTo>
                    <a:pt x="1361" y="946"/>
                  </a:lnTo>
                  <a:lnTo>
                    <a:pt x="1371" y="940"/>
                  </a:lnTo>
                  <a:lnTo>
                    <a:pt x="1371" y="940"/>
                  </a:lnTo>
                  <a:lnTo>
                    <a:pt x="1371" y="940"/>
                  </a:lnTo>
                  <a:lnTo>
                    <a:pt x="1371" y="940"/>
                  </a:lnTo>
                  <a:lnTo>
                    <a:pt x="1371" y="940"/>
                  </a:lnTo>
                  <a:lnTo>
                    <a:pt x="1371" y="940"/>
                  </a:lnTo>
                  <a:lnTo>
                    <a:pt x="1371" y="940"/>
                  </a:lnTo>
                  <a:lnTo>
                    <a:pt x="1371" y="940"/>
                  </a:lnTo>
                  <a:lnTo>
                    <a:pt x="1371" y="940"/>
                  </a:lnTo>
                  <a:lnTo>
                    <a:pt x="1371" y="940"/>
                  </a:lnTo>
                  <a:lnTo>
                    <a:pt x="1371" y="940"/>
                  </a:lnTo>
                  <a:lnTo>
                    <a:pt x="1373" y="940"/>
                  </a:lnTo>
                  <a:lnTo>
                    <a:pt x="1373" y="940"/>
                  </a:lnTo>
                  <a:lnTo>
                    <a:pt x="1373" y="940"/>
                  </a:lnTo>
                  <a:lnTo>
                    <a:pt x="1373" y="940"/>
                  </a:lnTo>
                  <a:lnTo>
                    <a:pt x="1373" y="938"/>
                  </a:lnTo>
                  <a:lnTo>
                    <a:pt x="1373" y="938"/>
                  </a:lnTo>
                  <a:lnTo>
                    <a:pt x="1373" y="938"/>
                  </a:lnTo>
                  <a:lnTo>
                    <a:pt x="1373" y="938"/>
                  </a:lnTo>
                  <a:lnTo>
                    <a:pt x="1373" y="938"/>
                  </a:lnTo>
                  <a:lnTo>
                    <a:pt x="1373" y="938"/>
                  </a:lnTo>
                  <a:lnTo>
                    <a:pt x="1373" y="938"/>
                  </a:lnTo>
                  <a:lnTo>
                    <a:pt x="1373" y="938"/>
                  </a:lnTo>
                  <a:lnTo>
                    <a:pt x="1377" y="936"/>
                  </a:lnTo>
                  <a:lnTo>
                    <a:pt x="1377" y="936"/>
                  </a:lnTo>
                  <a:lnTo>
                    <a:pt x="1377" y="936"/>
                  </a:lnTo>
                  <a:lnTo>
                    <a:pt x="1377" y="936"/>
                  </a:lnTo>
                  <a:lnTo>
                    <a:pt x="1377" y="936"/>
                  </a:lnTo>
                  <a:lnTo>
                    <a:pt x="1377" y="936"/>
                  </a:lnTo>
                  <a:lnTo>
                    <a:pt x="1377" y="936"/>
                  </a:lnTo>
                  <a:lnTo>
                    <a:pt x="1377" y="936"/>
                  </a:lnTo>
                  <a:lnTo>
                    <a:pt x="1377" y="936"/>
                  </a:lnTo>
                  <a:lnTo>
                    <a:pt x="1377" y="936"/>
                  </a:lnTo>
                  <a:lnTo>
                    <a:pt x="1377" y="936"/>
                  </a:lnTo>
                  <a:lnTo>
                    <a:pt x="1377" y="936"/>
                  </a:lnTo>
                  <a:lnTo>
                    <a:pt x="1377" y="936"/>
                  </a:lnTo>
                  <a:lnTo>
                    <a:pt x="1377" y="936"/>
                  </a:lnTo>
                  <a:lnTo>
                    <a:pt x="1377" y="936"/>
                  </a:lnTo>
                  <a:lnTo>
                    <a:pt x="1377" y="936"/>
                  </a:lnTo>
                  <a:lnTo>
                    <a:pt x="1377" y="936"/>
                  </a:lnTo>
                  <a:lnTo>
                    <a:pt x="1377" y="936"/>
                  </a:lnTo>
                  <a:lnTo>
                    <a:pt x="1377" y="936"/>
                  </a:lnTo>
                  <a:lnTo>
                    <a:pt x="1377" y="936"/>
                  </a:lnTo>
                  <a:lnTo>
                    <a:pt x="1377" y="936"/>
                  </a:lnTo>
                  <a:lnTo>
                    <a:pt x="1379" y="936"/>
                  </a:lnTo>
                  <a:lnTo>
                    <a:pt x="1379" y="936"/>
                  </a:lnTo>
                  <a:lnTo>
                    <a:pt x="1379" y="936"/>
                  </a:lnTo>
                  <a:lnTo>
                    <a:pt x="1379" y="936"/>
                  </a:lnTo>
                  <a:lnTo>
                    <a:pt x="1379" y="936"/>
                  </a:lnTo>
                  <a:lnTo>
                    <a:pt x="1379" y="936"/>
                  </a:lnTo>
                  <a:lnTo>
                    <a:pt x="1379" y="936"/>
                  </a:lnTo>
                  <a:lnTo>
                    <a:pt x="1379" y="936"/>
                  </a:lnTo>
                  <a:lnTo>
                    <a:pt x="1379" y="936"/>
                  </a:lnTo>
                  <a:lnTo>
                    <a:pt x="1379" y="936"/>
                  </a:lnTo>
                  <a:lnTo>
                    <a:pt x="1379" y="936"/>
                  </a:lnTo>
                  <a:lnTo>
                    <a:pt x="1379" y="936"/>
                  </a:lnTo>
                  <a:lnTo>
                    <a:pt x="1379" y="936"/>
                  </a:lnTo>
                  <a:lnTo>
                    <a:pt x="1379" y="936"/>
                  </a:lnTo>
                  <a:lnTo>
                    <a:pt x="1379" y="938"/>
                  </a:lnTo>
                  <a:lnTo>
                    <a:pt x="1379" y="938"/>
                  </a:lnTo>
                  <a:lnTo>
                    <a:pt x="1379" y="938"/>
                  </a:lnTo>
                  <a:lnTo>
                    <a:pt x="1379" y="938"/>
                  </a:lnTo>
                  <a:lnTo>
                    <a:pt x="1385" y="934"/>
                  </a:lnTo>
                  <a:lnTo>
                    <a:pt x="1395" y="944"/>
                  </a:lnTo>
                  <a:lnTo>
                    <a:pt x="1409" y="944"/>
                  </a:lnTo>
                  <a:lnTo>
                    <a:pt x="1409" y="944"/>
                  </a:lnTo>
                  <a:lnTo>
                    <a:pt x="1412" y="940"/>
                  </a:lnTo>
                  <a:lnTo>
                    <a:pt x="1418" y="936"/>
                  </a:lnTo>
                  <a:lnTo>
                    <a:pt x="1424" y="934"/>
                  </a:lnTo>
                  <a:lnTo>
                    <a:pt x="1424" y="934"/>
                  </a:lnTo>
                  <a:lnTo>
                    <a:pt x="1432" y="932"/>
                  </a:lnTo>
                  <a:lnTo>
                    <a:pt x="1436" y="928"/>
                  </a:lnTo>
                  <a:lnTo>
                    <a:pt x="1436" y="928"/>
                  </a:lnTo>
                  <a:lnTo>
                    <a:pt x="1432" y="930"/>
                  </a:lnTo>
                  <a:lnTo>
                    <a:pt x="1432" y="930"/>
                  </a:lnTo>
                  <a:lnTo>
                    <a:pt x="1440" y="938"/>
                  </a:lnTo>
                  <a:lnTo>
                    <a:pt x="1444" y="942"/>
                  </a:lnTo>
                  <a:lnTo>
                    <a:pt x="1448" y="944"/>
                  </a:lnTo>
                  <a:lnTo>
                    <a:pt x="1448" y="944"/>
                  </a:lnTo>
                  <a:lnTo>
                    <a:pt x="1454" y="942"/>
                  </a:lnTo>
                  <a:lnTo>
                    <a:pt x="1456" y="942"/>
                  </a:lnTo>
                  <a:lnTo>
                    <a:pt x="1458" y="926"/>
                  </a:lnTo>
                  <a:lnTo>
                    <a:pt x="1456" y="904"/>
                  </a:lnTo>
                  <a:lnTo>
                    <a:pt x="1444" y="889"/>
                  </a:lnTo>
                  <a:lnTo>
                    <a:pt x="1444" y="889"/>
                  </a:lnTo>
                  <a:lnTo>
                    <a:pt x="1444" y="889"/>
                  </a:lnTo>
                  <a:lnTo>
                    <a:pt x="1444" y="871"/>
                  </a:lnTo>
                  <a:lnTo>
                    <a:pt x="1444" y="871"/>
                  </a:lnTo>
                  <a:lnTo>
                    <a:pt x="1444" y="871"/>
                  </a:lnTo>
                  <a:lnTo>
                    <a:pt x="1444" y="869"/>
                  </a:lnTo>
                  <a:lnTo>
                    <a:pt x="1444" y="869"/>
                  </a:lnTo>
                  <a:lnTo>
                    <a:pt x="1444" y="869"/>
                  </a:lnTo>
                  <a:lnTo>
                    <a:pt x="1444" y="869"/>
                  </a:lnTo>
                  <a:lnTo>
                    <a:pt x="1444" y="869"/>
                  </a:lnTo>
                  <a:lnTo>
                    <a:pt x="1438" y="869"/>
                  </a:lnTo>
                  <a:lnTo>
                    <a:pt x="1436" y="873"/>
                  </a:lnTo>
                  <a:lnTo>
                    <a:pt x="1436" y="873"/>
                  </a:lnTo>
                  <a:lnTo>
                    <a:pt x="1436" y="873"/>
                  </a:lnTo>
                  <a:lnTo>
                    <a:pt x="1424" y="873"/>
                  </a:lnTo>
                  <a:lnTo>
                    <a:pt x="1416" y="869"/>
                  </a:lnTo>
                  <a:lnTo>
                    <a:pt x="1409" y="863"/>
                  </a:lnTo>
                  <a:lnTo>
                    <a:pt x="1411" y="851"/>
                  </a:lnTo>
                  <a:lnTo>
                    <a:pt x="1411" y="851"/>
                  </a:lnTo>
                  <a:lnTo>
                    <a:pt x="1418" y="826"/>
                  </a:lnTo>
                  <a:lnTo>
                    <a:pt x="1418" y="826"/>
                  </a:lnTo>
                  <a:lnTo>
                    <a:pt x="1418" y="826"/>
                  </a:lnTo>
                  <a:lnTo>
                    <a:pt x="1418" y="826"/>
                  </a:lnTo>
                  <a:lnTo>
                    <a:pt x="1418" y="826"/>
                  </a:lnTo>
                  <a:lnTo>
                    <a:pt x="1422" y="822"/>
                  </a:lnTo>
                  <a:lnTo>
                    <a:pt x="1426" y="818"/>
                  </a:lnTo>
                  <a:lnTo>
                    <a:pt x="1426" y="818"/>
                  </a:lnTo>
                  <a:lnTo>
                    <a:pt x="1426" y="818"/>
                  </a:lnTo>
                  <a:lnTo>
                    <a:pt x="1426" y="818"/>
                  </a:lnTo>
                  <a:lnTo>
                    <a:pt x="1428" y="816"/>
                  </a:lnTo>
                  <a:lnTo>
                    <a:pt x="1428" y="816"/>
                  </a:lnTo>
                  <a:lnTo>
                    <a:pt x="1438" y="824"/>
                  </a:lnTo>
                  <a:lnTo>
                    <a:pt x="1456" y="818"/>
                  </a:lnTo>
                  <a:lnTo>
                    <a:pt x="1452" y="832"/>
                  </a:lnTo>
                  <a:lnTo>
                    <a:pt x="1470" y="839"/>
                  </a:lnTo>
                  <a:lnTo>
                    <a:pt x="1483" y="845"/>
                  </a:lnTo>
                  <a:lnTo>
                    <a:pt x="1483" y="845"/>
                  </a:lnTo>
                  <a:lnTo>
                    <a:pt x="1489" y="845"/>
                  </a:lnTo>
                  <a:lnTo>
                    <a:pt x="1501" y="845"/>
                  </a:lnTo>
                  <a:lnTo>
                    <a:pt x="1501" y="845"/>
                  </a:lnTo>
                  <a:lnTo>
                    <a:pt x="1501" y="843"/>
                  </a:lnTo>
                  <a:lnTo>
                    <a:pt x="1503" y="841"/>
                  </a:lnTo>
                  <a:lnTo>
                    <a:pt x="1503" y="841"/>
                  </a:lnTo>
                  <a:lnTo>
                    <a:pt x="1501" y="838"/>
                  </a:lnTo>
                  <a:lnTo>
                    <a:pt x="1499" y="836"/>
                  </a:lnTo>
                  <a:lnTo>
                    <a:pt x="1499" y="836"/>
                  </a:lnTo>
                  <a:lnTo>
                    <a:pt x="1499" y="836"/>
                  </a:lnTo>
                  <a:lnTo>
                    <a:pt x="1505" y="822"/>
                  </a:lnTo>
                  <a:lnTo>
                    <a:pt x="1525" y="822"/>
                  </a:lnTo>
                  <a:lnTo>
                    <a:pt x="1537" y="810"/>
                  </a:lnTo>
                  <a:lnTo>
                    <a:pt x="1554" y="818"/>
                  </a:lnTo>
                  <a:lnTo>
                    <a:pt x="1562" y="794"/>
                  </a:lnTo>
                  <a:lnTo>
                    <a:pt x="1604" y="794"/>
                  </a:lnTo>
                  <a:lnTo>
                    <a:pt x="1627" y="810"/>
                  </a:lnTo>
                  <a:lnTo>
                    <a:pt x="1661" y="776"/>
                  </a:lnTo>
                  <a:lnTo>
                    <a:pt x="1686" y="767"/>
                  </a:lnTo>
                  <a:lnTo>
                    <a:pt x="1718" y="757"/>
                  </a:lnTo>
                  <a:lnTo>
                    <a:pt x="1718" y="721"/>
                  </a:lnTo>
                  <a:lnTo>
                    <a:pt x="1726" y="706"/>
                  </a:lnTo>
                  <a:lnTo>
                    <a:pt x="1730" y="688"/>
                  </a:lnTo>
                  <a:lnTo>
                    <a:pt x="1710" y="654"/>
                  </a:lnTo>
                  <a:lnTo>
                    <a:pt x="1704" y="642"/>
                  </a:lnTo>
                  <a:lnTo>
                    <a:pt x="1674" y="627"/>
                  </a:lnTo>
                  <a:lnTo>
                    <a:pt x="1676" y="599"/>
                  </a:lnTo>
                  <a:lnTo>
                    <a:pt x="1672" y="564"/>
                  </a:lnTo>
                  <a:lnTo>
                    <a:pt x="1647" y="560"/>
                  </a:lnTo>
                  <a:lnTo>
                    <a:pt x="1617" y="524"/>
                  </a:lnTo>
                  <a:lnTo>
                    <a:pt x="1613" y="497"/>
                  </a:lnTo>
                  <a:lnTo>
                    <a:pt x="1613" y="491"/>
                  </a:lnTo>
                  <a:lnTo>
                    <a:pt x="1625" y="463"/>
                  </a:lnTo>
                  <a:lnTo>
                    <a:pt x="1680" y="442"/>
                  </a:lnTo>
                  <a:lnTo>
                    <a:pt x="1680" y="412"/>
                  </a:lnTo>
                  <a:lnTo>
                    <a:pt x="1659" y="367"/>
                  </a:lnTo>
                  <a:lnTo>
                    <a:pt x="1629" y="353"/>
                  </a:lnTo>
                  <a:lnTo>
                    <a:pt x="1635" y="331"/>
                  </a:lnTo>
                  <a:lnTo>
                    <a:pt x="1604" y="319"/>
                  </a:lnTo>
                  <a:lnTo>
                    <a:pt x="1604" y="294"/>
                  </a:lnTo>
                  <a:lnTo>
                    <a:pt x="1621" y="268"/>
                  </a:lnTo>
                  <a:lnTo>
                    <a:pt x="1617" y="237"/>
                  </a:lnTo>
                  <a:lnTo>
                    <a:pt x="1600" y="215"/>
                  </a:lnTo>
                  <a:lnTo>
                    <a:pt x="1611" y="185"/>
                  </a:lnTo>
                  <a:lnTo>
                    <a:pt x="1574" y="174"/>
                  </a:lnTo>
                  <a:lnTo>
                    <a:pt x="1515" y="170"/>
                  </a:lnTo>
                  <a:lnTo>
                    <a:pt x="1474" y="193"/>
                  </a:lnTo>
                  <a:lnTo>
                    <a:pt x="1440" y="205"/>
                  </a:lnTo>
                  <a:lnTo>
                    <a:pt x="1418" y="250"/>
                  </a:lnTo>
                  <a:lnTo>
                    <a:pt x="1448" y="274"/>
                  </a:lnTo>
                  <a:lnTo>
                    <a:pt x="1407" y="317"/>
                  </a:lnTo>
                  <a:lnTo>
                    <a:pt x="1361" y="319"/>
                  </a:lnTo>
                  <a:lnTo>
                    <a:pt x="1326" y="323"/>
                  </a:lnTo>
                  <a:lnTo>
                    <a:pt x="1326" y="290"/>
                  </a:lnTo>
                  <a:lnTo>
                    <a:pt x="1361" y="272"/>
                  </a:lnTo>
                  <a:lnTo>
                    <a:pt x="1379" y="231"/>
                  </a:lnTo>
                  <a:lnTo>
                    <a:pt x="1391" y="189"/>
                  </a:lnTo>
                  <a:lnTo>
                    <a:pt x="1361" y="185"/>
                  </a:lnTo>
                  <a:lnTo>
                    <a:pt x="1344" y="207"/>
                  </a:lnTo>
                  <a:lnTo>
                    <a:pt x="1320" y="229"/>
                  </a:lnTo>
                  <a:lnTo>
                    <a:pt x="1310" y="243"/>
                  </a:lnTo>
                  <a:lnTo>
                    <a:pt x="1290" y="266"/>
                  </a:lnTo>
                  <a:lnTo>
                    <a:pt x="1275" y="262"/>
                  </a:lnTo>
                  <a:lnTo>
                    <a:pt x="1247" y="262"/>
                  </a:lnTo>
                  <a:lnTo>
                    <a:pt x="1243" y="245"/>
                  </a:lnTo>
                  <a:lnTo>
                    <a:pt x="1229" y="225"/>
                  </a:lnTo>
                  <a:lnTo>
                    <a:pt x="1229" y="225"/>
                  </a:lnTo>
                  <a:lnTo>
                    <a:pt x="1229" y="225"/>
                  </a:lnTo>
                  <a:lnTo>
                    <a:pt x="1229" y="225"/>
                  </a:lnTo>
                  <a:lnTo>
                    <a:pt x="1221" y="223"/>
                  </a:lnTo>
                  <a:lnTo>
                    <a:pt x="1221" y="223"/>
                  </a:lnTo>
                  <a:lnTo>
                    <a:pt x="1221" y="223"/>
                  </a:lnTo>
                  <a:lnTo>
                    <a:pt x="1221" y="223"/>
                  </a:lnTo>
                  <a:lnTo>
                    <a:pt x="1221" y="223"/>
                  </a:lnTo>
                  <a:lnTo>
                    <a:pt x="1221" y="223"/>
                  </a:lnTo>
                  <a:lnTo>
                    <a:pt x="1218" y="225"/>
                  </a:lnTo>
                  <a:lnTo>
                    <a:pt x="1216" y="227"/>
                  </a:lnTo>
                  <a:lnTo>
                    <a:pt x="1216" y="227"/>
                  </a:lnTo>
                  <a:lnTo>
                    <a:pt x="1216" y="227"/>
                  </a:lnTo>
                  <a:lnTo>
                    <a:pt x="1216" y="227"/>
                  </a:lnTo>
                  <a:lnTo>
                    <a:pt x="1216" y="227"/>
                  </a:lnTo>
                  <a:lnTo>
                    <a:pt x="1208" y="241"/>
                  </a:lnTo>
                  <a:lnTo>
                    <a:pt x="1204" y="249"/>
                  </a:lnTo>
                  <a:lnTo>
                    <a:pt x="1194" y="258"/>
                  </a:lnTo>
                  <a:lnTo>
                    <a:pt x="1172" y="250"/>
                  </a:lnTo>
                  <a:lnTo>
                    <a:pt x="1160" y="245"/>
                  </a:lnTo>
                  <a:lnTo>
                    <a:pt x="1145" y="225"/>
                  </a:lnTo>
                  <a:lnTo>
                    <a:pt x="1133" y="219"/>
                  </a:lnTo>
                  <a:lnTo>
                    <a:pt x="1125" y="211"/>
                  </a:lnTo>
                  <a:lnTo>
                    <a:pt x="1121" y="199"/>
                  </a:lnTo>
                  <a:lnTo>
                    <a:pt x="1105" y="187"/>
                  </a:lnTo>
                  <a:lnTo>
                    <a:pt x="1105" y="176"/>
                  </a:lnTo>
                  <a:lnTo>
                    <a:pt x="1105" y="176"/>
                  </a:lnTo>
                  <a:lnTo>
                    <a:pt x="1099" y="170"/>
                  </a:lnTo>
                  <a:lnTo>
                    <a:pt x="1093" y="166"/>
                  </a:lnTo>
                  <a:lnTo>
                    <a:pt x="1088" y="164"/>
                  </a:lnTo>
                  <a:lnTo>
                    <a:pt x="1088" y="164"/>
                  </a:lnTo>
                  <a:lnTo>
                    <a:pt x="1082" y="162"/>
                  </a:lnTo>
                  <a:lnTo>
                    <a:pt x="1076" y="158"/>
                  </a:lnTo>
                  <a:lnTo>
                    <a:pt x="1070" y="150"/>
                  </a:lnTo>
                  <a:lnTo>
                    <a:pt x="1062" y="142"/>
                  </a:lnTo>
                  <a:lnTo>
                    <a:pt x="1023" y="144"/>
                  </a:lnTo>
                  <a:lnTo>
                    <a:pt x="1007" y="144"/>
                  </a:lnTo>
                  <a:lnTo>
                    <a:pt x="993" y="132"/>
                  </a:lnTo>
                  <a:lnTo>
                    <a:pt x="993" y="132"/>
                  </a:lnTo>
                  <a:lnTo>
                    <a:pt x="977" y="144"/>
                  </a:lnTo>
                  <a:lnTo>
                    <a:pt x="969" y="154"/>
                  </a:lnTo>
                  <a:lnTo>
                    <a:pt x="963" y="160"/>
                  </a:lnTo>
                  <a:lnTo>
                    <a:pt x="963" y="160"/>
                  </a:lnTo>
                  <a:lnTo>
                    <a:pt x="965" y="168"/>
                  </a:lnTo>
                  <a:lnTo>
                    <a:pt x="967" y="176"/>
                  </a:lnTo>
                  <a:lnTo>
                    <a:pt x="967" y="176"/>
                  </a:lnTo>
                  <a:lnTo>
                    <a:pt x="967" y="180"/>
                  </a:lnTo>
                  <a:lnTo>
                    <a:pt x="963" y="183"/>
                  </a:lnTo>
                  <a:lnTo>
                    <a:pt x="963" y="183"/>
                  </a:lnTo>
                  <a:lnTo>
                    <a:pt x="938" y="207"/>
                  </a:lnTo>
                  <a:lnTo>
                    <a:pt x="938" y="207"/>
                  </a:lnTo>
                  <a:lnTo>
                    <a:pt x="938" y="207"/>
                  </a:lnTo>
                  <a:lnTo>
                    <a:pt x="938" y="207"/>
                  </a:lnTo>
                  <a:lnTo>
                    <a:pt x="950" y="207"/>
                  </a:lnTo>
                  <a:lnTo>
                    <a:pt x="950" y="207"/>
                  </a:lnTo>
                  <a:lnTo>
                    <a:pt x="950" y="207"/>
                  </a:lnTo>
                  <a:lnTo>
                    <a:pt x="950" y="207"/>
                  </a:lnTo>
                  <a:lnTo>
                    <a:pt x="950" y="207"/>
                  </a:lnTo>
                  <a:lnTo>
                    <a:pt x="950" y="207"/>
                  </a:lnTo>
                  <a:lnTo>
                    <a:pt x="952" y="207"/>
                  </a:lnTo>
                  <a:lnTo>
                    <a:pt x="952" y="207"/>
                  </a:lnTo>
                  <a:lnTo>
                    <a:pt x="956" y="207"/>
                  </a:lnTo>
                  <a:lnTo>
                    <a:pt x="961" y="209"/>
                  </a:lnTo>
                  <a:lnTo>
                    <a:pt x="963" y="211"/>
                  </a:lnTo>
                  <a:lnTo>
                    <a:pt x="961" y="217"/>
                  </a:lnTo>
                  <a:lnTo>
                    <a:pt x="961" y="217"/>
                  </a:lnTo>
                  <a:lnTo>
                    <a:pt x="961" y="217"/>
                  </a:lnTo>
                  <a:lnTo>
                    <a:pt x="961" y="217"/>
                  </a:lnTo>
                  <a:lnTo>
                    <a:pt x="961" y="217"/>
                  </a:lnTo>
                  <a:lnTo>
                    <a:pt x="961" y="217"/>
                  </a:lnTo>
                  <a:lnTo>
                    <a:pt x="961" y="217"/>
                  </a:lnTo>
                  <a:lnTo>
                    <a:pt x="961" y="217"/>
                  </a:lnTo>
                  <a:lnTo>
                    <a:pt x="961" y="217"/>
                  </a:lnTo>
                  <a:lnTo>
                    <a:pt x="961" y="217"/>
                  </a:lnTo>
                  <a:lnTo>
                    <a:pt x="961" y="217"/>
                  </a:lnTo>
                  <a:lnTo>
                    <a:pt x="961" y="217"/>
                  </a:lnTo>
                  <a:lnTo>
                    <a:pt x="942" y="241"/>
                  </a:lnTo>
                  <a:lnTo>
                    <a:pt x="930" y="252"/>
                  </a:lnTo>
                  <a:lnTo>
                    <a:pt x="930" y="280"/>
                  </a:lnTo>
                  <a:lnTo>
                    <a:pt x="926" y="300"/>
                  </a:lnTo>
                  <a:lnTo>
                    <a:pt x="926" y="300"/>
                  </a:lnTo>
                  <a:lnTo>
                    <a:pt x="924" y="302"/>
                  </a:lnTo>
                  <a:lnTo>
                    <a:pt x="922" y="304"/>
                  </a:lnTo>
                  <a:lnTo>
                    <a:pt x="918" y="304"/>
                  </a:lnTo>
                  <a:lnTo>
                    <a:pt x="918" y="304"/>
                  </a:lnTo>
                  <a:lnTo>
                    <a:pt x="918" y="304"/>
                  </a:lnTo>
                  <a:lnTo>
                    <a:pt x="918" y="304"/>
                  </a:lnTo>
                  <a:lnTo>
                    <a:pt x="918" y="304"/>
                  </a:lnTo>
                  <a:lnTo>
                    <a:pt x="918" y="304"/>
                  </a:lnTo>
                  <a:lnTo>
                    <a:pt x="918" y="304"/>
                  </a:lnTo>
                  <a:lnTo>
                    <a:pt x="918" y="304"/>
                  </a:lnTo>
                  <a:lnTo>
                    <a:pt x="916" y="304"/>
                  </a:lnTo>
                  <a:lnTo>
                    <a:pt x="914" y="302"/>
                  </a:lnTo>
                  <a:lnTo>
                    <a:pt x="914" y="302"/>
                  </a:lnTo>
                  <a:lnTo>
                    <a:pt x="914" y="302"/>
                  </a:lnTo>
                  <a:lnTo>
                    <a:pt x="914" y="302"/>
                  </a:lnTo>
                  <a:lnTo>
                    <a:pt x="914" y="302"/>
                  </a:lnTo>
                  <a:lnTo>
                    <a:pt x="914" y="302"/>
                  </a:lnTo>
                  <a:lnTo>
                    <a:pt x="914" y="302"/>
                  </a:lnTo>
                  <a:lnTo>
                    <a:pt x="914" y="302"/>
                  </a:lnTo>
                  <a:lnTo>
                    <a:pt x="904" y="286"/>
                  </a:lnTo>
                  <a:lnTo>
                    <a:pt x="898" y="278"/>
                  </a:lnTo>
                  <a:lnTo>
                    <a:pt x="896" y="272"/>
                  </a:lnTo>
                  <a:lnTo>
                    <a:pt x="896" y="272"/>
                  </a:lnTo>
                  <a:lnTo>
                    <a:pt x="896" y="249"/>
                  </a:lnTo>
                  <a:lnTo>
                    <a:pt x="885" y="241"/>
                  </a:lnTo>
                  <a:lnTo>
                    <a:pt x="857" y="247"/>
                  </a:lnTo>
                  <a:lnTo>
                    <a:pt x="857" y="247"/>
                  </a:lnTo>
                  <a:lnTo>
                    <a:pt x="845" y="252"/>
                  </a:lnTo>
                  <a:lnTo>
                    <a:pt x="808" y="241"/>
                  </a:lnTo>
                  <a:lnTo>
                    <a:pt x="808" y="241"/>
                  </a:lnTo>
                  <a:lnTo>
                    <a:pt x="802" y="247"/>
                  </a:lnTo>
                  <a:lnTo>
                    <a:pt x="798" y="252"/>
                  </a:lnTo>
                  <a:lnTo>
                    <a:pt x="798" y="258"/>
                  </a:lnTo>
                  <a:lnTo>
                    <a:pt x="798" y="258"/>
                  </a:lnTo>
                  <a:lnTo>
                    <a:pt x="798" y="278"/>
                  </a:lnTo>
                  <a:lnTo>
                    <a:pt x="808" y="294"/>
                  </a:lnTo>
                  <a:lnTo>
                    <a:pt x="772" y="296"/>
                  </a:lnTo>
                  <a:lnTo>
                    <a:pt x="715" y="294"/>
                  </a:lnTo>
                  <a:lnTo>
                    <a:pt x="688" y="304"/>
                  </a:lnTo>
                  <a:lnTo>
                    <a:pt x="640" y="302"/>
                  </a:lnTo>
                  <a:lnTo>
                    <a:pt x="629" y="282"/>
                  </a:lnTo>
                  <a:lnTo>
                    <a:pt x="627" y="266"/>
                  </a:lnTo>
                  <a:lnTo>
                    <a:pt x="621" y="247"/>
                  </a:lnTo>
                  <a:lnTo>
                    <a:pt x="648" y="235"/>
                  </a:lnTo>
                  <a:lnTo>
                    <a:pt x="648" y="215"/>
                  </a:lnTo>
                  <a:lnTo>
                    <a:pt x="650" y="180"/>
                  </a:lnTo>
                  <a:lnTo>
                    <a:pt x="640" y="158"/>
                  </a:lnTo>
                  <a:lnTo>
                    <a:pt x="631" y="140"/>
                  </a:lnTo>
                  <a:lnTo>
                    <a:pt x="601" y="130"/>
                  </a:lnTo>
                  <a:lnTo>
                    <a:pt x="575" y="122"/>
                  </a:lnTo>
                  <a:lnTo>
                    <a:pt x="570" y="107"/>
                  </a:lnTo>
                  <a:lnTo>
                    <a:pt x="552" y="73"/>
                  </a:lnTo>
                  <a:lnTo>
                    <a:pt x="540" y="24"/>
                  </a:lnTo>
                  <a:lnTo>
                    <a:pt x="514" y="26"/>
                  </a:lnTo>
                  <a:lnTo>
                    <a:pt x="508" y="50"/>
                  </a:lnTo>
                  <a:lnTo>
                    <a:pt x="514" y="59"/>
                  </a:lnTo>
                  <a:lnTo>
                    <a:pt x="514" y="59"/>
                  </a:lnTo>
                  <a:lnTo>
                    <a:pt x="514" y="59"/>
                  </a:lnTo>
                  <a:lnTo>
                    <a:pt x="514" y="59"/>
                  </a:lnTo>
                  <a:lnTo>
                    <a:pt x="514" y="59"/>
                  </a:lnTo>
                  <a:lnTo>
                    <a:pt x="501" y="63"/>
                  </a:lnTo>
                  <a:lnTo>
                    <a:pt x="487" y="67"/>
                  </a:lnTo>
                  <a:lnTo>
                    <a:pt x="477" y="69"/>
                  </a:lnTo>
                  <a:lnTo>
                    <a:pt x="477" y="69"/>
                  </a:lnTo>
                  <a:lnTo>
                    <a:pt x="477" y="69"/>
                  </a:lnTo>
                  <a:lnTo>
                    <a:pt x="477" y="69"/>
                  </a:lnTo>
                  <a:lnTo>
                    <a:pt x="477" y="69"/>
                  </a:lnTo>
                  <a:lnTo>
                    <a:pt x="473" y="69"/>
                  </a:lnTo>
                  <a:lnTo>
                    <a:pt x="473" y="69"/>
                  </a:lnTo>
                  <a:lnTo>
                    <a:pt x="473" y="69"/>
                  </a:lnTo>
                  <a:lnTo>
                    <a:pt x="473" y="69"/>
                  </a:lnTo>
                  <a:lnTo>
                    <a:pt x="471" y="67"/>
                  </a:lnTo>
                  <a:lnTo>
                    <a:pt x="469" y="65"/>
                  </a:lnTo>
                  <a:lnTo>
                    <a:pt x="467" y="59"/>
                  </a:lnTo>
                  <a:lnTo>
                    <a:pt x="467" y="59"/>
                  </a:lnTo>
                  <a:lnTo>
                    <a:pt x="469" y="52"/>
                  </a:lnTo>
                  <a:lnTo>
                    <a:pt x="471" y="46"/>
                  </a:lnTo>
                  <a:lnTo>
                    <a:pt x="447" y="42"/>
                  </a:lnTo>
                  <a:lnTo>
                    <a:pt x="445" y="59"/>
                  </a:lnTo>
                  <a:lnTo>
                    <a:pt x="434" y="63"/>
                  </a:lnTo>
                  <a:lnTo>
                    <a:pt x="418" y="32"/>
                  </a:lnTo>
                  <a:lnTo>
                    <a:pt x="398" y="50"/>
                  </a:lnTo>
                  <a:lnTo>
                    <a:pt x="369" y="34"/>
                  </a:lnTo>
                  <a:lnTo>
                    <a:pt x="331" y="0"/>
                  </a:lnTo>
                  <a:lnTo>
                    <a:pt x="331" y="0"/>
                  </a:lnTo>
                </a:path>
              </a:pathLst>
            </a:custGeom>
            <a:grpFill/>
            <a:ln w="14564" cap="flat">
              <a:solidFill>
                <a:schemeClr val="accent1">
                  <a:alpha val="13000"/>
                </a:schemeClr>
              </a:solidFill>
              <a:prstDash val="solid"/>
              <a:bevel/>
            </a:ln>
          </p:spPr>
          <p:txBody>
            <a:bodyPr rtlCol="0" anchor="ctr"/>
            <a:lstStyle/>
            <a:p>
              <a:endParaRPr lang="en-US" sz="2000">
                <a:solidFill>
                  <a:schemeClr val="accent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77212772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87D5C8-1478-352B-4C27-9C42DB1B5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846" y="832016"/>
            <a:ext cx="11080953" cy="480131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F5B66E0-426A-AD0B-7059-33D3C4840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LIGNE 11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6CF3D5-FC32-62A1-5C2F-17B313F6C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239B1-6AFD-4201-AD39-5EBE6686CE2D}" type="slidenum">
              <a:rPr lang="fr-FR" smtClean="0"/>
              <a:t>‹N°›</a:t>
            </a:fld>
            <a:endParaRPr lang="fr-FR"/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98371161-8677-289A-952A-EFF53B97A41D}"/>
              </a:ext>
            </a:extLst>
          </p:cNvPr>
          <p:cNvSpPr/>
          <p:nvPr userDrawn="1"/>
        </p:nvSpPr>
        <p:spPr>
          <a:xfrm>
            <a:off x="353256" y="1366909"/>
            <a:ext cx="3392404" cy="45719"/>
          </a:xfrm>
          <a:custGeom>
            <a:avLst/>
            <a:gdLst>
              <a:gd name="connsiteX0" fmla="*/ 0 w 951166"/>
              <a:gd name="connsiteY0" fmla="*/ 50656 h 50655"/>
              <a:gd name="connsiteX1" fmla="*/ 951166 w 951166"/>
              <a:gd name="connsiteY1" fmla="*/ 5885 h 50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1166" h="50655">
                <a:moveTo>
                  <a:pt x="0" y="50656"/>
                </a:moveTo>
                <a:cubicBezTo>
                  <a:pt x="303020" y="17097"/>
                  <a:pt x="583465" y="-13112"/>
                  <a:pt x="951166" y="5885"/>
                </a:cubicBezTo>
              </a:path>
            </a:pathLst>
          </a:custGeom>
          <a:noFill/>
          <a:ln w="44450" cap="rnd">
            <a:solidFill>
              <a:srgbClr val="00AA91"/>
            </a:solidFill>
            <a:prstDash val="solid"/>
            <a:round/>
          </a:ln>
        </p:spPr>
        <p:txBody>
          <a:bodyPr rtlCol="0" anchor="ctr"/>
          <a:lstStyle/>
          <a:p>
            <a:endParaRPr lang="fr-FR" sz="1800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A8D3CBAC-9A86-397C-7661-91F70D16FC0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2845" y="156355"/>
            <a:ext cx="11080955" cy="230832"/>
          </a:xfrm>
        </p:spPr>
        <p:txBody>
          <a:bodyPr wrap="square">
            <a:spAutoFit/>
          </a:bodyPr>
          <a:lstStyle>
            <a:lvl1pPr>
              <a:defRPr sz="1000" b="1" cap="all" baseline="0">
                <a:solidFill>
                  <a:srgbClr val="0A0082"/>
                </a:solidFill>
                <a:latin typeface="+mj-lt"/>
              </a:defRPr>
            </a:lvl1pPr>
          </a:lstStyle>
          <a:p>
            <a:pPr lvl="0"/>
            <a:r>
              <a:rPr lang="fr-FR"/>
              <a:t>00. nom de la partie</a:t>
            </a:r>
          </a:p>
        </p:txBody>
      </p:sp>
      <p:cxnSp>
        <p:nvCxnSpPr>
          <p:cNvPr id="12" name="Google Shape;506;g15d7a6ab812_1_11">
            <a:extLst>
              <a:ext uri="{FF2B5EF4-FFF2-40B4-BE49-F238E27FC236}">
                <a16:creationId xmlns:a16="http://schemas.microsoft.com/office/drawing/2014/main" id="{257AFC86-FADA-7CF8-18D9-74909B69DB66}"/>
              </a:ext>
            </a:extLst>
          </p:cNvPr>
          <p:cNvCxnSpPr/>
          <p:nvPr userDrawn="1"/>
        </p:nvCxnSpPr>
        <p:spPr>
          <a:xfrm rot="10800000" flipH="1">
            <a:off x="158400" y="6268100"/>
            <a:ext cx="11875200" cy="21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4" name="Espace réservé du texte 12">
            <a:extLst>
              <a:ext uri="{FF2B5EF4-FFF2-40B4-BE49-F238E27FC236}">
                <a16:creationId xmlns:a16="http://schemas.microsoft.com/office/drawing/2014/main" id="{886D40ED-3210-13B5-B886-BE405774828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72844" y="2947680"/>
            <a:ext cx="4040256" cy="1422954"/>
          </a:xfrm>
        </p:spPr>
        <p:txBody>
          <a:bodyPr/>
          <a:lstStyle>
            <a:lvl1pPr>
              <a:spcAft>
                <a:spcPts val="600"/>
              </a:spcAft>
              <a:defRPr lang="fr-FR" sz="1800" kern="1200" smtClean="0">
                <a:solidFill>
                  <a:srgbClr val="0A0082"/>
                </a:solidFill>
                <a:latin typeface="+mn-lt"/>
                <a:ea typeface="+mn-ea"/>
                <a:cs typeface="+mn-cs"/>
              </a:defRPr>
            </a:lvl1pPr>
            <a:lvl2pPr marL="285750" indent="-285750">
              <a:spcBef>
                <a:spcPts val="500"/>
              </a:spcBef>
              <a:spcAft>
                <a:spcPts val="0"/>
              </a:spcAft>
              <a:buFontTx/>
              <a:buBlip>
                <a:blip r:embed="rId2"/>
              </a:buBlip>
              <a:defRPr sz="1400">
                <a:solidFill>
                  <a:srgbClr val="1D1E1C"/>
                </a:solidFill>
              </a:defRPr>
            </a:lvl2pPr>
            <a:lvl3pPr marL="446088" indent="-180975">
              <a:buFontTx/>
              <a:buBlip>
                <a:blip r:embed="rId3"/>
              </a:buBlip>
              <a:defRPr sz="1200"/>
            </a:lvl3pPr>
            <a:lvl4pPr marL="268288" indent="-268288">
              <a:spcBef>
                <a:spcPts val="1000"/>
              </a:spcBef>
              <a:buFontTx/>
              <a:buBlip>
                <a:blip r:embed="rId4"/>
              </a:buBlip>
              <a:tabLst/>
              <a:defRPr sz="1000" b="1">
                <a:solidFill>
                  <a:schemeClr val="accent1"/>
                </a:solidFill>
              </a:defRPr>
            </a:lvl4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7" name="Espace réservé du texte 12">
            <a:extLst>
              <a:ext uri="{FF2B5EF4-FFF2-40B4-BE49-F238E27FC236}">
                <a16:creationId xmlns:a16="http://schemas.microsoft.com/office/drawing/2014/main" id="{8478276F-F0A9-3F41-7F62-FDC277AB5A5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485492" y="2947680"/>
            <a:ext cx="4040256" cy="1422954"/>
          </a:xfrm>
        </p:spPr>
        <p:txBody>
          <a:bodyPr/>
          <a:lstStyle>
            <a:lvl1pPr>
              <a:spcAft>
                <a:spcPts val="600"/>
              </a:spcAft>
              <a:defRPr lang="fr-FR" sz="1800" kern="1200" smtClean="0">
                <a:solidFill>
                  <a:srgbClr val="0A0082"/>
                </a:solidFill>
                <a:latin typeface="+mn-lt"/>
                <a:ea typeface="+mn-ea"/>
                <a:cs typeface="+mn-cs"/>
              </a:defRPr>
            </a:lvl1pPr>
            <a:lvl2pPr marL="285750" indent="-285750">
              <a:spcBef>
                <a:spcPts val="500"/>
              </a:spcBef>
              <a:spcAft>
                <a:spcPts val="0"/>
              </a:spcAft>
              <a:buFontTx/>
              <a:buBlip>
                <a:blip r:embed="rId2"/>
              </a:buBlip>
              <a:defRPr sz="1400">
                <a:solidFill>
                  <a:srgbClr val="1D1E1C"/>
                </a:solidFill>
              </a:defRPr>
            </a:lvl2pPr>
            <a:lvl3pPr marL="446088" indent="-180975">
              <a:buFontTx/>
              <a:buBlip>
                <a:blip r:embed="rId3"/>
              </a:buBlip>
              <a:defRPr sz="1200"/>
            </a:lvl3pPr>
            <a:lvl4pPr marL="268288" indent="-268288">
              <a:spcBef>
                <a:spcPts val="1000"/>
              </a:spcBef>
              <a:buFontTx/>
              <a:buBlip>
                <a:blip r:embed="rId4"/>
              </a:buBlip>
              <a:tabLst/>
              <a:defRPr sz="1000" b="1">
                <a:solidFill>
                  <a:schemeClr val="accent1"/>
                </a:solidFill>
              </a:defRPr>
            </a:lvl4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37F8289C-9AD5-574C-7AAF-9677E1913E24}"/>
              </a:ext>
            </a:extLst>
          </p:cNvPr>
          <p:cNvGrpSpPr/>
          <p:nvPr userDrawn="1"/>
        </p:nvGrpSpPr>
        <p:grpSpPr>
          <a:xfrm>
            <a:off x="11534657" y="6393822"/>
            <a:ext cx="542764" cy="356672"/>
            <a:chOff x="11534656" y="6393822"/>
            <a:chExt cx="542765" cy="35667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7107240-1598-BF13-FF5E-7D841489125E}"/>
                </a:ext>
              </a:extLst>
            </p:cNvPr>
            <p:cNvSpPr/>
            <p:nvPr userDrawn="1"/>
          </p:nvSpPr>
          <p:spPr>
            <a:xfrm>
              <a:off x="11534656" y="6393822"/>
              <a:ext cx="542765" cy="35667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800"/>
            </a:p>
          </p:txBody>
        </p:sp>
        <p:pic>
          <p:nvPicPr>
            <p:cNvPr id="15" name="Graphique 14">
              <a:extLst>
                <a:ext uri="{FF2B5EF4-FFF2-40B4-BE49-F238E27FC236}">
                  <a16:creationId xmlns:a16="http://schemas.microsoft.com/office/drawing/2014/main" id="{37AD1450-8FFA-58AF-646D-1D705667309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1609535" y="6471049"/>
              <a:ext cx="389585" cy="2012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456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37.xml"/><Relationship Id="rId21" Type="http://schemas.openxmlformats.org/officeDocument/2006/relationships/slideLayout" Target="../slideLayouts/slideLayout32.xml"/><Relationship Id="rId42" Type="http://schemas.openxmlformats.org/officeDocument/2006/relationships/slideLayout" Target="../slideLayouts/slideLayout53.xml"/><Relationship Id="rId47" Type="http://schemas.openxmlformats.org/officeDocument/2006/relationships/slideLayout" Target="../slideLayouts/slideLayout58.xml"/><Relationship Id="rId63" Type="http://schemas.openxmlformats.org/officeDocument/2006/relationships/slideLayout" Target="../slideLayouts/slideLayout74.xml"/><Relationship Id="rId68" Type="http://schemas.openxmlformats.org/officeDocument/2006/relationships/slideLayout" Target="../slideLayouts/slideLayout79.xml"/><Relationship Id="rId84" Type="http://schemas.openxmlformats.org/officeDocument/2006/relationships/slideLayout" Target="../slideLayouts/slideLayout95.xml"/><Relationship Id="rId89" Type="http://schemas.openxmlformats.org/officeDocument/2006/relationships/slideLayout" Target="../slideLayouts/slideLayout100.xml"/><Relationship Id="rId112" Type="http://schemas.openxmlformats.org/officeDocument/2006/relationships/image" Target="../media/image2.png"/><Relationship Id="rId16" Type="http://schemas.openxmlformats.org/officeDocument/2006/relationships/slideLayout" Target="../slideLayouts/slideLayout27.xml"/><Relationship Id="rId107" Type="http://schemas.openxmlformats.org/officeDocument/2006/relationships/slideLayout" Target="../slideLayouts/slideLayout118.xml"/><Relationship Id="rId11" Type="http://schemas.openxmlformats.org/officeDocument/2006/relationships/slideLayout" Target="../slideLayouts/slideLayout22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53" Type="http://schemas.openxmlformats.org/officeDocument/2006/relationships/slideLayout" Target="../slideLayouts/slideLayout64.xml"/><Relationship Id="rId58" Type="http://schemas.openxmlformats.org/officeDocument/2006/relationships/slideLayout" Target="../slideLayouts/slideLayout69.xml"/><Relationship Id="rId74" Type="http://schemas.openxmlformats.org/officeDocument/2006/relationships/slideLayout" Target="../slideLayouts/slideLayout85.xml"/><Relationship Id="rId79" Type="http://schemas.openxmlformats.org/officeDocument/2006/relationships/slideLayout" Target="../slideLayouts/slideLayout90.xml"/><Relationship Id="rId102" Type="http://schemas.openxmlformats.org/officeDocument/2006/relationships/slideLayout" Target="../slideLayouts/slideLayout113.xml"/><Relationship Id="rId5" Type="http://schemas.openxmlformats.org/officeDocument/2006/relationships/slideLayout" Target="../slideLayouts/slideLayout16.xml"/><Relationship Id="rId90" Type="http://schemas.openxmlformats.org/officeDocument/2006/relationships/slideLayout" Target="../slideLayouts/slideLayout101.xml"/><Relationship Id="rId95" Type="http://schemas.openxmlformats.org/officeDocument/2006/relationships/slideLayout" Target="../slideLayouts/slideLayout106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43" Type="http://schemas.openxmlformats.org/officeDocument/2006/relationships/slideLayout" Target="../slideLayouts/slideLayout54.xml"/><Relationship Id="rId48" Type="http://schemas.openxmlformats.org/officeDocument/2006/relationships/slideLayout" Target="../slideLayouts/slideLayout59.xml"/><Relationship Id="rId64" Type="http://schemas.openxmlformats.org/officeDocument/2006/relationships/slideLayout" Target="../slideLayouts/slideLayout75.xml"/><Relationship Id="rId69" Type="http://schemas.openxmlformats.org/officeDocument/2006/relationships/slideLayout" Target="../slideLayouts/slideLayout80.xml"/><Relationship Id="rId113" Type="http://schemas.openxmlformats.org/officeDocument/2006/relationships/image" Target="../media/image3.png"/><Relationship Id="rId80" Type="http://schemas.openxmlformats.org/officeDocument/2006/relationships/slideLayout" Target="../slideLayouts/slideLayout91.xml"/><Relationship Id="rId85" Type="http://schemas.openxmlformats.org/officeDocument/2006/relationships/slideLayout" Target="../slideLayouts/slideLayout96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Relationship Id="rId59" Type="http://schemas.openxmlformats.org/officeDocument/2006/relationships/slideLayout" Target="../slideLayouts/slideLayout70.xml"/><Relationship Id="rId103" Type="http://schemas.openxmlformats.org/officeDocument/2006/relationships/slideLayout" Target="../slideLayouts/slideLayout114.xml"/><Relationship Id="rId108" Type="http://schemas.openxmlformats.org/officeDocument/2006/relationships/slideLayout" Target="../slideLayouts/slideLayout119.xml"/><Relationship Id="rId54" Type="http://schemas.openxmlformats.org/officeDocument/2006/relationships/slideLayout" Target="../slideLayouts/slideLayout65.xml"/><Relationship Id="rId70" Type="http://schemas.openxmlformats.org/officeDocument/2006/relationships/slideLayout" Target="../slideLayouts/slideLayout81.xml"/><Relationship Id="rId75" Type="http://schemas.openxmlformats.org/officeDocument/2006/relationships/slideLayout" Target="../slideLayouts/slideLayout86.xml"/><Relationship Id="rId91" Type="http://schemas.openxmlformats.org/officeDocument/2006/relationships/slideLayout" Target="../slideLayouts/slideLayout102.xml"/><Relationship Id="rId96" Type="http://schemas.openxmlformats.org/officeDocument/2006/relationships/slideLayout" Target="../slideLayouts/slideLayout10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60.xml"/><Relationship Id="rId57" Type="http://schemas.openxmlformats.org/officeDocument/2006/relationships/slideLayout" Target="../slideLayouts/slideLayout68.xml"/><Relationship Id="rId106" Type="http://schemas.openxmlformats.org/officeDocument/2006/relationships/slideLayout" Target="../slideLayouts/slideLayout117.xml"/><Relationship Id="rId10" Type="http://schemas.openxmlformats.org/officeDocument/2006/relationships/slideLayout" Target="../slideLayouts/slideLayout21.xml"/><Relationship Id="rId31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55.xml"/><Relationship Id="rId52" Type="http://schemas.openxmlformats.org/officeDocument/2006/relationships/slideLayout" Target="../slideLayouts/slideLayout63.xml"/><Relationship Id="rId60" Type="http://schemas.openxmlformats.org/officeDocument/2006/relationships/slideLayout" Target="../slideLayouts/slideLayout71.xml"/><Relationship Id="rId65" Type="http://schemas.openxmlformats.org/officeDocument/2006/relationships/slideLayout" Target="../slideLayouts/slideLayout76.xml"/><Relationship Id="rId73" Type="http://schemas.openxmlformats.org/officeDocument/2006/relationships/slideLayout" Target="../slideLayouts/slideLayout84.xml"/><Relationship Id="rId78" Type="http://schemas.openxmlformats.org/officeDocument/2006/relationships/slideLayout" Target="../slideLayouts/slideLayout89.xml"/><Relationship Id="rId81" Type="http://schemas.openxmlformats.org/officeDocument/2006/relationships/slideLayout" Target="../slideLayouts/slideLayout92.xml"/><Relationship Id="rId86" Type="http://schemas.openxmlformats.org/officeDocument/2006/relationships/slideLayout" Target="../slideLayouts/slideLayout97.xml"/><Relationship Id="rId94" Type="http://schemas.openxmlformats.org/officeDocument/2006/relationships/slideLayout" Target="../slideLayouts/slideLayout105.xml"/><Relationship Id="rId99" Type="http://schemas.openxmlformats.org/officeDocument/2006/relationships/slideLayout" Target="../slideLayouts/slideLayout110.xml"/><Relationship Id="rId101" Type="http://schemas.openxmlformats.org/officeDocument/2006/relationships/slideLayout" Target="../slideLayouts/slideLayout11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9" Type="http://schemas.openxmlformats.org/officeDocument/2006/relationships/slideLayout" Target="../slideLayouts/slideLayout50.xml"/><Relationship Id="rId109" Type="http://schemas.openxmlformats.org/officeDocument/2006/relationships/slideLayout" Target="../slideLayouts/slideLayout120.xml"/><Relationship Id="rId34" Type="http://schemas.openxmlformats.org/officeDocument/2006/relationships/slideLayout" Target="../slideLayouts/slideLayout45.xml"/><Relationship Id="rId50" Type="http://schemas.openxmlformats.org/officeDocument/2006/relationships/slideLayout" Target="../slideLayouts/slideLayout61.xml"/><Relationship Id="rId55" Type="http://schemas.openxmlformats.org/officeDocument/2006/relationships/slideLayout" Target="../slideLayouts/slideLayout66.xml"/><Relationship Id="rId76" Type="http://schemas.openxmlformats.org/officeDocument/2006/relationships/slideLayout" Target="../slideLayouts/slideLayout87.xml"/><Relationship Id="rId97" Type="http://schemas.openxmlformats.org/officeDocument/2006/relationships/slideLayout" Target="../slideLayouts/slideLayout108.xml"/><Relationship Id="rId104" Type="http://schemas.openxmlformats.org/officeDocument/2006/relationships/slideLayout" Target="../slideLayouts/slideLayout115.xml"/><Relationship Id="rId7" Type="http://schemas.openxmlformats.org/officeDocument/2006/relationships/slideLayout" Target="../slideLayouts/slideLayout18.xml"/><Relationship Id="rId71" Type="http://schemas.openxmlformats.org/officeDocument/2006/relationships/slideLayout" Target="../slideLayouts/slideLayout82.xml"/><Relationship Id="rId92" Type="http://schemas.openxmlformats.org/officeDocument/2006/relationships/slideLayout" Target="../slideLayouts/slideLayout103.xml"/><Relationship Id="rId2" Type="http://schemas.openxmlformats.org/officeDocument/2006/relationships/slideLayout" Target="../slideLayouts/slideLayout13.xml"/><Relationship Id="rId29" Type="http://schemas.openxmlformats.org/officeDocument/2006/relationships/slideLayout" Target="../slideLayouts/slideLayout40.xml"/><Relationship Id="rId24" Type="http://schemas.openxmlformats.org/officeDocument/2006/relationships/slideLayout" Target="../slideLayouts/slideLayout35.xml"/><Relationship Id="rId40" Type="http://schemas.openxmlformats.org/officeDocument/2006/relationships/slideLayout" Target="../slideLayouts/slideLayout51.xml"/><Relationship Id="rId45" Type="http://schemas.openxmlformats.org/officeDocument/2006/relationships/slideLayout" Target="../slideLayouts/slideLayout56.xml"/><Relationship Id="rId66" Type="http://schemas.openxmlformats.org/officeDocument/2006/relationships/slideLayout" Target="../slideLayouts/slideLayout77.xml"/><Relationship Id="rId87" Type="http://schemas.openxmlformats.org/officeDocument/2006/relationships/slideLayout" Target="../slideLayouts/slideLayout98.xml"/><Relationship Id="rId110" Type="http://schemas.openxmlformats.org/officeDocument/2006/relationships/theme" Target="../theme/theme2.xml"/><Relationship Id="rId61" Type="http://schemas.openxmlformats.org/officeDocument/2006/relationships/slideLayout" Target="../slideLayouts/slideLayout72.xml"/><Relationship Id="rId82" Type="http://schemas.openxmlformats.org/officeDocument/2006/relationships/slideLayout" Target="../slideLayouts/slideLayout93.xml"/><Relationship Id="rId19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25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56" Type="http://schemas.openxmlformats.org/officeDocument/2006/relationships/slideLayout" Target="../slideLayouts/slideLayout67.xml"/><Relationship Id="rId77" Type="http://schemas.openxmlformats.org/officeDocument/2006/relationships/slideLayout" Target="../slideLayouts/slideLayout88.xml"/><Relationship Id="rId100" Type="http://schemas.openxmlformats.org/officeDocument/2006/relationships/slideLayout" Target="../slideLayouts/slideLayout111.xml"/><Relationship Id="rId105" Type="http://schemas.openxmlformats.org/officeDocument/2006/relationships/slideLayout" Target="../slideLayouts/slideLayout116.xml"/><Relationship Id="rId8" Type="http://schemas.openxmlformats.org/officeDocument/2006/relationships/slideLayout" Target="../slideLayouts/slideLayout19.xml"/><Relationship Id="rId51" Type="http://schemas.openxmlformats.org/officeDocument/2006/relationships/slideLayout" Target="../slideLayouts/slideLayout62.xml"/><Relationship Id="rId72" Type="http://schemas.openxmlformats.org/officeDocument/2006/relationships/slideLayout" Target="../slideLayouts/slideLayout83.xml"/><Relationship Id="rId93" Type="http://schemas.openxmlformats.org/officeDocument/2006/relationships/slideLayout" Target="../slideLayouts/slideLayout104.xml"/><Relationship Id="rId98" Type="http://schemas.openxmlformats.org/officeDocument/2006/relationships/slideLayout" Target="../slideLayouts/slideLayout109.xml"/><Relationship Id="rId3" Type="http://schemas.openxmlformats.org/officeDocument/2006/relationships/slideLayout" Target="../slideLayouts/slideLayout14.xml"/><Relationship Id="rId25" Type="http://schemas.openxmlformats.org/officeDocument/2006/relationships/slideLayout" Target="../slideLayouts/slideLayout36.xml"/><Relationship Id="rId46" Type="http://schemas.openxmlformats.org/officeDocument/2006/relationships/slideLayout" Target="../slideLayouts/slideLayout57.xml"/><Relationship Id="rId67" Type="http://schemas.openxmlformats.org/officeDocument/2006/relationships/slideLayout" Target="../slideLayouts/slideLayout78.xml"/><Relationship Id="rId20" Type="http://schemas.openxmlformats.org/officeDocument/2006/relationships/slideLayout" Target="../slideLayouts/slideLayout31.xml"/><Relationship Id="rId41" Type="http://schemas.openxmlformats.org/officeDocument/2006/relationships/slideLayout" Target="../slideLayouts/slideLayout52.xml"/><Relationship Id="rId62" Type="http://schemas.openxmlformats.org/officeDocument/2006/relationships/slideLayout" Target="../slideLayouts/slideLayout73.xml"/><Relationship Id="rId83" Type="http://schemas.openxmlformats.org/officeDocument/2006/relationships/slideLayout" Target="../slideLayouts/slideLayout94.xml"/><Relationship Id="rId88" Type="http://schemas.openxmlformats.org/officeDocument/2006/relationships/slideLayout" Target="../slideLayouts/slideLayout99.xml"/><Relationship Id="rId111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9FFDE10-94CA-6AFC-638F-69CEB4781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347A08-DF3C-E455-A671-ED7AA4F04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C785F88-1A39-0C79-3173-44053C0104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35F2E2-3EE3-49B7-8E76-73DD4EFAE7EF}" type="datetimeFigureOut">
              <a:rPr lang="fr-FR" smtClean="0"/>
              <a:t>28/08/2025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D715274-5252-4D8B-D6BF-219D36E132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DA04FC2-C4F9-4F46-8FEA-B2646E91F7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6723E6-5A9D-4E1F-A880-2DD62B39A9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9818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856DCCB-5022-60D9-EF9E-52658203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847" y="832016"/>
            <a:ext cx="11080955" cy="480131"/>
          </a:xfrm>
          <a:prstGeom prst="rect">
            <a:avLst/>
          </a:prstGeom>
        </p:spPr>
        <p:txBody>
          <a:bodyPr vert="horz" wrap="square" lIns="0" tIns="45720" rIns="91440" bIns="45720" rtlCol="0" anchor="b" anchorCtr="0">
            <a:sp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705D68C-F417-F102-C5B4-74FCD11215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2846" y="1825834"/>
            <a:ext cx="11080953" cy="1728678"/>
          </a:xfrm>
          <a:prstGeom prst="rect">
            <a:avLst/>
          </a:prstGeom>
        </p:spPr>
        <p:txBody>
          <a:bodyPr vert="horz" lIns="0" tIns="45720" rIns="91440" bIns="45720" rtlCol="0">
            <a:sp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56623C6-8DDE-3EA0-60D8-9C24A8949C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251939" y="6374507"/>
            <a:ext cx="11018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rgbClr val="0A0082"/>
                </a:solidFill>
              </a:defRPr>
            </a:lvl1pPr>
          </a:lstStyle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B48B1C8-9D3B-2A9D-7D12-6CBA96006D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4604" y="6374507"/>
            <a:ext cx="94479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rgbClr val="0A0082"/>
                </a:solidFill>
              </a:defRPr>
            </a:lvl1pPr>
          </a:lstStyle>
          <a:p>
            <a:r>
              <a:rPr lang="fr-FR"/>
              <a:t>LIGNE 11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8BB43E8-BE13-77E4-28A5-4D0D21D42B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2846" y="6366355"/>
            <a:ext cx="384071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200">
                <a:solidFill>
                  <a:srgbClr val="0A0082"/>
                </a:solidFill>
              </a:defRPr>
            </a:lvl1pPr>
          </a:lstStyle>
          <a:p>
            <a:fld id="{2EA239B1-6AFD-4201-AD39-5EBE6686CE2D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3251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  <p:sldLayoutId id="2147483726" r:id="rId66"/>
    <p:sldLayoutId id="2147483727" r:id="rId67"/>
    <p:sldLayoutId id="2147483728" r:id="rId68"/>
    <p:sldLayoutId id="2147483729" r:id="rId69"/>
    <p:sldLayoutId id="2147483730" r:id="rId70"/>
    <p:sldLayoutId id="2147483731" r:id="rId71"/>
    <p:sldLayoutId id="2147483732" r:id="rId72"/>
    <p:sldLayoutId id="2147483733" r:id="rId73"/>
    <p:sldLayoutId id="2147483734" r:id="rId74"/>
    <p:sldLayoutId id="2147483735" r:id="rId75"/>
    <p:sldLayoutId id="2147483736" r:id="rId76"/>
    <p:sldLayoutId id="2147483737" r:id="rId77"/>
    <p:sldLayoutId id="2147483738" r:id="rId78"/>
    <p:sldLayoutId id="2147483739" r:id="rId79"/>
    <p:sldLayoutId id="2147483740" r:id="rId80"/>
    <p:sldLayoutId id="2147483741" r:id="rId81"/>
    <p:sldLayoutId id="2147483742" r:id="rId82"/>
    <p:sldLayoutId id="2147483743" r:id="rId83"/>
    <p:sldLayoutId id="2147483744" r:id="rId84"/>
    <p:sldLayoutId id="2147483745" r:id="rId85"/>
    <p:sldLayoutId id="2147483746" r:id="rId86"/>
    <p:sldLayoutId id="2147483747" r:id="rId87"/>
    <p:sldLayoutId id="2147483748" r:id="rId88"/>
    <p:sldLayoutId id="2147483749" r:id="rId89"/>
    <p:sldLayoutId id="2147483750" r:id="rId90"/>
    <p:sldLayoutId id="2147483751" r:id="rId91"/>
    <p:sldLayoutId id="2147483752" r:id="rId92"/>
    <p:sldLayoutId id="2147483753" r:id="rId93"/>
    <p:sldLayoutId id="2147483754" r:id="rId94"/>
    <p:sldLayoutId id="2147483755" r:id="rId95"/>
    <p:sldLayoutId id="2147483756" r:id="rId96"/>
    <p:sldLayoutId id="2147483757" r:id="rId97"/>
    <p:sldLayoutId id="2147483758" r:id="rId98"/>
    <p:sldLayoutId id="2147483759" r:id="rId99"/>
    <p:sldLayoutId id="2147483760" r:id="rId100"/>
    <p:sldLayoutId id="2147483761" r:id="rId101"/>
    <p:sldLayoutId id="2147483762" r:id="rId102"/>
    <p:sldLayoutId id="2147483763" r:id="rId103"/>
    <p:sldLayoutId id="2147483764" r:id="rId104"/>
    <p:sldLayoutId id="2147483765" r:id="rId105"/>
    <p:sldLayoutId id="2147483766" r:id="rId106"/>
    <p:sldLayoutId id="2147483767" r:id="rId107"/>
    <p:sldLayoutId id="2147483768" r:id="rId108"/>
    <p:sldLayoutId id="2147483769" r:id="rId109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rgbClr val="00AA9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600" kern="1200">
          <a:solidFill>
            <a:srgbClr val="1D1E1C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90000"/>
        </a:lnSpc>
        <a:spcBef>
          <a:spcPts val="2600"/>
        </a:spcBef>
        <a:spcAft>
          <a:spcPts val="600"/>
        </a:spcAft>
        <a:buFont typeface="Arial" panose="020B0604020202020204" pitchFamily="34" charset="0"/>
        <a:buNone/>
        <a:defRPr lang="fr-FR" sz="1800" kern="1200" smtClean="0">
          <a:solidFill>
            <a:srgbClr val="0A0082"/>
          </a:solidFill>
          <a:latin typeface="+mn-lt"/>
          <a:ea typeface="+mn-ea"/>
          <a:cs typeface="+mn-cs"/>
        </a:defRPr>
      </a:lvl2pPr>
      <a:lvl3pPr marL="269875" indent="-269875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11"/>
        </a:buBlip>
        <a:defRPr sz="1400" kern="1200">
          <a:solidFill>
            <a:srgbClr val="1D1E1C"/>
          </a:solidFill>
          <a:latin typeface="+mn-lt"/>
          <a:ea typeface="+mn-ea"/>
          <a:cs typeface="+mn-cs"/>
        </a:defRPr>
      </a:lvl3pPr>
      <a:lvl4pPr marL="447675" indent="-1778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12"/>
        </a:buBlip>
        <a:defRPr sz="1200" kern="1200">
          <a:solidFill>
            <a:srgbClr val="1D1E1C"/>
          </a:solidFill>
          <a:latin typeface="+mn-lt"/>
          <a:ea typeface="+mn-ea"/>
          <a:cs typeface="+mn-cs"/>
        </a:defRPr>
      </a:lvl4pPr>
      <a:lvl5pPr marL="269875" indent="-269875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113"/>
        </a:buBlip>
        <a:defRPr sz="1000" b="1" kern="1200">
          <a:solidFill>
            <a:srgbClr val="0A008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38EDA591-2C9A-60CF-0AF2-BBFFD20142E9}"/>
              </a:ext>
            </a:extLst>
          </p:cNvPr>
          <p:cNvSpPr txBox="1"/>
          <p:nvPr/>
        </p:nvSpPr>
        <p:spPr>
          <a:xfrm>
            <a:off x="1600200" y="847725"/>
            <a:ext cx="35242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solidFill>
                  <a:srgbClr val="002060"/>
                </a:solidFill>
                <a:latin typeface="Gill Sans MT" panose="020B0502020104020203" pitchFamily="34" charset="0"/>
              </a:rPr>
              <a:t>Présentation de: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C782F868-EE09-01C6-6574-F7CAFE3EC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527" y="3356210"/>
            <a:ext cx="2255540" cy="123143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28D4977-3B75-A1A1-5F0F-076F8EDE71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499" y="3444639"/>
            <a:ext cx="1143001" cy="114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963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F71E626D-75DA-DC56-CC7F-4A1586D899B1}"/>
              </a:ext>
            </a:extLst>
          </p:cNvPr>
          <p:cNvSpPr txBox="1"/>
          <p:nvPr/>
        </p:nvSpPr>
        <p:spPr>
          <a:xfrm>
            <a:off x="2208398" y="4458055"/>
            <a:ext cx="249695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fr-FR" sz="1600" b="1" dirty="0">
                <a:solidFill>
                  <a:srgbClr val="002060"/>
                </a:solidFill>
                <a:latin typeface="Gill Sans MT" panose="020B0502020104020203" pitchFamily="34" charset="0"/>
              </a:rPr>
              <a:t>Pour qui ? </a:t>
            </a:r>
            <a:endParaRPr lang="fr-FR" sz="1200" dirty="0">
              <a:solidFill>
                <a:srgbClr val="002060"/>
              </a:solidFill>
              <a:latin typeface="Gill Sans MT" panose="020B0502020104020203" pitchFamily="34" charset="0"/>
            </a:endParaRP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002060"/>
                </a:solidFill>
                <a:latin typeface="Gill Sans MT" panose="020B0502020104020203" pitchFamily="34" charset="0"/>
              </a:rPr>
              <a:t>Tous les agents qualifiés conduite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DC4D00C-B840-D45C-E8CF-30FB3559F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0" y="246392"/>
            <a:ext cx="1437824" cy="784991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AA35D274-4D34-9AFF-0A56-C5A03F25C5C9}"/>
              </a:ext>
            </a:extLst>
          </p:cNvPr>
          <p:cNvSpPr txBox="1"/>
          <p:nvPr/>
        </p:nvSpPr>
        <p:spPr>
          <a:xfrm>
            <a:off x="7976629" y="5584802"/>
            <a:ext cx="342479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fr-FR" sz="1600" b="1" dirty="0">
                <a:solidFill>
                  <a:srgbClr val="002060"/>
                </a:solidFill>
                <a:latin typeface="Gill Sans MT" panose="020B0502020104020203" pitchFamily="34" charset="0"/>
              </a:rPr>
              <a:t>Comment ?</a:t>
            </a:r>
            <a:endParaRPr lang="fr-FR" b="1" dirty="0">
              <a:solidFill>
                <a:srgbClr val="002060"/>
              </a:solidFill>
              <a:latin typeface="Gill Sans MT" panose="020B0502020104020203" pitchFamily="34" charset="0"/>
            </a:endParaRP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002060"/>
                </a:solidFill>
                <a:latin typeface="Gill Sans MT" panose="020B0502020104020203" pitchFamily="34" charset="0"/>
              </a:rPr>
              <a:t> Sur les écrans présents dans les corps de garde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002060"/>
                </a:solidFill>
                <a:latin typeface="Gill Sans MT" panose="020B0502020104020203" pitchFamily="34" charset="0"/>
              </a:rPr>
              <a:t>A l’aide d’un générateur de visuel</a:t>
            </a:r>
          </a:p>
          <a:p>
            <a:endParaRPr lang="fr-FR" sz="1400" dirty="0">
              <a:solidFill>
                <a:srgbClr val="002060"/>
              </a:solidFill>
              <a:latin typeface="Gill Sans MT" panose="020B0502020104020203" pitchFamily="34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5C6EE083-E942-D853-4983-947E229D52E6}"/>
              </a:ext>
            </a:extLst>
          </p:cNvPr>
          <p:cNvSpPr txBox="1"/>
          <p:nvPr/>
        </p:nvSpPr>
        <p:spPr>
          <a:xfrm>
            <a:off x="6381750" y="2047858"/>
            <a:ext cx="2990850" cy="1123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fr-FR" sz="1600" b="1" dirty="0">
                <a:solidFill>
                  <a:srgbClr val="002060"/>
                </a:solidFill>
                <a:latin typeface="Gill Sans MT" panose="020B0502020104020203" pitchFamily="34" charset="0"/>
              </a:rPr>
              <a:t>Pourquoi ?</a:t>
            </a:r>
            <a:endParaRPr lang="fr-FR" b="1" dirty="0">
              <a:solidFill>
                <a:srgbClr val="002060"/>
              </a:solidFill>
              <a:latin typeface="Gill Sans MT" panose="020B0502020104020203" pitchFamily="34" charset="0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002060"/>
                </a:solidFill>
                <a:latin typeface="Gill Sans MT" panose="020B0502020104020203" pitchFamily="34" charset="0"/>
              </a:rPr>
              <a:t>Optimiser la circulation de l’information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002060"/>
                </a:solidFill>
                <a:latin typeface="Gill Sans MT" panose="020B0502020104020203" pitchFamily="34" charset="0"/>
              </a:rPr>
              <a:t>Faire des rappels sur des cas concrets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002060"/>
                </a:solidFill>
                <a:latin typeface="Gill Sans MT" panose="020B0502020104020203" pitchFamily="34" charset="0"/>
              </a:rPr>
              <a:t>Écarter des doutes 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DDAC04A-5082-BB89-2466-B8F31C0C50DF}"/>
              </a:ext>
            </a:extLst>
          </p:cNvPr>
          <p:cNvSpPr txBox="1"/>
          <p:nvPr/>
        </p:nvSpPr>
        <p:spPr>
          <a:xfrm>
            <a:off x="1432110" y="1605106"/>
            <a:ext cx="308274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fr-FR" sz="1600" b="1" dirty="0">
                <a:solidFill>
                  <a:srgbClr val="002060"/>
                </a:solidFill>
                <a:latin typeface="Gill Sans MT" panose="020B0502020104020203" pitchFamily="34" charset="0"/>
              </a:rPr>
              <a:t>C’est quoi ? </a:t>
            </a:r>
            <a:endParaRPr lang="fr-FR" sz="1200" dirty="0">
              <a:solidFill>
                <a:srgbClr val="002060"/>
              </a:solidFill>
              <a:latin typeface="Gill Sans MT" panose="020B0502020104020203" pitchFamily="34" charset="0"/>
            </a:endParaRPr>
          </a:p>
          <a:p>
            <a:pPr marL="171450" indent="-171450" algn="ctr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002060"/>
                </a:solidFill>
                <a:latin typeface="Gill Sans MT" panose="020B0502020104020203" pitchFamily="34" charset="0"/>
              </a:rPr>
              <a:t>Un support visuel qui permet d’avoir des informations sur un incident en cours</a:t>
            </a:r>
          </a:p>
        </p:txBody>
      </p:sp>
      <p:sp>
        <p:nvSpPr>
          <p:cNvPr id="9" name="Forme libre : forme 8">
            <a:extLst>
              <a:ext uri="{FF2B5EF4-FFF2-40B4-BE49-F238E27FC236}">
                <a16:creationId xmlns:a16="http://schemas.microsoft.com/office/drawing/2014/main" id="{F527A7E9-E57E-D9D4-EC9A-5871E6D0DFD9}"/>
              </a:ext>
            </a:extLst>
          </p:cNvPr>
          <p:cNvSpPr/>
          <p:nvPr/>
        </p:nvSpPr>
        <p:spPr>
          <a:xfrm>
            <a:off x="2819400" y="2785670"/>
            <a:ext cx="6134100" cy="2469124"/>
          </a:xfrm>
          <a:custGeom>
            <a:avLst/>
            <a:gdLst>
              <a:gd name="connsiteX0" fmla="*/ 0 w 5448300"/>
              <a:gd name="connsiteY0" fmla="*/ 0 h 2714625"/>
              <a:gd name="connsiteX1" fmla="*/ 857250 w 5448300"/>
              <a:gd name="connsiteY1" fmla="*/ 1371600 h 2714625"/>
              <a:gd name="connsiteX2" fmla="*/ 4143375 w 5448300"/>
              <a:gd name="connsiteY2" fmla="*/ 857250 h 2714625"/>
              <a:gd name="connsiteX3" fmla="*/ 5448300 w 5448300"/>
              <a:gd name="connsiteY3" fmla="*/ 2714625 h 2714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8300" h="2714625">
                <a:moveTo>
                  <a:pt x="0" y="0"/>
                </a:moveTo>
                <a:cubicBezTo>
                  <a:pt x="83344" y="614362"/>
                  <a:pt x="166688" y="1228725"/>
                  <a:pt x="857250" y="1371600"/>
                </a:cubicBezTo>
                <a:cubicBezTo>
                  <a:pt x="1547812" y="1514475"/>
                  <a:pt x="3378200" y="633413"/>
                  <a:pt x="4143375" y="857250"/>
                </a:cubicBezTo>
                <a:cubicBezTo>
                  <a:pt x="4908550" y="1081088"/>
                  <a:pt x="5297488" y="2424113"/>
                  <a:pt x="5448300" y="2714625"/>
                </a:cubicBezTo>
              </a:path>
            </a:pathLst>
          </a:cu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Organigramme : Connecteur 9">
            <a:extLst>
              <a:ext uri="{FF2B5EF4-FFF2-40B4-BE49-F238E27FC236}">
                <a16:creationId xmlns:a16="http://schemas.microsoft.com/office/drawing/2014/main" id="{F578130B-4193-288B-0314-790765963152}"/>
              </a:ext>
            </a:extLst>
          </p:cNvPr>
          <p:cNvSpPr/>
          <p:nvPr/>
        </p:nvSpPr>
        <p:spPr>
          <a:xfrm>
            <a:off x="2709862" y="2676132"/>
            <a:ext cx="219075" cy="219075"/>
          </a:xfrm>
          <a:prstGeom prst="flowChartConnector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Organigramme : Connecteur 10">
            <a:extLst>
              <a:ext uri="{FF2B5EF4-FFF2-40B4-BE49-F238E27FC236}">
                <a16:creationId xmlns:a16="http://schemas.microsoft.com/office/drawing/2014/main" id="{846E18D2-75E1-EDD1-12C0-949ADAA89573}"/>
              </a:ext>
            </a:extLst>
          </p:cNvPr>
          <p:cNvSpPr/>
          <p:nvPr/>
        </p:nvSpPr>
        <p:spPr>
          <a:xfrm>
            <a:off x="3519487" y="3910694"/>
            <a:ext cx="219075" cy="219075"/>
          </a:xfrm>
          <a:prstGeom prst="flowChartConnector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Organigramme : Connecteur 11">
            <a:extLst>
              <a:ext uri="{FF2B5EF4-FFF2-40B4-BE49-F238E27FC236}">
                <a16:creationId xmlns:a16="http://schemas.microsoft.com/office/drawing/2014/main" id="{19A29140-4D16-DC38-6009-573C7768609A}"/>
              </a:ext>
            </a:extLst>
          </p:cNvPr>
          <p:cNvSpPr/>
          <p:nvPr/>
        </p:nvSpPr>
        <p:spPr>
          <a:xfrm>
            <a:off x="7015162" y="3429000"/>
            <a:ext cx="219075" cy="219075"/>
          </a:xfrm>
          <a:prstGeom prst="flowChartConnector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Organigramme : Connecteur 12">
            <a:extLst>
              <a:ext uri="{FF2B5EF4-FFF2-40B4-BE49-F238E27FC236}">
                <a16:creationId xmlns:a16="http://schemas.microsoft.com/office/drawing/2014/main" id="{5C982212-5307-3C30-BF68-7CA0CF3D9539}"/>
              </a:ext>
            </a:extLst>
          </p:cNvPr>
          <p:cNvSpPr/>
          <p:nvPr/>
        </p:nvSpPr>
        <p:spPr>
          <a:xfrm>
            <a:off x="8843963" y="5145257"/>
            <a:ext cx="219075" cy="219075"/>
          </a:xfrm>
          <a:prstGeom prst="flowChartConnector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364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2C446518-5E9D-6108-2779-25DF370C95F3}"/>
              </a:ext>
            </a:extLst>
          </p:cNvPr>
          <p:cNvSpPr txBox="1"/>
          <p:nvPr/>
        </p:nvSpPr>
        <p:spPr>
          <a:xfrm>
            <a:off x="5293098" y="240913"/>
            <a:ext cx="5514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002060"/>
                </a:solidFill>
                <a:latin typeface="Gill Sans MT" panose="020B0502020104020203" pitchFamily="34" charset="0"/>
              </a:rPr>
              <a:t>Circulation de l’information lors d’un incident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F36B16D-0084-2BC3-7712-A258E3DFE8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6061" y="1569212"/>
            <a:ext cx="1076216" cy="1031051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AF57590E-F289-6822-0731-4D675AD3F233}"/>
              </a:ext>
            </a:extLst>
          </p:cNvPr>
          <p:cNvSpPr txBox="1"/>
          <p:nvPr/>
        </p:nvSpPr>
        <p:spPr>
          <a:xfrm>
            <a:off x="1485900" y="1007520"/>
            <a:ext cx="4505324" cy="1000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solidFill>
                  <a:srgbClr val="002060"/>
                </a:solidFill>
                <a:latin typeface="Gill Sans MT" panose="020B0502020104020203" pitchFamily="34" charset="0"/>
              </a:rPr>
              <a:t>Acteur: PCC</a:t>
            </a:r>
          </a:p>
          <a:p>
            <a:endParaRPr lang="fr-FR" sz="1100" dirty="0">
              <a:solidFill>
                <a:srgbClr val="002060"/>
              </a:solidFill>
              <a:latin typeface="Gill Sans MT" panose="020B0502020104020203" pitchFamily="34" charset="0"/>
            </a:endParaRPr>
          </a:p>
          <a:p>
            <a:pPr algn="r"/>
            <a:r>
              <a:rPr lang="fr-FR" sz="1200" dirty="0">
                <a:solidFill>
                  <a:srgbClr val="002060"/>
                </a:solidFill>
                <a:latin typeface="Gill Sans MT" panose="020B0502020104020203" pitchFamily="34" charset="0"/>
              </a:rPr>
              <a:t>« Appel général du PCC pour vous signaler la mise en place d’un ralentissement provisoire dans l’</a:t>
            </a:r>
            <a:r>
              <a:rPr lang="fr-FR" sz="1200" dirty="0" err="1">
                <a:solidFill>
                  <a:srgbClr val="002060"/>
                </a:solidFill>
                <a:latin typeface="Gill Sans MT" panose="020B0502020104020203" pitchFamily="34" charset="0"/>
              </a:rPr>
              <a:t>interstation</a:t>
            </a:r>
            <a:r>
              <a:rPr lang="fr-FR" sz="1200" dirty="0">
                <a:solidFill>
                  <a:srgbClr val="002060"/>
                </a:solidFill>
                <a:latin typeface="Gill Sans MT" panose="020B0502020104020203" pitchFamily="34" charset="0"/>
              </a:rPr>
              <a:t> « XXXX - XXXX » ».</a:t>
            </a:r>
          </a:p>
          <a:p>
            <a:endParaRPr lang="fr-FR" sz="1000" dirty="0">
              <a:solidFill>
                <a:srgbClr val="002060"/>
              </a:solidFill>
              <a:latin typeface="Gill Sans MT" panose="020B0502020104020203" pitchFamily="34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86DB0CA-5F0B-A78D-EADA-13701A0A0EEF}"/>
              </a:ext>
            </a:extLst>
          </p:cNvPr>
          <p:cNvSpPr txBox="1"/>
          <p:nvPr/>
        </p:nvSpPr>
        <p:spPr>
          <a:xfrm>
            <a:off x="167029" y="3850912"/>
            <a:ext cx="48716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solidFill>
                  <a:srgbClr val="002060"/>
                </a:solidFill>
                <a:latin typeface="Gill Sans MT" panose="020B0502020104020203" pitchFamily="34" charset="0"/>
              </a:rPr>
              <a:t>Acteur: Manager</a:t>
            </a:r>
          </a:p>
          <a:p>
            <a:endParaRPr lang="fr-FR" sz="1200" dirty="0">
              <a:solidFill>
                <a:srgbClr val="002060"/>
              </a:solidFill>
              <a:latin typeface="Gill Sans MT" panose="020B0502020104020203" pitchFamily="34" charset="0"/>
            </a:endParaRPr>
          </a:p>
          <a:p>
            <a:r>
              <a:rPr lang="fr-FR" sz="1200" dirty="0">
                <a:solidFill>
                  <a:srgbClr val="002060"/>
                </a:solidFill>
                <a:latin typeface="Gill Sans MT" panose="020B0502020104020203" pitchFamily="34" charset="0"/>
              </a:rPr>
              <a:t>Prise en compte de l’information et création d’un support à diffuser sur les écrans via « Live Incident ». </a:t>
            </a:r>
            <a:r>
              <a:rPr lang="fr-FR" sz="1050" i="1" dirty="0">
                <a:solidFill>
                  <a:srgbClr val="002060"/>
                </a:solidFill>
                <a:latin typeface="Gill Sans MT" panose="020B0502020104020203" pitchFamily="34" charset="0"/>
              </a:rPr>
              <a:t>(Temps d’exécution estimé  - de 5 minutes)</a:t>
            </a:r>
            <a:r>
              <a:rPr lang="fr-FR" sz="1600" dirty="0">
                <a:solidFill>
                  <a:srgbClr val="002060"/>
                </a:solidFill>
                <a:latin typeface="Gill Sans MT" panose="020B0502020104020203" pitchFamily="34" charset="0"/>
              </a:rPr>
              <a:t>.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CE1B7CBD-0968-B4E7-CC8B-C8A392F40E23}"/>
              </a:ext>
            </a:extLst>
          </p:cNvPr>
          <p:cNvSpPr txBox="1"/>
          <p:nvPr/>
        </p:nvSpPr>
        <p:spPr>
          <a:xfrm>
            <a:off x="7232026" y="4671270"/>
            <a:ext cx="506219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solidFill>
                  <a:srgbClr val="002060"/>
                </a:solidFill>
                <a:latin typeface="Gill Sans MT" panose="020B0502020104020203" pitchFamily="34" charset="0"/>
              </a:rPr>
              <a:t>Acteur: Conducteur</a:t>
            </a:r>
          </a:p>
          <a:p>
            <a:endParaRPr lang="fr-FR" sz="1200" dirty="0">
              <a:solidFill>
                <a:srgbClr val="002060"/>
              </a:solidFill>
              <a:latin typeface="Gill Sans MT" panose="020B0502020104020203" pitchFamily="34" charset="0"/>
            </a:endParaRPr>
          </a:p>
          <a:p>
            <a:r>
              <a:rPr lang="fr-FR" sz="1200" dirty="0">
                <a:solidFill>
                  <a:srgbClr val="002060"/>
                </a:solidFill>
                <a:latin typeface="Gill Sans MT" panose="020B0502020104020203" pitchFamily="34" charset="0"/>
              </a:rPr>
              <a:t>Les conducteurs (hors trains) bénéficient d’informations précises sur les écrans des CDG.</a:t>
            </a:r>
            <a:endParaRPr lang="fr-FR" sz="1600" dirty="0">
              <a:solidFill>
                <a:srgbClr val="002060"/>
              </a:solidFill>
              <a:latin typeface="Gill Sans MT" panose="020B0502020104020203" pitchFamily="34" charset="0"/>
            </a:endParaRPr>
          </a:p>
        </p:txBody>
      </p:sp>
      <p:cxnSp>
        <p:nvCxnSpPr>
          <p:cNvPr id="11" name="Connecteur : en arc 10">
            <a:extLst>
              <a:ext uri="{FF2B5EF4-FFF2-40B4-BE49-F238E27FC236}">
                <a16:creationId xmlns:a16="http://schemas.microsoft.com/office/drawing/2014/main" id="{AE8EC62A-EB5D-E5A5-235D-5BA598E6F82D}"/>
              </a:ext>
            </a:extLst>
          </p:cNvPr>
          <p:cNvCxnSpPr>
            <a:cxnSpLocks/>
            <a:stCxn id="6" idx="1"/>
            <a:endCxn id="8" idx="0"/>
          </p:cNvCxnSpPr>
          <p:nvPr/>
        </p:nvCxnSpPr>
        <p:spPr>
          <a:xfrm rot="10800000" flipV="1">
            <a:off x="2602877" y="2084738"/>
            <a:ext cx="3343184" cy="1766174"/>
          </a:xfrm>
          <a:prstGeom prst="curvedConnector2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 : en arc 13">
            <a:extLst>
              <a:ext uri="{FF2B5EF4-FFF2-40B4-BE49-F238E27FC236}">
                <a16:creationId xmlns:a16="http://schemas.microsoft.com/office/drawing/2014/main" id="{906D8865-D20F-089A-50BA-6A5FCF96B6AD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7022277" y="2084738"/>
            <a:ext cx="3007548" cy="2417366"/>
          </a:xfrm>
          <a:prstGeom prst="curvedConnector3">
            <a:avLst>
              <a:gd name="adj1" fmla="val 99089"/>
            </a:avLst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30" name="Image 29">
            <a:extLst>
              <a:ext uri="{FF2B5EF4-FFF2-40B4-BE49-F238E27FC236}">
                <a16:creationId xmlns:a16="http://schemas.microsoft.com/office/drawing/2014/main" id="{99B10D9E-CF7A-C49F-A171-D735EC2E80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5935" y="5836388"/>
            <a:ext cx="914685" cy="876299"/>
          </a:xfrm>
          <a:prstGeom prst="rect">
            <a:avLst/>
          </a:prstGeom>
        </p:spPr>
      </p:pic>
      <p:cxnSp>
        <p:nvCxnSpPr>
          <p:cNvPr id="32" name="Connecteur : en arc 31">
            <a:extLst>
              <a:ext uri="{FF2B5EF4-FFF2-40B4-BE49-F238E27FC236}">
                <a16:creationId xmlns:a16="http://schemas.microsoft.com/office/drawing/2014/main" id="{4767A87F-99E5-F292-07FE-5AE8712A48B3}"/>
              </a:ext>
            </a:extLst>
          </p:cNvPr>
          <p:cNvCxnSpPr>
            <a:cxnSpLocks/>
          </p:cNvCxnSpPr>
          <p:nvPr/>
        </p:nvCxnSpPr>
        <p:spPr>
          <a:xfrm>
            <a:off x="2428875" y="4994546"/>
            <a:ext cx="3048000" cy="1415329"/>
          </a:xfrm>
          <a:prstGeom prst="curvedConnector3">
            <a:avLst>
              <a:gd name="adj1" fmla="val -938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36" name="Image 35">
            <a:extLst>
              <a:ext uri="{FF2B5EF4-FFF2-40B4-BE49-F238E27FC236}">
                <a16:creationId xmlns:a16="http://schemas.microsoft.com/office/drawing/2014/main" id="{ECF091C7-F094-B79B-9EFA-3CB1078213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6266" y="6027358"/>
            <a:ext cx="472576" cy="247179"/>
          </a:xfrm>
          <a:prstGeom prst="rect">
            <a:avLst/>
          </a:prstGeom>
        </p:spPr>
      </p:pic>
      <p:cxnSp>
        <p:nvCxnSpPr>
          <p:cNvPr id="39" name="Connecteur : en arc 38">
            <a:extLst>
              <a:ext uri="{FF2B5EF4-FFF2-40B4-BE49-F238E27FC236}">
                <a16:creationId xmlns:a16="http://schemas.microsoft.com/office/drawing/2014/main" id="{94D48AD3-DBDE-AA08-62CC-2AAB9705586A}"/>
              </a:ext>
            </a:extLst>
          </p:cNvPr>
          <p:cNvCxnSpPr>
            <a:cxnSpLocks/>
          </p:cNvCxnSpPr>
          <p:nvPr/>
        </p:nvCxnSpPr>
        <p:spPr>
          <a:xfrm flipV="1">
            <a:off x="6867525" y="5702210"/>
            <a:ext cx="3162300" cy="707665"/>
          </a:xfrm>
          <a:prstGeom prst="curvedConnector3">
            <a:avLst>
              <a:gd name="adj1" fmla="val 101205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20B82145-E853-C032-EFDB-393278C1DEF9}"/>
              </a:ext>
            </a:extLst>
          </p:cNvPr>
          <p:cNvCxnSpPr>
            <a:cxnSpLocks/>
          </p:cNvCxnSpPr>
          <p:nvPr/>
        </p:nvCxnSpPr>
        <p:spPr>
          <a:xfrm>
            <a:off x="9787802" y="1654937"/>
            <a:ext cx="546823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 droit 44">
            <a:extLst>
              <a:ext uri="{FF2B5EF4-FFF2-40B4-BE49-F238E27FC236}">
                <a16:creationId xmlns:a16="http://schemas.microsoft.com/office/drawing/2014/main" id="{5124545F-25ED-7E93-8ECC-772AC1157CA6}"/>
              </a:ext>
            </a:extLst>
          </p:cNvPr>
          <p:cNvCxnSpPr>
            <a:cxnSpLocks/>
          </p:cNvCxnSpPr>
          <p:nvPr/>
        </p:nvCxnSpPr>
        <p:spPr>
          <a:xfrm>
            <a:off x="9787802" y="2038571"/>
            <a:ext cx="54682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6" name="ZoneTexte 45">
            <a:extLst>
              <a:ext uri="{FF2B5EF4-FFF2-40B4-BE49-F238E27FC236}">
                <a16:creationId xmlns:a16="http://schemas.microsoft.com/office/drawing/2014/main" id="{2EAB34E3-BDC6-3BDF-1D17-4031C66C38BB}"/>
              </a:ext>
            </a:extLst>
          </p:cNvPr>
          <p:cNvSpPr txBox="1"/>
          <p:nvPr/>
        </p:nvSpPr>
        <p:spPr>
          <a:xfrm>
            <a:off x="10410742" y="1469639"/>
            <a:ext cx="15907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rgbClr val="002060"/>
                </a:solidFill>
                <a:latin typeface="Gill Sans MT" panose="020B0502020104020203" pitchFamily="34" charset="0"/>
              </a:rPr>
              <a:t>Situation actuelle</a:t>
            </a:r>
          </a:p>
          <a:p>
            <a:endParaRPr lang="fr-FR" sz="1200" dirty="0">
              <a:solidFill>
                <a:srgbClr val="002060"/>
              </a:solidFill>
              <a:latin typeface="Gill Sans MT" panose="020B0502020104020203" pitchFamily="34" charset="0"/>
            </a:endParaRPr>
          </a:p>
          <a:p>
            <a:r>
              <a:rPr lang="fr-FR" sz="1200" b="1" dirty="0">
                <a:solidFill>
                  <a:srgbClr val="002060"/>
                </a:solidFill>
                <a:latin typeface="Gill Sans MT" panose="020B0502020104020203" pitchFamily="34" charset="0"/>
              </a:rPr>
              <a:t>Optimisation</a:t>
            </a:r>
          </a:p>
        </p:txBody>
      </p:sp>
    </p:spTree>
    <p:extLst>
      <p:ext uri="{BB962C8B-B14F-4D97-AF65-F5344CB8AC3E}">
        <p14:creationId xmlns:p14="http://schemas.microsoft.com/office/powerpoint/2010/main" val="793956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A6EDE472-2A03-51EF-FFBF-C001F16D4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0" y="246392"/>
            <a:ext cx="1437824" cy="784991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20EFB5E8-122B-6B8B-0E5C-93C01169050F}"/>
              </a:ext>
            </a:extLst>
          </p:cNvPr>
          <p:cNvSpPr txBox="1"/>
          <p:nvPr/>
        </p:nvSpPr>
        <p:spPr>
          <a:xfrm>
            <a:off x="885826" y="1287073"/>
            <a:ext cx="723900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fr-FR" sz="1600" b="1" dirty="0">
                <a:solidFill>
                  <a:srgbClr val="002060"/>
                </a:solidFill>
                <a:latin typeface="Gill Sans MT" panose="020B0502020104020203" pitchFamily="34" charset="0"/>
              </a:rPr>
              <a:t>Comment ça fonctionne ?</a:t>
            </a:r>
          </a:p>
          <a:p>
            <a:pPr>
              <a:spcBef>
                <a:spcPts val="600"/>
              </a:spcBef>
            </a:pPr>
            <a:endParaRPr lang="fr-FR" sz="1400" b="1" dirty="0">
              <a:solidFill>
                <a:srgbClr val="002060"/>
              </a:solidFill>
              <a:latin typeface="Gill Sans MT" panose="020B0502020104020203" pitchFamily="34" charset="0"/>
            </a:endParaRPr>
          </a:p>
          <a:p>
            <a:pPr>
              <a:spcBef>
                <a:spcPts val="1200"/>
              </a:spcBef>
            </a:pPr>
            <a:r>
              <a:rPr lang="fr-FR" sz="1400" dirty="0">
                <a:solidFill>
                  <a:srgbClr val="002060"/>
                </a:solidFill>
                <a:latin typeface="Gill Sans MT" panose="020B0502020104020203" pitchFamily="34" charset="0"/>
              </a:rPr>
              <a:t>Une interface graphique a été créée par l’intermédiaire de PYTHON. </a:t>
            </a:r>
          </a:p>
          <a:p>
            <a:pPr>
              <a:spcBef>
                <a:spcPts val="1200"/>
              </a:spcBef>
            </a:pPr>
            <a:r>
              <a:rPr lang="fr-FR" sz="1400" dirty="0">
                <a:solidFill>
                  <a:srgbClr val="002060"/>
                </a:solidFill>
                <a:latin typeface="Gill Sans MT" panose="020B0502020104020203" pitchFamily="34" charset="0"/>
              </a:rPr>
              <a:t>Cet outil permet de générer un support visuel en lien avec un incident en cours, à partir des critères saisis par l'utilisateur.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rgbClr val="002060"/>
                </a:solidFill>
                <a:latin typeface="Gill Sans MT" panose="020B0502020104020203" pitchFamily="34" charset="0"/>
              </a:rPr>
              <a:t>Type d’incident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rgbClr val="002060"/>
                </a:solidFill>
                <a:latin typeface="Gill Sans MT" panose="020B0502020104020203" pitchFamily="34" charset="0"/>
              </a:rPr>
              <a:t>Zone d’incident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rgbClr val="002060"/>
                </a:solidFill>
                <a:latin typeface="Gill Sans MT" panose="020B0502020104020203" pitchFamily="34" charset="0"/>
              </a:rPr>
              <a:t>Voie(s) impactée(s)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rgbClr val="002060"/>
                </a:solidFill>
                <a:latin typeface="Gill Sans MT" panose="020B0502020104020203" pitchFamily="34" charset="0"/>
              </a:rPr>
              <a:t>Précision sur l’incident</a:t>
            </a:r>
          </a:p>
          <a:p>
            <a:pPr>
              <a:spcBef>
                <a:spcPts val="600"/>
              </a:spcBef>
            </a:pPr>
            <a:endParaRPr lang="fr-FR" sz="1400" dirty="0">
              <a:solidFill>
                <a:srgbClr val="002060"/>
              </a:solidFill>
              <a:latin typeface="Gill Sans MT" panose="020B0502020104020203" pitchFamily="34" charset="0"/>
            </a:endParaRPr>
          </a:p>
          <a:p>
            <a:pPr>
              <a:spcBef>
                <a:spcPts val="600"/>
              </a:spcBef>
            </a:pPr>
            <a:r>
              <a:rPr lang="fr-FR" sz="1400" b="1" dirty="0">
                <a:solidFill>
                  <a:srgbClr val="002060"/>
                </a:solidFill>
                <a:latin typeface="Gill Sans MT" panose="020B0502020104020203" pitchFamily="34" charset="0"/>
              </a:rPr>
              <a:t>Déroulé de l’opération</a:t>
            </a:r>
            <a:r>
              <a:rPr lang="fr-FR" sz="1400" dirty="0">
                <a:solidFill>
                  <a:srgbClr val="002060"/>
                </a:solidFill>
                <a:latin typeface="Gill Sans MT" panose="020B0502020104020203" pitchFamily="34" charset="0"/>
              </a:rPr>
              <a:t>:   </a:t>
            </a:r>
            <a:r>
              <a:rPr lang="fr-FR" sz="1200" i="1" dirty="0">
                <a:solidFill>
                  <a:srgbClr val="002060"/>
                </a:solidFill>
                <a:latin typeface="Gill Sans MT" panose="020B0502020104020203" pitchFamily="34" charset="0"/>
              </a:rPr>
              <a:t>(Temps estimé – de 5 minutes)</a:t>
            </a:r>
          </a:p>
          <a:p>
            <a:pPr>
              <a:spcBef>
                <a:spcPts val="600"/>
              </a:spcBef>
            </a:pPr>
            <a:endParaRPr lang="fr-FR" sz="1400" dirty="0">
              <a:solidFill>
                <a:srgbClr val="002060"/>
              </a:solidFill>
              <a:latin typeface="Gill Sans MT" panose="020B0502020104020203" pitchFamily="34" charset="0"/>
            </a:endParaRP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rgbClr val="002060"/>
                </a:solidFill>
                <a:latin typeface="Gill Sans MT" panose="020B0502020104020203" pitchFamily="34" charset="0"/>
              </a:rPr>
              <a:t>Étape 1:  Le manager prend note d’un incident en cours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rgbClr val="002060"/>
                </a:solidFill>
                <a:latin typeface="Gill Sans MT" panose="020B0502020104020203" pitchFamily="34" charset="0"/>
              </a:rPr>
              <a:t>Étape 2:  Il génère un visuel intégrant les caractéristiques de l’incident en cours à l’aide de l’interface graphique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rgbClr val="002060"/>
                </a:solidFill>
                <a:latin typeface="Gill Sans MT" panose="020B0502020104020203" pitchFamily="34" charset="0"/>
              </a:rPr>
              <a:t>Étape 3:  Il diffuse le visuel sur les écrans des corps de garde</a:t>
            </a:r>
          </a:p>
          <a:p>
            <a:pPr>
              <a:spcBef>
                <a:spcPts val="600"/>
              </a:spcBef>
            </a:pPr>
            <a:endParaRPr lang="fr-FR" sz="1400" dirty="0">
              <a:solidFill>
                <a:srgbClr val="002060"/>
              </a:solidFill>
              <a:latin typeface="Gill Sans MT" panose="020B0502020104020203" pitchFamily="34" charset="0"/>
            </a:endParaRPr>
          </a:p>
        </p:txBody>
      </p:sp>
      <p:sp>
        <p:nvSpPr>
          <p:cNvPr id="6" name="Flèche : droite 5">
            <a:extLst>
              <a:ext uri="{FF2B5EF4-FFF2-40B4-BE49-F238E27FC236}">
                <a16:creationId xmlns:a16="http://schemas.microsoft.com/office/drawing/2014/main" id="{A4F31BD1-BD33-B017-30CA-189722F228D0}"/>
              </a:ext>
            </a:extLst>
          </p:cNvPr>
          <p:cNvSpPr/>
          <p:nvPr/>
        </p:nvSpPr>
        <p:spPr>
          <a:xfrm rot="5400000">
            <a:off x="11298300" y="6151049"/>
            <a:ext cx="196274" cy="105226"/>
          </a:xfrm>
          <a:prstGeom prst="rightArrow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E091D1F-166E-E9EE-DDB7-5F80A93627A0}"/>
              </a:ext>
            </a:extLst>
          </p:cNvPr>
          <p:cNvSpPr txBox="1"/>
          <p:nvPr/>
        </p:nvSpPr>
        <p:spPr>
          <a:xfrm>
            <a:off x="8490861" y="6049773"/>
            <a:ext cx="29055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rgbClr val="002060"/>
                </a:solidFill>
                <a:latin typeface="Gill Sans MT" panose="020B0502020104020203" pitchFamily="34" charset="0"/>
              </a:rPr>
              <a:t>Démonstration dans le slide suivant</a:t>
            </a:r>
          </a:p>
        </p:txBody>
      </p:sp>
    </p:spTree>
    <p:extLst>
      <p:ext uri="{BB962C8B-B14F-4D97-AF65-F5344CB8AC3E}">
        <p14:creationId xmlns:p14="http://schemas.microsoft.com/office/powerpoint/2010/main" val="393858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212227B5-E945-2C89-B47B-376D7B9847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3883" y="176302"/>
            <a:ext cx="5330353" cy="623878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9EB514E-D205-3DEF-3C06-E889CE644D18}"/>
              </a:ext>
            </a:extLst>
          </p:cNvPr>
          <p:cNvSpPr/>
          <p:nvPr/>
        </p:nvSpPr>
        <p:spPr>
          <a:xfrm>
            <a:off x="85726" y="809626"/>
            <a:ext cx="1333500" cy="733424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002060"/>
                </a:solidFill>
                <a:latin typeface="Gill Sans MT" panose="020B0502020104020203" pitchFamily="34" charset="0"/>
              </a:rPr>
              <a:t>Choix du type d’incident</a:t>
            </a:r>
          </a:p>
        </p:txBody>
      </p: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56F105D7-D3BD-900B-42A2-E2DE4AA69BFE}"/>
              </a:ext>
            </a:extLst>
          </p:cNvPr>
          <p:cNvCxnSpPr/>
          <p:nvPr/>
        </p:nvCxnSpPr>
        <p:spPr>
          <a:xfrm>
            <a:off x="1756617" y="1157288"/>
            <a:ext cx="666750" cy="0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AD1CBC6B-CC50-FF4E-1646-127120F84F28}"/>
              </a:ext>
            </a:extLst>
          </p:cNvPr>
          <p:cNvSpPr/>
          <p:nvPr/>
        </p:nvSpPr>
        <p:spPr>
          <a:xfrm>
            <a:off x="85727" y="2005012"/>
            <a:ext cx="1333500" cy="614363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002060"/>
                </a:solidFill>
                <a:latin typeface="Gill Sans MT" panose="020B0502020104020203" pitchFamily="34" charset="0"/>
              </a:rPr>
              <a:t>Choix zone d’incident</a:t>
            </a:r>
          </a:p>
        </p:txBody>
      </p: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414DAAB8-7F43-F55F-63D5-FD4BA663A227}"/>
              </a:ext>
            </a:extLst>
          </p:cNvPr>
          <p:cNvCxnSpPr/>
          <p:nvPr/>
        </p:nvCxnSpPr>
        <p:spPr>
          <a:xfrm>
            <a:off x="1708992" y="2433637"/>
            <a:ext cx="666750" cy="0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B0D9FFA5-7A9E-1115-B098-BD1AA1DABED6}"/>
              </a:ext>
            </a:extLst>
          </p:cNvPr>
          <p:cNvCxnSpPr>
            <a:cxnSpLocks/>
          </p:cNvCxnSpPr>
          <p:nvPr/>
        </p:nvCxnSpPr>
        <p:spPr>
          <a:xfrm>
            <a:off x="1616869" y="4362451"/>
            <a:ext cx="1449213" cy="740566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16E62AA8-4E85-6D21-FD99-9EAC893C6221}"/>
              </a:ext>
            </a:extLst>
          </p:cNvPr>
          <p:cNvSpPr/>
          <p:nvPr/>
        </p:nvSpPr>
        <p:spPr>
          <a:xfrm>
            <a:off x="114673" y="3971926"/>
            <a:ext cx="1333500" cy="5334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002060"/>
                </a:solidFill>
                <a:latin typeface="Gill Sans MT" panose="020B0502020104020203" pitchFamily="34" charset="0"/>
              </a:rPr>
              <a:t>Titre incident </a:t>
            </a:r>
            <a:r>
              <a:rPr lang="fr-FR" sz="1100" i="1" dirty="0">
                <a:solidFill>
                  <a:srgbClr val="002060"/>
                </a:solidFill>
                <a:latin typeface="Gill Sans MT" panose="020B0502020104020203" pitchFamily="34" charset="0"/>
              </a:rPr>
              <a:t>(RP, SSO, IT, etc…)</a:t>
            </a:r>
            <a:endParaRPr lang="fr-FR" sz="1400" i="1" dirty="0">
              <a:solidFill>
                <a:srgbClr val="002060"/>
              </a:solidFill>
              <a:latin typeface="Gill Sans MT" panose="020B0502020104020203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4E0790E-E48C-F141-E23D-7818844DF4FA}"/>
              </a:ext>
            </a:extLst>
          </p:cNvPr>
          <p:cNvSpPr/>
          <p:nvPr/>
        </p:nvSpPr>
        <p:spPr>
          <a:xfrm>
            <a:off x="114673" y="5426869"/>
            <a:ext cx="1333500" cy="431008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002060"/>
                </a:solidFill>
                <a:latin typeface="Gill Sans MT" panose="020B0502020104020203" pitchFamily="34" charset="0"/>
              </a:rPr>
              <a:t>Commentaire à ajouter</a:t>
            </a:r>
          </a:p>
        </p:txBody>
      </p: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42C59D9A-37FF-24EA-1E27-46BEFB038742}"/>
              </a:ext>
            </a:extLst>
          </p:cNvPr>
          <p:cNvCxnSpPr>
            <a:cxnSpLocks/>
          </p:cNvCxnSpPr>
          <p:nvPr/>
        </p:nvCxnSpPr>
        <p:spPr>
          <a:xfrm flipV="1">
            <a:off x="1616869" y="5495925"/>
            <a:ext cx="1449213" cy="195262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0769C48E-BE66-82CC-6715-C51421704BB7}"/>
              </a:ext>
            </a:extLst>
          </p:cNvPr>
          <p:cNvSpPr/>
          <p:nvPr/>
        </p:nvSpPr>
        <p:spPr>
          <a:xfrm>
            <a:off x="8995291" y="5005386"/>
            <a:ext cx="1579840" cy="595314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002060"/>
                </a:solidFill>
                <a:latin typeface="Gill Sans MT" panose="020B0502020104020203" pitchFamily="34" charset="0"/>
              </a:rPr>
              <a:t>Bouton génération du visuel</a:t>
            </a:r>
          </a:p>
        </p:txBody>
      </p: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8B3F3B3C-2060-1093-FB44-38CE5C6874A1}"/>
              </a:ext>
            </a:extLst>
          </p:cNvPr>
          <p:cNvCxnSpPr>
            <a:cxnSpLocks/>
          </p:cNvCxnSpPr>
          <p:nvPr/>
        </p:nvCxnSpPr>
        <p:spPr>
          <a:xfrm flipH="1">
            <a:off x="6581775" y="5303043"/>
            <a:ext cx="2305050" cy="339330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rganigramme : Connecteur 30">
            <a:extLst>
              <a:ext uri="{FF2B5EF4-FFF2-40B4-BE49-F238E27FC236}">
                <a16:creationId xmlns:a16="http://schemas.microsoft.com/office/drawing/2014/main" id="{BCA37839-19BA-AB88-6614-B9E8F3FC58EB}"/>
              </a:ext>
            </a:extLst>
          </p:cNvPr>
          <p:cNvSpPr/>
          <p:nvPr/>
        </p:nvSpPr>
        <p:spPr>
          <a:xfrm>
            <a:off x="461590" y="333379"/>
            <a:ext cx="319833" cy="304797"/>
          </a:xfrm>
          <a:prstGeom prst="flowChartConnector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1</a:t>
            </a:r>
          </a:p>
        </p:txBody>
      </p:sp>
      <p:sp>
        <p:nvSpPr>
          <p:cNvPr id="32" name="Organigramme : Connecteur 31">
            <a:extLst>
              <a:ext uri="{FF2B5EF4-FFF2-40B4-BE49-F238E27FC236}">
                <a16:creationId xmlns:a16="http://schemas.microsoft.com/office/drawing/2014/main" id="{BD23E97B-EB0A-78C8-4728-22ECD2613A2E}"/>
              </a:ext>
            </a:extLst>
          </p:cNvPr>
          <p:cNvSpPr/>
          <p:nvPr/>
        </p:nvSpPr>
        <p:spPr>
          <a:xfrm>
            <a:off x="461590" y="1621632"/>
            <a:ext cx="319833" cy="304797"/>
          </a:xfrm>
          <a:prstGeom prst="flowChartConnector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2</a:t>
            </a:r>
          </a:p>
        </p:txBody>
      </p:sp>
      <p:sp>
        <p:nvSpPr>
          <p:cNvPr id="33" name="Organigramme : Connecteur 32">
            <a:extLst>
              <a:ext uri="{FF2B5EF4-FFF2-40B4-BE49-F238E27FC236}">
                <a16:creationId xmlns:a16="http://schemas.microsoft.com/office/drawing/2014/main" id="{5669748C-D4C5-81D3-8DDC-5335E17322D3}"/>
              </a:ext>
            </a:extLst>
          </p:cNvPr>
          <p:cNvSpPr/>
          <p:nvPr/>
        </p:nvSpPr>
        <p:spPr>
          <a:xfrm>
            <a:off x="461589" y="3540918"/>
            <a:ext cx="319833" cy="304797"/>
          </a:xfrm>
          <a:prstGeom prst="flowChartConnector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3</a:t>
            </a:r>
          </a:p>
        </p:txBody>
      </p:sp>
      <p:sp>
        <p:nvSpPr>
          <p:cNvPr id="34" name="Organigramme : Connecteur 33">
            <a:extLst>
              <a:ext uri="{FF2B5EF4-FFF2-40B4-BE49-F238E27FC236}">
                <a16:creationId xmlns:a16="http://schemas.microsoft.com/office/drawing/2014/main" id="{209252E9-B224-D5AB-AD9E-F4F5CA54AD85}"/>
              </a:ext>
            </a:extLst>
          </p:cNvPr>
          <p:cNvSpPr/>
          <p:nvPr/>
        </p:nvSpPr>
        <p:spPr>
          <a:xfrm>
            <a:off x="444549" y="4976813"/>
            <a:ext cx="319833" cy="304797"/>
          </a:xfrm>
          <a:prstGeom prst="flowChartConnector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4</a:t>
            </a:r>
          </a:p>
        </p:txBody>
      </p:sp>
      <p:sp>
        <p:nvSpPr>
          <p:cNvPr id="35" name="Organigramme : Connecteur 34">
            <a:extLst>
              <a:ext uri="{FF2B5EF4-FFF2-40B4-BE49-F238E27FC236}">
                <a16:creationId xmlns:a16="http://schemas.microsoft.com/office/drawing/2014/main" id="{A0220ED9-D2A1-A925-6D10-D6C3EAA66F74}"/>
              </a:ext>
            </a:extLst>
          </p:cNvPr>
          <p:cNvSpPr/>
          <p:nvPr/>
        </p:nvSpPr>
        <p:spPr>
          <a:xfrm>
            <a:off x="9635287" y="4536282"/>
            <a:ext cx="319833" cy="304797"/>
          </a:xfrm>
          <a:prstGeom prst="flowChartConnector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263667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41FB0F2-B311-B8D6-E36D-DF15B04E87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1404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BA37E88A-33EE-7B55-D5CA-82F7A0C394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217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FF72B-4F0F-8D0A-7238-8B6C8E06E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F8634FCF-DF1D-A3BA-F22F-8A0F439C65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926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6B68FACB-01DB-9EF6-1870-1DFB143690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6818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985044C0-4309-AC62-A754-2CA34B88D3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812898"/>
              </p:ext>
            </p:extLst>
          </p:nvPr>
        </p:nvGraphicFramePr>
        <p:xfrm>
          <a:off x="361951" y="730672"/>
          <a:ext cx="11468098" cy="46030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1172">
                  <a:extLst>
                    <a:ext uri="{9D8B030D-6E8A-4147-A177-3AD203B41FA5}">
                      <a16:colId xmlns:a16="http://schemas.microsoft.com/office/drawing/2014/main" val="877714182"/>
                    </a:ext>
                  </a:extLst>
                </a:gridCol>
                <a:gridCol w="2916707">
                  <a:extLst>
                    <a:ext uri="{9D8B030D-6E8A-4147-A177-3AD203B41FA5}">
                      <a16:colId xmlns:a16="http://schemas.microsoft.com/office/drawing/2014/main" val="3573843744"/>
                    </a:ext>
                  </a:extLst>
                </a:gridCol>
                <a:gridCol w="2074134">
                  <a:extLst>
                    <a:ext uri="{9D8B030D-6E8A-4147-A177-3AD203B41FA5}">
                      <a16:colId xmlns:a16="http://schemas.microsoft.com/office/drawing/2014/main" val="539729173"/>
                    </a:ext>
                  </a:extLst>
                </a:gridCol>
                <a:gridCol w="2096085">
                  <a:extLst>
                    <a:ext uri="{9D8B030D-6E8A-4147-A177-3AD203B41FA5}">
                      <a16:colId xmlns:a16="http://schemas.microsoft.com/office/drawing/2014/main" val="1231517559"/>
                    </a:ext>
                  </a:extLst>
                </a:gridCol>
              </a:tblGrid>
              <a:tr h="479003">
                <a:tc gridSpan="4"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fr-FR" b="1" dirty="0">
                          <a:solidFill>
                            <a:schemeClr val="bg1"/>
                          </a:solidFill>
                          <a:latin typeface="Gill Sans MT" panose="020B0502020104020203" pitchFamily="34" charset="0"/>
                        </a:rPr>
                        <a:t>Les différentes étapes de la mise en place:</a:t>
                      </a:r>
                      <a:endParaRPr lang="fr-FR" sz="1600" b="1" dirty="0">
                        <a:solidFill>
                          <a:srgbClr val="002060"/>
                        </a:solidFill>
                        <a:latin typeface="Gill Sans MT" panose="020B0502020104020203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endParaRPr lang="fr-FR" sz="1600" b="1" dirty="0">
                        <a:solidFill>
                          <a:srgbClr val="002060"/>
                        </a:solidFill>
                        <a:latin typeface="Gill Sans MT" panose="020B05020201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0394280"/>
                  </a:ext>
                </a:extLst>
              </a:tr>
              <a:tr h="638939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600"/>
                        </a:spcBef>
                      </a:pPr>
                      <a:r>
                        <a:rPr lang="fr-FR" sz="1200" b="1" kern="1200" dirty="0">
                          <a:solidFill>
                            <a:schemeClr val="dk1"/>
                          </a:solidFill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Étapes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Gill Sans MT" panose="020B0502020104020203" pitchFamily="34" charset="0"/>
                        </a:rPr>
                        <a:t>Ressources humaines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1" kern="1200" dirty="0">
                          <a:solidFill>
                            <a:schemeClr val="dk1"/>
                          </a:solidFill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Ressources matérielles</a:t>
                      </a:r>
                    </a:p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200" b="1" kern="1200" dirty="0">
                          <a:solidFill>
                            <a:schemeClr val="dk1"/>
                          </a:solidFill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Durée étapes</a:t>
                      </a:r>
                    </a:p>
                    <a:p>
                      <a:pPr marL="0" algn="ctr" defTabSz="914400" rtl="0" eaLnBrk="1" latinLnBrk="0" hangingPunct="1"/>
                      <a:r>
                        <a:rPr lang="fr-FR" sz="1200" b="0" kern="1200" dirty="0">
                          <a:solidFill>
                            <a:schemeClr val="dk1"/>
                          </a:solidFill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(Estimatif)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3666059"/>
                  </a:ext>
                </a:extLst>
              </a:tr>
              <a:tr h="7354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solidFill>
                            <a:srgbClr val="002060"/>
                          </a:solidFill>
                          <a:latin typeface="Gill Sans MT" panose="020B0502020104020203" pitchFamily="34" charset="0"/>
                        </a:rPr>
                        <a:t>Brainstorming avec encadrants et conducteurs pour apporter des améliorations et adapter les visuels à des problématiques de VB2.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3 CR + 3 encadrants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Salle de réunion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+/- 2h brainstorming</a:t>
                      </a:r>
                    </a:p>
                    <a:p>
                      <a:pPr algn="ctr"/>
                      <a:endParaRPr lang="fr-F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0126738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kern="1200" dirty="0">
                          <a:solidFill>
                            <a:srgbClr val="002060"/>
                          </a:solidFill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Modification des visuels et du script PYTHON.</a:t>
                      </a:r>
                    </a:p>
                    <a:p>
                      <a:pPr marL="0" algn="ctr" defTabSz="914400" rtl="0" eaLnBrk="1" latinLnBrk="0" hangingPunct="1"/>
                      <a:endParaRPr lang="fr-FR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La personne qui gèrera le script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 semaines la personne qui gèrera le script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2532096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kern="1200" dirty="0">
                          <a:solidFill>
                            <a:srgbClr val="002060"/>
                          </a:solidFill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Validation des visuels.</a:t>
                      </a:r>
                    </a:p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Encadrants + CR</a:t>
                      </a:r>
                    </a:p>
                    <a:p>
                      <a:pPr marL="0" algn="ctr" defTabSz="914400" rtl="0" eaLnBrk="1" latinLnBrk="0" hangingPunct="1"/>
                      <a:endParaRPr lang="fr-FR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/>
                        <a:t>+/- 2h le temps d’une réunion</a:t>
                      </a:r>
                    </a:p>
                    <a:p>
                      <a:pPr marL="0" algn="ctr" defTabSz="914400" rtl="0" eaLnBrk="1" latinLnBrk="0" hangingPunct="1"/>
                      <a:endParaRPr lang="fr-FR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497217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kern="1200" dirty="0">
                          <a:solidFill>
                            <a:srgbClr val="002060"/>
                          </a:solidFill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Tests de diffusion sur les écrans des CDG.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Encadrant référent (à définir)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Accès écrans CDG</a:t>
                      </a:r>
                    </a:p>
                    <a:p>
                      <a:pPr marL="0" algn="ctr" defTabSz="914400" rtl="0" eaLnBrk="1" latinLnBrk="0" hangingPunct="1"/>
                      <a:endParaRPr lang="fr-FR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 semaine ?</a:t>
                      </a:r>
                      <a:r>
                        <a:rPr lang="fr-FR" sz="1200" dirty="0"/>
                        <a:t> </a:t>
                      </a:r>
                      <a:endParaRPr lang="fr-FR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1832941"/>
                  </a:ext>
                </a:extLst>
              </a:tr>
              <a:tr h="4076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kern="1200" dirty="0">
                          <a:solidFill>
                            <a:srgbClr val="002060"/>
                          </a:solidFill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Formation des encadrants à l’utilisation de l’outil.</a:t>
                      </a:r>
                    </a:p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Encadrant référent (à définir)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Support PPT explicatif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 semaines ? (le temps de former tous les managers)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4486501"/>
                  </a:ext>
                </a:extLst>
              </a:tr>
              <a:tr h="6389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kern="1200" dirty="0">
                          <a:solidFill>
                            <a:srgbClr val="002060"/>
                          </a:solidFill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Communication conducteurs sur l’arrivée </a:t>
                      </a:r>
                      <a:r>
                        <a:rPr lang="fr-FR" sz="1200" kern="1200">
                          <a:solidFill>
                            <a:srgbClr val="002060"/>
                          </a:solidFill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de « Live Incident ».</a:t>
                      </a:r>
                      <a:endParaRPr lang="fr-FR" sz="1200" kern="1200" dirty="0">
                        <a:solidFill>
                          <a:srgbClr val="002060"/>
                        </a:solidFill>
                        <a:latin typeface="Gill Sans MT" panose="020B0502020104020203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Encadrant référent (à définir)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Note d’information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+/- 2h le temps de créer la note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4011278"/>
                  </a:ext>
                </a:extLst>
              </a:tr>
            </a:tbl>
          </a:graphicData>
        </a:graphic>
      </p:graphicFrame>
      <p:pic>
        <p:nvPicPr>
          <p:cNvPr id="6" name="Image 5">
            <a:extLst>
              <a:ext uri="{FF2B5EF4-FFF2-40B4-BE49-F238E27FC236}">
                <a16:creationId xmlns:a16="http://schemas.microsoft.com/office/drawing/2014/main" id="{1E1412B9-A661-7D91-3B1D-D3ECF691CD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4451" y="730673"/>
            <a:ext cx="829263" cy="452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1166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6EB793C6-C0E8-E1D4-0955-9809D6F86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Merci 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4FC5C03B-E526-8D70-3A8F-89693BC0540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/>
              <a:t>de votre </a:t>
            </a:r>
            <a:r>
              <a:rPr lang="fr-FR" b="1" dirty="0"/>
              <a:t>attention</a:t>
            </a:r>
          </a:p>
        </p:txBody>
      </p:sp>
      <p:pic>
        <p:nvPicPr>
          <p:cNvPr id="14" name="Graphique 13">
            <a:extLst>
              <a:ext uri="{FF2B5EF4-FFF2-40B4-BE49-F238E27FC236}">
                <a16:creationId xmlns:a16="http://schemas.microsoft.com/office/drawing/2014/main" id="{46C586FE-BFF9-D068-2328-51809904F2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13553" y="2187850"/>
            <a:ext cx="609847" cy="470895"/>
          </a:xfrm>
          <a:prstGeom prst="rect">
            <a:avLst/>
          </a:prstGeom>
        </p:spPr>
      </p:pic>
      <p:sp>
        <p:nvSpPr>
          <p:cNvPr id="15" name="Graphique 16">
            <a:extLst>
              <a:ext uri="{FF2B5EF4-FFF2-40B4-BE49-F238E27FC236}">
                <a16:creationId xmlns:a16="http://schemas.microsoft.com/office/drawing/2014/main" id="{2F9C4842-00D6-08AA-99F7-CB6E5361C4AE}"/>
              </a:ext>
            </a:extLst>
          </p:cNvPr>
          <p:cNvSpPr/>
          <p:nvPr/>
        </p:nvSpPr>
        <p:spPr>
          <a:xfrm rot="251865">
            <a:off x="4995898" y="3757471"/>
            <a:ext cx="1895141" cy="209030"/>
          </a:xfrm>
          <a:custGeom>
            <a:avLst/>
            <a:gdLst>
              <a:gd name="connsiteX0" fmla="*/ 0 w 1895141"/>
              <a:gd name="connsiteY0" fmla="*/ 209031 h 209030"/>
              <a:gd name="connsiteX1" fmla="*/ 1895141 w 1895141"/>
              <a:gd name="connsiteY1" fmla="*/ 18569 h 209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95141" h="209030">
                <a:moveTo>
                  <a:pt x="0" y="209031"/>
                </a:moveTo>
                <a:cubicBezTo>
                  <a:pt x="499465" y="-4890"/>
                  <a:pt x="1403762" y="-24455"/>
                  <a:pt x="1895141" y="18569"/>
                </a:cubicBezTo>
              </a:path>
            </a:pathLst>
          </a:custGeom>
          <a:noFill/>
          <a:ln w="98425" cap="rnd">
            <a:solidFill>
              <a:schemeClr val="accent2"/>
            </a:solidFill>
            <a:prstDash val="solid"/>
            <a:round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arisine Office 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753684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hème Office">
  <a:themeElements>
    <a:clrScheme name="RATP202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A0082"/>
      </a:accent1>
      <a:accent2>
        <a:srgbClr val="00AA91"/>
      </a:accent2>
      <a:accent3>
        <a:srgbClr val="EBA0C8"/>
      </a:accent3>
      <a:accent4>
        <a:srgbClr val="C8D741"/>
      </a:accent4>
      <a:accent5>
        <a:srgbClr val="F0AA00"/>
      </a:accent5>
      <a:accent6>
        <a:srgbClr val="D72864"/>
      </a:accent6>
      <a:hlink>
        <a:srgbClr val="0A0082"/>
      </a:hlink>
      <a:folHlink>
        <a:srgbClr val="0A0082"/>
      </a:folHlink>
    </a:clrScheme>
    <a:fontScheme name="Personnalisé 70">
      <a:majorFont>
        <a:latin typeface="Montserrat Bold"/>
        <a:ea typeface=""/>
        <a:cs typeface=""/>
      </a:majorFont>
      <a:minorFont>
        <a:latin typeface="Parisine Office 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5400">
          <a:solidFill>
            <a:schemeClr val="accent1"/>
          </a:solidFill>
        </a:ln>
      </a:spPr>
      <a:bodyPr rtlCol="0" anchor="ctr"/>
      <a:lstStyle>
        <a:defPPr algn="ctr">
          <a:defRPr dirty="0" err="1" smtClean="0">
            <a:solidFill>
              <a:schemeClr val="accent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emplatePPTGroupe2023_VDEF.potx  -  Lecture seule" id="{DAE8A5CF-7FB3-46C9-94E9-1E88611C5222}" vid="{B34E0F4D-B601-4960-985D-9F4C3C8B01CB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458</Words>
  <Application>Microsoft Office PowerPoint</Application>
  <PresentationFormat>Grand écran</PresentationFormat>
  <Paragraphs>83</Paragraphs>
  <Slides>11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11</vt:i4>
      </vt:variant>
    </vt:vector>
  </HeadingPairs>
  <TitlesOfParts>
    <vt:vector size="21" baseType="lpstr">
      <vt:lpstr>Arial</vt:lpstr>
      <vt:lpstr>Calibri</vt:lpstr>
      <vt:lpstr>Calibri Light</vt:lpstr>
      <vt:lpstr>Gill Sans MT</vt:lpstr>
      <vt:lpstr>Montserrat</vt:lpstr>
      <vt:lpstr>Montserrat Black</vt:lpstr>
      <vt:lpstr>Montserrat Bold</vt:lpstr>
      <vt:lpstr>Parisine Office </vt:lpstr>
      <vt:lpstr>Thème Office</vt:lpstr>
      <vt:lpstr>1_Thème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Merci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Jérémy REDING</dc:creator>
  <cp:lastModifiedBy>Jérémy REDING</cp:lastModifiedBy>
  <cp:revision>1</cp:revision>
  <cp:lastPrinted>2025-08-28T15:18:14Z</cp:lastPrinted>
  <dcterms:created xsi:type="dcterms:W3CDTF">2025-07-20T17:52:49Z</dcterms:created>
  <dcterms:modified xsi:type="dcterms:W3CDTF">2025-08-28T16:38:49Z</dcterms:modified>
</cp:coreProperties>
</file>